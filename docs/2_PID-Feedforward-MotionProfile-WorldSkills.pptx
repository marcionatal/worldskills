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[0:00 - 1:30] ABERTURA</a:t>
            </a:r>
          </a:p>
          <a:p/>
          <a:p>
            <a:r>
              <a:t>Boas-vindas. Esta aula e a continuacao direta da aula de Command-Based: la</a:t>
            </a:r>
          </a:p>
          <a:p>
            <a:r>
              <a:t>aprendemos a ORGANIZAR o codigo; aqui aprendemos a fazer o robo CHEGAR onde</a:t>
            </a:r>
          </a:p>
          <a:p>
            <a:r>
              <a:t>queremos com precisao.</a:t>
            </a:r>
          </a:p>
          <a:p/>
          <a:p>
            <a:r>
              <a:t>Mostre os dois graficos da direita e use-os como promessa da aula:</a:t>
            </a:r>
          </a:p>
          <a:p>
            <a:r>
              <a:t>- de cima: o robo planeja a velocidade antes de se mover (motion profile)</a:t>
            </a:r>
          </a:p>
          <a:p>
            <a:r>
              <a:t>- de baixo: tres ganhos diferentes para o MESMO alvo. Um nao chega, um chega</a:t>
            </a:r>
          </a:p>
          <a:p>
            <a:r>
              <a:t>  bonito, um oscila. Saber qual e qual, e por que, e o objetivo de hoje.</a:t>
            </a:r>
          </a:p>
          <a:p/>
          <a:p>
            <a:r>
              <a:t>Diga o combinado: 5 blocos, codigo real do repositorio (lab5, lab6 e lab9),</a:t>
            </a:r>
          </a:p>
          <a:p>
            <a:r>
              <a:t>pausa para perguntas ao fim de cada bloco.</a:t>
            </a:r>
          </a:p>
          <a:p/>
          <a:p>
            <a:r>
              <a:t>Aviso honesto que vale dar de uma vez: os graficos de resposta sao SIMULACOES</a:t>
            </a:r>
          </a:p>
          <a:p>
            <a:r>
              <a:t>ilustrativas de uma planta de segunda ordem, com ganhos normalizados. Servem</a:t>
            </a:r>
          </a:p>
          <a:p>
            <a:r>
              <a:t>para ensinar a FORMA da resposta - nao sao medidas do nosso robo. Os numeros do</a:t>
            </a:r>
          </a:p>
          <a:p>
            <a:r>
              <a:t>perfil trapezoidal, esses sim, saem das constantes reais do lab6.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[1:30 - 3:00] AGENDA</a:t>
            </a:r>
          </a:p>
          <a:p/>
          <a:p>
            <a:r>
              <a:t>Deixe claro o arco da aula: cada bloco resolve uma limitacao do anterior.</a:t>
            </a:r>
          </a:p>
          <a:p>
            <a:r>
              <a:t>- PID resolve "o robo nao chega no alvo".</a:t>
            </a:r>
          </a:p>
          <a:p>
            <a:r>
              <a:t>- Feedforward resolve "o PID trabalha demais e demora para reagir".</a:t>
            </a:r>
          </a:p>
          <a:p>
            <a:r>
              <a:t>- Motion profile resolve "o alvo e um degrau impossivel, o robo derrapa".</a:t>
            </a:r>
          </a:p>
          <a:p>
            <a:r>
              <a:t>- O bloco 5 responde a pergunta que todo atleta faz: "entao eu uso o que?"</a:t>
            </a:r>
          </a:p>
          <a:p/>
          <a:p>
            <a:r>
              <a:t>Se a turma nao assistiu a aula de Command-Based, avise que vamos usar</a:t>
            </a:r>
          </a:p>
          <a:p>
            <a:r>
              <a:t>initialize/execute/isFinished/end sem reexplicar - e peca para abrirem o</a:t>
            </a:r>
          </a:p>
          <a:p>
            <a:r>
              <a:t>lab5Pid para acompanhar.</a:t>
            </a:r>
          </a:p>
          <a:p/>
          <a:p>
            <a:r>
              <a:t>Pergunta de aquecimento: "quem ja aumentou o kP achando que ia melhorar e o</a:t>
            </a:r>
          </a:p>
          <a:p>
            <a:r>
              <a:t>robo comecou a tremer?" Praticamente todos. "Hoje voces vao entender por que."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[3:00] DIVISORIA - BLOCO 01</a:t>
            </a:r>
          </a:p>
          <a:p/>
          <a:p>
            <a:r>
              <a:t>Transicao curta: "cinco minutos de fundamento que fazem os 45 restantes</a:t>
            </a:r>
          </a:p>
          <a:p>
            <a:r>
              <a:t>fazerem sentido."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[3:00 - 5:00] MALHA ABERTA x FECHADA</a:t>
            </a:r>
          </a:p>
          <a:p/>
          <a:p>
            <a:r>
              <a:t>Demonstracao que funciona sem robo: peca a um aluno para andar 3 passos com os</a:t>
            </a:r>
          </a:p>
          <a:p>
            <a:r>
              <a:t>olhos fechados (malha aberta) e depois com os olhos abertos ate a porta (malha</a:t>
            </a:r>
          </a:p>
          <a:p>
            <a:r>
              <a:t>fechada). O primeiro erra, o segundo corrige no caminho.</a:t>
            </a:r>
          </a:p>
          <a:p/>
          <a:p>
            <a:r>
              <a:t>Pontos a martelar:</a:t>
            </a:r>
          </a:p>
          <a:p>
            <a:r>
              <a:t>- set(0.5) e porcentagem de TENSAO, nao velocidade. Com bateria de 12,6 V o</a:t>
            </a:r>
          </a:p>
          <a:p>
            <a:r>
              <a:t>  robo anda mais rapido que com 11,5 V, com o mesmo codigo. Isso explica por</a:t>
            </a:r>
          </a:p>
          <a:p>
            <a:r>
              <a:t>  que o autonomo que funcionou na bancada falha no fim da bateria.</a:t>
            </a:r>
          </a:p>
          <a:p>
            <a:r>
              <a:t>- malha fechada nao e "melhor" sempre: para abrir garra, malha aberta e o certo.</a:t>
            </a:r>
          </a:p>
          <a:p>
            <a:r>
              <a:t>  Nao tem sensor e nao precisa.</a:t>
            </a:r>
          </a:p>
          <a:p/>
          <a:p>
            <a:r>
              <a:t>Ultima frase do slide e a mais importante: sem encoder confiavel nao ha</a:t>
            </a:r>
          </a:p>
          <a:p>
            <a:r>
              <a:t>controle. Se o encoder esta em mm e voce acha que esta em m, nenhum ganho de PID</a:t>
            </a:r>
          </a:p>
          <a:p>
            <a:r>
              <a:t>vai salvar. Isso conecta com o lab3 (setDistancePerPulse).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[5:00 - 6:30] VOCABULARIO</a:t>
            </a:r>
          </a:p>
          <a:p/>
          <a:p>
            <a:r>
              <a:t>Use a linha de codigo de cima como ancora - ela e real, do lab5Pid. Aponte com</a:t>
            </a:r>
          </a:p>
          <a:p>
            <a:r>
              <a:t>o dedo cada termo no codigo enquanto fala.</a:t>
            </a:r>
          </a:p>
          <a:p/>
          <a:p>
            <a:r>
              <a:t>Os cinco termos, com exemplo do nosso robo:</a:t>
            </a:r>
          </a:p>
          <a:p>
            <a:r>
              <a:t>- setpoint: distanceSetpoint, em mm</a:t>
            </a:r>
          </a:p>
          <a:p>
            <a:r>
              <a:t>- measurement: getAverageForwardEncoderDistance(), em mm</a:t>
            </a:r>
          </a:p>
          <a:p>
            <a:r>
              <a:t>- erro: a conta que o calculate faz por dentro</a:t>
            </a:r>
          </a:p>
          <a:p>
            <a:r>
              <a:t>- output: o valor que vai para holonomicDrive</a:t>
            </a:r>
          </a:p>
          <a:p>
            <a:r>
              <a:t>- tolerancia: o que faz atSetpoint() virar true</a:t>
            </a:r>
          </a:p>
          <a:p/>
          <a:p>
            <a:r>
              <a:t>O callout vermelho vale ouro: calculate(measurement, setpoint). Muita gente</a:t>
            </a:r>
          </a:p>
          <a:p>
            <a:r>
              <a:t>escreve calculate(setpoint, measurement) por intuicao (alvo primeiro) e o erro</a:t>
            </a:r>
          </a:p>
          <a:p>
            <a:r>
              <a:t>inverte. O sintoma e o robo acelerar para longe do alvo. Peca para checarem no</a:t>
            </a:r>
          </a:p>
          <a:p>
            <a:r>
              <a:t>codigo deles agora - 20 segundos.</a:t>
            </a:r>
          </a:p>
          <a:p/>
          <a:p>
            <a:r>
              <a:t>Se perguntarem: nas versoes recentes do WPILib tambem existe setSetpoint() +</a:t>
            </a:r>
          </a:p>
          <a:p>
            <a:r>
              <a:t>calculate(measurement) com um argumento. Prefira a forma de dois argumentos,</a:t>
            </a:r>
          </a:p>
          <a:p>
            <a:r>
              <a:t>e mais explicita.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[6:30 - 7:30] O DT  [fim do bloco 01]</a:t>
            </a:r>
          </a:p>
          <a:p/>
          <a:p>
            <a:r>
              <a:t>Curto e direto. O objetivo e plantar que I e D dependem do tempo, para que nos</a:t>
            </a:r>
          </a:p>
          <a:p>
            <a:r>
              <a:t>proximos slides eles entendam por que o D e sensivel a ruido e por que um</a:t>
            </a:r>
          </a:p>
          <a:p>
            <a:r>
              <a:t>execute() lento estraga a sintonia.</a:t>
            </a:r>
          </a:p>
          <a:p/>
          <a:p>
            <a:r>
              <a:t>Mostre no lab6 que kDt = 0.02 e passado explicitamente ao</a:t>
            </a:r>
          </a:p>
          <a:p>
            <a:r>
              <a:t>ProfiledPIDController. No PIDController simples (lab5 e lab9) o periodo padrao</a:t>
            </a:r>
          </a:p>
          <a:p>
            <a:r>
              <a:t>tambem e 0.02 - ou seja, ele ASSUME que voce o chama a cada 20 ms. Se voce</a:t>
            </a:r>
          </a:p>
          <a:p>
            <a:r>
              <a:t>chamar de 100 em 100 ms, as contas de I e D ficam erradas.</a:t>
            </a:r>
          </a:p>
          <a:p/>
          <a:p>
            <a:r>
              <a:t>Conexao com a aula anterior: aquele "nao use while dentro do execute()" agora</a:t>
            </a:r>
          </a:p>
          <a:p>
            <a:r>
              <a:t>tem uma segunda justificativa - alem de travar o robo, desafina o controle.</a:t>
            </a:r>
          </a:p>
          <a:p/>
          <a:p>
            <a:r>
              <a:t>PAUSA PARA PERGUNTAS - 30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[7:30] DIVISORIA - BLOCO 02</a:t>
            </a:r>
          </a:p>
          <a:p/>
          <a:p>
            <a:r>
              <a:t>Transicao: "o PID e um reator: ele so age DEPOIS que existe erro. Isso e a</a:t>
            </a:r>
          </a:p>
          <a:p>
            <a:r>
              <a:t>forca e a limitacao dele - vamos ver as duas."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[7:30 - 9:30] O TERMO P</a:t>
            </a:r>
          </a:p>
          <a:p/>
          <a:p>
            <a:r>
              <a:t>Comece pela conta: saida = kP * erro. Uma multiplicacao. E so isso.</a:t>
            </a:r>
          </a:p>
          <a:p/>
          <a:p>
            <a:r>
              <a:t>Leia o grafico com a turma, curva por curva:</a:t>
            </a:r>
          </a:p>
          <a:p>
            <a:r>
              <a:t>- azul (kP baixo): sobe devagar e ainda nao chegou em 3 s. Na pista isso e o</a:t>
            </a:r>
          </a:p>
          <a:p>
            <a:r>
              <a:t>  robo "morrendo" a 5 cm do alvo.</a:t>
            </a:r>
          </a:p>
          <a:p>
            <a:r>
              <a:t>- verde (ajustado): chega rapido, passa um tiquinho e assenta.</a:t>
            </a:r>
          </a:p>
          <a:p>
            <a:r>
              <a:t>- vermelha (kP alto): dispara, passa do alvo, volta, passa de novo. Esse e o</a:t>
            </a:r>
          </a:p>
          <a:p>
            <a:r>
              <a:t>  robo que "treme" ou bate e volta.</a:t>
            </a:r>
          </a:p>
          <a:p/>
          <a:p>
            <a:r>
              <a:t>Numero concreto do lab6: kP = 0.05 com erro em MILIMETROS. Se o alvo esta a</a:t>
            </a:r>
          </a:p>
          <a:p>
            <a:r>
              <a:t>500 mm, a saida e 0.05*500 = 25. O motor aceita no maximo 1.0 - ou seja, satura</a:t>
            </a:r>
          </a:p>
          <a:p>
            <a:r>
              <a:t>25x. O robo sai com potencia maxima e o PID so comeca a "controlar" quando</a:t>
            </a:r>
          </a:p>
          <a:p>
            <a:r>
              <a:t>falta 20 mm. Pergunte: "isso e bug?" Resposta: nao necessariamente, mas</a:t>
            </a:r>
          </a:p>
          <a:p>
            <a:r>
              <a:t>significa que na pratica voce tem controle so no finalzinho - e e exatamente</a:t>
            </a:r>
          </a:p>
          <a:p>
            <a:r>
              <a:t>esse problema que o motion profile resolve (bloco 04). Deixe o gancho.</a:t>
            </a:r>
          </a:p>
          <a:p/>
          <a:p>
            <a:r>
              <a:t>Fale da unidade: o mesmo robo com encoder em metros precisaria de kP = 50 para</a:t>
            </a:r>
          </a:p>
          <a:p>
            <a:r>
              <a:t>o mesmo efeito. O ganho nao tem significado sozinho - ele depende da unidade do</a:t>
            </a:r>
          </a:p>
          <a:p>
            <a:r>
              <a:t>erro e da escala da saida.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[9:30 - 11:00] O TERMO I</a:t>
            </a:r>
          </a:p>
          <a:p/>
          <a:p>
            <a:r>
              <a:t>Monte o cenario do grafico: existe um atrito constante empurrando contra. Com P</a:t>
            </a:r>
          </a:p>
          <a:p>
            <a:r>
              <a:t>puro, chega um ponto em que kP*erro fica pequeno demais para vencer o atrito -</a:t>
            </a:r>
          </a:p>
          <a:p>
            <a:r>
              <a:t>o robo PARA ANTES e fica la. Esse e o erro de regime (steady-state error).</a:t>
            </a:r>
          </a:p>
          <a:p/>
          <a:p>
            <a:r>
              <a:t>- vermelha: P puro, estaciona em 0,88 do alvo. Para sempre.</a:t>
            </a:r>
          </a:p>
          <a:p>
            <a:r>
              <a:t>- verde: kI pequeno, acumula devagar e empurra ate chegar.</a:t>
            </a:r>
          </a:p>
          <a:p>
            <a:r>
              <a:t>- ambar: kI grande, acumula demais, passa do alvo e precisa voltar.</a:t>
            </a:r>
          </a:p>
          <a:p/>
          <a:p>
            <a:r>
              <a:t>Analogia do windup: e como pisar no acelerador com o carro preso na lama. Voce</a:t>
            </a:r>
          </a:p>
          <a:p>
            <a:r>
              <a:t>vai afundando o pe (a soma cresce). Quando a roda agarra, o carro sai voando.</a:t>
            </a:r>
          </a:p>
          <a:p/>
          <a:p>
            <a:r>
              <a:t>Regra que eu recomendo para a turma: comecem com kI = 0. Todos os tres labs do</a:t>
            </a:r>
          </a:p>
          <a:p>
            <a:r>
              <a:t>nosso repositorio usam kI = 0 (lab5 e lab6) ou 0.001 (lab9) - e no bloco 03 vou</a:t>
            </a:r>
          </a:p>
          <a:p>
            <a:r>
              <a:t>mostrar que aquele kI do lab9 esta fazendo o trabalho que o FEEDFORWARD faria</a:t>
            </a:r>
          </a:p>
          <a:p>
            <a:r>
              <a:t>melhor. Deixe o gancho.</a:t>
            </a:r>
          </a:p>
          <a:p/>
          <a:p>
            <a:r>
              <a:t>Se kI for necessario: limite com setIntegratorRange e zere no initialize().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[11:00 - 12:30] O TERMO D</a:t>
            </a:r>
          </a:p>
          <a:p/>
          <a:p>
            <a:r>
              <a:t>A ideia em uma frase: "P olha ONDE voce esta, D olha PARA ONDE voce esta</a:t>
            </a:r>
          </a:p>
          <a:p>
            <a:r>
              <a:t>indo."</a:t>
            </a:r>
          </a:p>
          <a:p/>
          <a:p>
            <a:r>
              <a:t>Analogia do motorista: voce freia antes do semaforo nao porque ja chegou, mas</a:t>
            </a:r>
          </a:p>
          <a:p>
            <a:r>
              <a:t>porque esta chegando rapido. Isso e o D.</a:t>
            </a:r>
          </a:p>
          <a:p/>
          <a:p>
            <a:r>
              <a:t>Leia o grafico: mesma curva vermelha agressiva do slide do P; adicionando kD a</a:t>
            </a:r>
          </a:p>
          <a:p>
            <a:r>
              <a:t>oscilacao desaparece e a chegada fica limpa. Esse e o uso legitimo do D -</a:t>
            </a:r>
          </a:p>
          <a:p>
            <a:r>
              <a:t>permitir um kP maior.</a:t>
            </a:r>
          </a:p>
          <a:p/>
          <a:p>
            <a:r>
              <a:t>O lado ruim, e importante: D = variacao do erro dividida pelo dt. Com dt = 0.02</a:t>
            </a:r>
          </a:p>
          <a:p>
            <a:r>
              <a:t>isso e MULTIPLICAR POR 50. Se o encoder der um pulso espurio, o D transforma</a:t>
            </a:r>
          </a:p>
          <a:p>
            <a:r>
              <a:t>isso num pico de saida. Em robo de competicao, com encoder barato e vibracao,</a:t>
            </a:r>
          </a:p>
          <a:p>
            <a:r>
              <a:t>D grande e fonte de tremor.</a:t>
            </a:r>
          </a:p>
          <a:p/>
          <a:p>
            <a:r>
              <a:t>Diga o que os nossos labs fazem: kD = 0 em todos. E esta certo - o problema</a:t>
            </a:r>
          </a:p>
          <a:p>
            <a:r>
              <a:t>deles nao era amortecimento. Ensine a sequencia: P primeiro, D so se precisar,</a:t>
            </a:r>
          </a:p>
          <a:p>
            <a:r>
              <a:t>I so se sobrar erro.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[12:30 - 14:00] API DO PIDCONTROLLER</a:t>
            </a:r>
          </a:p>
          <a:p/>
          <a:p>
            <a:r>
              <a:t>Este e o slide de consulta do bloco. Peca para fotografarem.</a:t>
            </a:r>
          </a:p>
          <a:p/>
          <a:p>
            <a:r>
              <a:t>Comente cada ponto com o porque:</a:t>
            </a:r>
          </a:p>
          <a:p>
            <a:r>
              <a:t>1. criar no CONSTRUTOR, nao no execute(). Criar no execute joga fora a memoria</a:t>
            </a:r>
          </a:p>
          <a:p>
            <a:r>
              <a:t>   do I e do D a cada 20 ms - o controlador nunca aprende nada.</a:t>
            </a:r>
          </a:p>
          <a:p>
            <a:r>
              <a:t>2. setTolerance: sem ela, atSetpoint() usa a tolerancia default e normalmente</a:t>
            </a:r>
          </a:p>
          <a:p>
            <a:r>
              <a:t>   nunca fica true (ou fica true cedo demais). O lab6 usa setTolerance(5, 10) -</a:t>
            </a:r>
          </a:p>
          <a:p>
            <a:r>
              <a:t>   5 mm de posicao e 10 mm/s de velocidade. A segunda parte e o que evita dar</a:t>
            </a:r>
          </a:p>
          <a:p>
            <a:r>
              <a:t>   "cheguei" passando a 300 mm/s pelo alvo.</a:t>
            </a:r>
          </a:p>
          <a:p>
            <a:r>
              <a:t>3. enableContinuousInput: para o Turn(). Sem isso, para girar de 170 para -170</a:t>
            </a:r>
          </a:p>
          <a:p>
            <a:r>
              <a:t>   (20 graus de distancia) o PID tenta dar a volta de 340. Nosso Turn do lab5</a:t>
            </a:r>
          </a:p>
          <a:p>
            <a:r>
              <a:t>   nem usa PID ainda - oportunidade de melhoria para a turma.</a:t>
            </a:r>
          </a:p>
          <a:p>
            <a:r>
              <a:t>4. reset() no initialize: obrigatorio. Senao o comando comeca com a integral do</a:t>
            </a:r>
          </a:p>
          <a:p>
            <a:r>
              <a:t>   uso anterior.</a:t>
            </a:r>
          </a:p>
          <a:p>
            <a:r>
              <a:t>5. calculate uma vez por ciclo. Chamar duas vezes no mesmo ciclo corrompe o D.</a:t>
            </a:r>
          </a:p>
          <a:p>
            <a:r>
              <a:t>6. atSetpoint no isFinished.</a:t>
            </a:r>
          </a:p>
          <a:p/>
          <a:p>
            <a:r>
              <a:t>A nota de versao evita frustracao: a documentacao online e de 2024+, o nosso</a:t>
            </a:r>
          </a:p>
          <a:p>
            <a:r>
              <a:t>repo e 2020. Mesma API, pacote diferente.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[14:00 - 15:30] CODIGO REAL: lab5Pid</a:t>
            </a:r>
          </a:p>
          <a:p/>
          <a:p>
            <a:r>
              <a:t>Abra o arquivo no VS Code ao lado do slide. Leia de cima para baixo.</a:t>
            </a:r>
          </a:p>
          <a:p/>
          <a:p>
            <a:r>
              <a:t>Elogie o que esta bom no codigo (e esta):</a:t>
            </a:r>
          </a:p>
          <a:p>
            <a:r>
              <a:t>- ganhos como campo, faceis de mexer</a:t>
            </a:r>
          </a:p>
          <a:p>
            <a:r>
              <a:t>- reset() e setTolerance() no initialize</a:t>
            </a:r>
          </a:p>
          <a:p>
            <a:r>
              <a:t>- publica medicao E setpoint no SmartDashboard - sem isso nao se sintoniza nada</a:t>
            </a:r>
          </a:p>
          <a:p>
            <a:r>
              <a:t>- isFinished delegado ao atSetpoint()</a:t>
            </a:r>
          </a:p>
          <a:p/>
          <a:p>
            <a:r>
              <a:t>Agora os pontos de atencao, honestamente:</a:t>
            </a:r>
          </a:p>
          <a:p>
            <a:r>
              <a:t>1. setTolerance(5) com um argumento: define so a tolerancia de POSICAO. O robo</a:t>
            </a:r>
          </a:p>
          <a:p>
            <a:r>
              <a:t>   pode declarar "cheguei" passando voando pelo alvo. O lab6 corrige isso com</a:t>
            </a:r>
          </a:p>
          <a:p>
            <a:r>
              <a:t>   setTolerance(5, 10).</a:t>
            </a:r>
          </a:p>
          <a:p>
            <a:r>
              <a:t>2. kP = 0.05 com erro em mm satura o motor (vimos no slide do P). Funciona, mas</a:t>
            </a:r>
          </a:p>
          <a:p>
            <a:r>
              <a:t>   o controle real so acontece no fim do percurso.</a:t>
            </a:r>
          </a:p>
          <a:p>
            <a:r>
              <a:t>3. O parametro chama "milimetro" - bom, a unidade esta no nome. Comparem com o</a:t>
            </a:r>
          </a:p>
          <a:p>
            <a:r>
              <a:t>   lab3, onde o mesmo comando recebia METROS. Trocar de lab e trocar de unidade:</a:t>
            </a:r>
          </a:p>
          <a:p>
            <a:r>
              <a:t>   e exatamente assim que nasce o bug de 1000x.</a:t>
            </a:r>
          </a:p>
          <a:p/>
          <a:p>
            <a:r>
              <a:t>Peca para rodarem na bancada com o robo suspenso e olharem as duas curvas no</a:t>
            </a:r>
          </a:p>
          <a:p>
            <a:r>
              <a:t>SmartDashboard.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[15:30 - 17:00] CODIGO REAL: lab9 (PID de velocidade)</a:t>
            </a:r>
          </a:p>
          <a:p/>
          <a:p>
            <a:r>
              <a:t>Diferenca conceitual que precisa ficar clara: o lab5 fecha a malha de POSICAO</a:t>
            </a:r>
          </a:p>
          <a:p>
            <a:r>
              <a:t>(quero estar em 500 mm); o lab9 fecha a malha de VELOCIDADE (quero girar a 100</a:t>
            </a:r>
          </a:p>
          <a:p>
            <a:r>
              <a:t>RPM). Mesmo PIDController, grandezas diferentes.</a:t>
            </a:r>
          </a:p>
          <a:p/>
          <a:p>
            <a:r>
              <a:t>Mostre a conta do ganho: erro maximo possivel = 150 RPM. 150 * 0.005 = 0.75 de</a:t>
            </a:r>
          </a:p>
          <a:p>
            <a:r>
              <a:t>saida. Ou seja, o kP do lab9 esta numa escala sensata - diferente do kP do lab5,</a:t>
            </a:r>
          </a:p>
          <a:p>
            <a:r>
              <a:t>que satura. Esse contraste ensina melhor que qualquer regra: o valor do ganho so</a:t>
            </a:r>
          </a:p>
          <a:p>
            <a:r>
              <a:t>faz sentido junto com a unidade do erro.</a:t>
            </a:r>
          </a:p>
          <a:p/>
          <a:p>
            <a:r>
              <a:t>Por que fechar em velocidade e tao util em holonomico: se uma roda derrapa, ela</a:t>
            </a:r>
          </a:p>
          <a:p>
            <a:r>
              <a:t>gira mais rapido que o comandado e a trajetoria abre. Com PID de velocidade, a</a:t>
            </a:r>
          </a:p>
          <a:p>
            <a:r>
              <a:t>roda que derrapa recebe menos potencia e as tres voltam a concordar.</a:t>
            </a:r>
          </a:p>
          <a:p/>
          <a:p>
            <a:r>
              <a:t>O callout ambar e a ponte para o proximo bloco. Diga: "guardem esse kI = 0.001.</a:t>
            </a:r>
          </a:p>
          <a:p>
            <a:r>
              <a:t>Ele e um feedforward improvisado. No bloco 3 voces vao ver o jeito certo."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[17:00 - 18:30] RECEITA DE SINTONIA</a:t>
            </a:r>
          </a:p>
          <a:p/>
          <a:p>
            <a:r>
              <a:t>Este e o slide mais pratico da aula. Insista na ORDEM. A maioria dos times mexe</a:t>
            </a:r>
          </a:p>
          <a:p>
            <a:r>
              <a:t>nos tres ganhos ao mesmo tempo e nunca sabe o que causou o que.</a:t>
            </a:r>
          </a:p>
          <a:p/>
          <a:p>
            <a:r>
              <a:t>Detalhe o passo 2, que e onde esta o aprendizado: dobrar o kP a cada tentativa</a:t>
            </a:r>
          </a:p>
          <a:p>
            <a:r>
              <a:t>(0.001, 0.002, 0.004, 0.008...) e muito mais rapido que somar de pouquinho. O</a:t>
            </a:r>
          </a:p>
          <a:p>
            <a:r>
              <a:t>objetivo e ACHAR a oscilacao de proposito, e depois recuar. Quem nunca viu o</a:t>
            </a:r>
          </a:p>
          <a:p>
            <a:r>
              <a:t>robo oscilar nao sabe onde esta o limite.</a:t>
            </a:r>
          </a:p>
          <a:p/>
          <a:p>
            <a:r>
              <a:t>Passo 5 e o que separa equipe de competicao de equipe de bancada: valide com</a:t>
            </a:r>
          </a:p>
          <a:p>
            <a:r>
              <a:t>bateria descarregada. O PID com kP generoso compensa bateria fraca; malha aberta</a:t>
            </a:r>
          </a:p>
          <a:p>
            <a:r>
              <a:t>nao.</a:t>
            </a:r>
          </a:p>
          <a:p/>
          <a:p>
            <a:r>
              <a:t>Dica de registro: uma tabela no caderno com kP / kI / kD / o que aconteceu. Em</a:t>
            </a:r>
          </a:p>
          <a:p>
            <a:r>
              <a:t>WorldSkills, voce vai precisar reproduzir o ajuste depois de um reset.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[18:30 - 19:30] SINTOMA -&gt; ACAO</a:t>
            </a:r>
          </a:p>
          <a:p/>
          <a:p>
            <a:r>
              <a:t>Nao leia a tabela inteira. Escolha 3 linhas e peca a turma para dizer se ja</a:t>
            </a:r>
          </a:p>
          <a:p>
            <a:r>
              <a:t>viveram aquilo. As mais comuns na nossa bancada:</a:t>
            </a:r>
          </a:p>
          <a:p/>
          <a:p>
            <a:r>
              <a:t>1. "para antes do alvo" - o classico. Explique que aumentar kP ate resolver</a:t>
            </a:r>
          </a:p>
          <a:p>
            <a:r>
              <a:t>   costuma trazer oscilacao, e que a solucao elegante e feedforward (bloco 3).</a:t>
            </a:r>
          </a:p>
          <a:p>
            <a:r>
              <a:t>2. "chega rapido e depois foge" - sinal invertido. Pode ser a ordem dos</a:t>
            </a:r>
          </a:p>
          <a:p>
            <a:r>
              <a:t>   argumentos do calculate OU o encoder invertido OU o sinal do holonomicDrive.</a:t>
            </a:r>
          </a:p>
          <a:p>
            <a:r>
              <a:t>   Lembre que no nosso codigo o "para frente" e holonomicDrive(0, -speed, 0) -</a:t>
            </a:r>
          </a:p>
          <a:p>
            <a:r>
              <a:t>   com MENOS. Quem copiar sem o sinal vai ver o robo fugir.</a:t>
            </a:r>
          </a:p>
          <a:p>
            <a:r>
              <a:t>3. "diz cheguei passando voando" - tolerancia so de posicao. E o bug sutil do</a:t>
            </a:r>
          </a:p>
          <a:p>
            <a:r>
              <a:t>   lab5 que mencionei.</a:t>
            </a:r>
          </a:p>
          <a:p/>
          <a:p>
            <a:r>
              <a:t>Deixe a tabela como material de consulta. Diga que ela vale mais no dia da</a:t>
            </a:r>
          </a:p>
          <a:p>
            <a:r>
              <a:t>prova do que a teoria toda.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[19:30 - 20:30] ARMADILHAS DO PID  [fim do bloco 02]</a:t>
            </a:r>
          </a:p>
          <a:p/>
          <a:p>
            <a:r>
              <a:t>Seis itens, escolha 3 para comentar com historia.</a:t>
            </a:r>
          </a:p>
          <a:p/>
          <a:p>
            <a:r>
              <a:t>O #1 e o mais traicoeiro para quem vem do Command-Based: a pessoa escreve</a:t>
            </a:r>
          </a:p>
          <a:p>
            <a:r>
              <a:t>new PIDController dentro do execute() porque "e ali que eu uso". O resultado e</a:t>
            </a:r>
          </a:p>
          <a:p>
            <a:r>
              <a:t>um P puro disfarcado - o I e o D nascem zerados 50 vezes por segundo. O codigo</a:t>
            </a:r>
          </a:p>
          <a:p>
            <a:r>
              <a:t>roda, o robo quase funciona, e ninguem entende por que o I nao faz nada.</a:t>
            </a:r>
          </a:p>
          <a:p/>
          <a:p>
            <a:r>
              <a:t>O #5 acontece quando a pessoa publica a saida no SmartDashboard chamando</a:t>
            </a:r>
          </a:p>
          <a:p>
            <a:r>
              <a:t>calculate() de novo: SmartDashboard.putNumber("saida", pid.calculate(...)).</a:t>
            </a:r>
          </a:p>
          <a:p>
            <a:r>
              <a:t>Guarde em variavel e publique a variavel.</a:t>
            </a:r>
          </a:p>
          <a:p/>
          <a:p>
            <a:r>
              <a:t>Feche com o teste de 10 segundos do callout - e o habito mais barato que eles</a:t>
            </a:r>
          </a:p>
          <a:p>
            <a:r>
              <a:t>podem adquirir hoje.</a:t>
            </a:r>
          </a:p>
          <a:p/>
          <a:p>
            <a:r>
              <a:t>PAUSA PARA PERGUNTAS - 1 minuto. Pergunta boa para provocar: "o PID consegue</a:t>
            </a:r>
          </a:p>
          <a:p>
            <a:r>
              <a:t>saber que o robo esta pesado hoje?" Resposta: nao, ele so descobre DEPOIS do</a:t>
            </a:r>
          </a:p>
          <a:p>
            <a:r>
              <a:t>erro aparecer. E a deixa perfeita para o feedforward.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[20:30] DIVISORIA - BLOCO 03</a:t>
            </a:r>
          </a:p>
          <a:p/>
          <a:p>
            <a:r>
              <a:t>Transicao, usando a resposta da pergunta anterior: "o PID so sabe que o robo</a:t>
            </a:r>
          </a:p>
          <a:p>
            <a:r>
              <a:t>esta pesado depois que ele atrasa. O feedforward sabe ANTES, porque ele conhece</a:t>
            </a:r>
          </a:p>
          <a:p>
            <a:r>
              <a:t>o motor."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[20:30 - 22:00] A IDEIA DO FEEDFORWARD</a:t>
            </a:r>
          </a:p>
          <a:p/>
          <a:p>
            <a:r>
              <a:t>Analogia que funciona: subir uma ladeira de bicicleta.</a:t>
            </a:r>
          </a:p>
          <a:p>
            <a:r>
              <a:t>- Quem so usa PID: comeca a subida na mesma marcha, perde velocidade, SENTE que</a:t>
            </a:r>
          </a:p>
          <a:p>
            <a:r>
              <a:t>  perdeu, e so entao pedala mais forte.</a:t>
            </a:r>
          </a:p>
          <a:p>
            <a:r>
              <a:t>- Quem usa feedforward: ve a ladeira, troca a marcha ANTES de perder</a:t>
            </a:r>
          </a:p>
          <a:p>
            <a:r>
              <a:t>  velocidade. Ele conhece o sistema.</a:t>
            </a:r>
          </a:p>
          <a:p/>
          <a:p>
            <a:r>
              <a:t>Mostre que a conta do feedforward e trivial: se eu sei que 0,7 de saida da 100</a:t>
            </a:r>
          </a:p>
          <a:p>
            <a:r>
              <a:t>RPM nesse robo, e eu quero 100 RPM, eu mando 0,7. Fim. Nao preciso de erro</a:t>
            </a:r>
          </a:p>
          <a:p>
            <a:r>
              <a:t>para isso.</a:t>
            </a:r>
          </a:p>
          <a:p/>
          <a:p>
            <a:r>
              <a:t>Insista na divisao de trabalho (callout): o feedforward nao substitui o PID. Ele</a:t>
            </a:r>
          </a:p>
          <a:p>
            <a:r>
              <a:t>tira do PID o trabalho pesado e previsivel, deixando o PID so com o imprevisto.</a:t>
            </a:r>
          </a:p>
          <a:p>
            <a:r>
              <a:t>Com isso o PID pode ter ganho menor - e ganho menor significa menos oscilacao.</a:t>
            </a:r>
          </a:p>
          <a:p/>
          <a:p>
            <a:r>
              <a:t>Frase para fixar: "feedforward e o que voce SABE; PID e o que voce DESCOBRE."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[22:00 - 23:30] kS, kV, kA</a:t>
            </a:r>
          </a:p>
          <a:p/>
          <a:p>
            <a:r>
              <a:t>Escreva a equacao no quadro e traduza termo por termo:</a:t>
            </a:r>
          </a:p>
          <a:p>
            <a:r>
              <a:t>saida = kS*sinal(v) + kV*v + kA*a</a:t>
            </a:r>
          </a:p>
          <a:p/>
          <a:p>
            <a:r>
              <a:t>- kS: o empurrao inicial. Todo motor tem uma zona morta: abaixo de uma certa</a:t>
            </a:r>
          </a:p>
          <a:p>
            <a:r>
              <a:t>  saida ele nem gira. Isso e atrito estatico.</a:t>
            </a:r>
          </a:p>
          <a:p>
            <a:r>
              <a:t>- kV: o termo principal. Em regime, velocidade constante, a saida e</a:t>
            </a:r>
          </a:p>
          <a:p>
            <a:r>
              <a:t>  proporcional a velocidade. Esse e o conhecimento que o PID tem que descobrir</a:t>
            </a:r>
          </a:p>
          <a:p>
            <a:r>
              <a:t>  na marra toda vez.</a:t>
            </a:r>
          </a:p>
          <a:p>
            <a:r>
              <a:t>- kA: so importa durante a aceleracao. Em robo pequeno, com perfil suave, pode</a:t>
            </a:r>
          </a:p>
          <a:p>
            <a:r>
              <a:t>  comecar com zero.</a:t>
            </a:r>
          </a:p>
          <a:p/>
          <a:p>
            <a:r>
              <a:t>A tabela de baixo e o que eu quero que eles facam na pratica. Medir kS e kV leva</a:t>
            </a:r>
          </a:p>
          <a:p>
            <a:r>
              <a:t>5 minutos com o robo suspenso e o SmartDashboard aberto:</a:t>
            </a:r>
          </a:p>
          <a:p>
            <a:r>
              <a:t>- kS: 0.01, 0.02, 0.03... anote o valor em que a roda comeca a girar.</a:t>
            </a:r>
          </a:p>
          <a:p>
            <a:r>
              <a:t>- kV: mande 0.5, espere estabilizar, leia o RPM. Divida.</a:t>
            </a:r>
          </a:p>
          <a:p/>
          <a:p>
            <a:r>
              <a:t>Dica: facam isso para as tres rodas. Se os valores sairem muito diferentes, voces</a:t>
            </a:r>
          </a:p>
          <a:p>
            <a:r>
              <a:t>descobriram um problema mecanico - e isso vale mais que qualquer ganho de 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[23:30 - 25:30] SIMPLEMOTORFEEDFORWARD</a:t>
            </a:r>
          </a:p>
          <a:p/>
          <a:p>
            <a:r>
              <a:t>Mostre como e simples: criar com tres numeros, chamar calculate. Nao tem reset,</a:t>
            </a:r>
          </a:p>
          <a:p>
            <a:r>
              <a:t>nao tem memoria, nao tem o que desafinar. E uma conta.</a:t>
            </a:r>
          </a:p>
          <a:p/>
          <a:p>
            <a:r>
              <a:t>O ponto que exige atencao de verdade e a UNIDADE, e vale parar aqui:</a:t>
            </a:r>
          </a:p>
          <a:p>
            <a:r>
              <a:t>- A documentacao da WPILib trabalha em VOLTS, porque o jeito certo e usar</a:t>
            </a:r>
          </a:p>
          <a:p>
            <a:r>
              <a:t>  setVoltage() num motor controller compatível.</a:t>
            </a:r>
          </a:p>
          <a:p>
            <a:r>
              <a:t>- Os nossos Titan.Motor usam .set() com fracao de -1 a 1.</a:t>
            </a:r>
          </a:p>
          <a:p>
            <a:r>
              <a:t>- Logo: ou voce mede kS e kV ja em fracao de saida (o que eu recomendo para a</a:t>
            </a:r>
          </a:p>
          <a:p>
            <a:r>
              <a:t>  nossa bancada), ou voce mede em volts e divide por 12 na hora de usar.</a:t>
            </a:r>
          </a:p>
          <a:p>
            <a:r>
              <a:t>Escolha uma convencao, escreva no comentario do Constants, e nunca mais misture.</a:t>
            </a:r>
          </a:p>
          <a:p/>
          <a:p>
            <a:r>
              <a:t>Se perguntarem por que dividir por getBatteryVoltage() e nao por 12 fixo:</a:t>
            </a:r>
          </a:p>
          <a:p>
            <a:r>
              <a:t>porque com a bateria caindo, 0.5 de saida entrega menos tensao. Usar a tensao</a:t>
            </a:r>
          </a:p>
          <a:p>
            <a:r>
              <a:t>real da bateria e mais preciso. Para a nossa escala, 12 fixo ja resolve.</a:t>
            </a:r>
          </a:p>
          <a:p/>
          <a:p>
            <a:r>
              <a:t>Mencione maxAchievableVelocity como gancho para o bloco 04: ele responde</a:t>
            </a:r>
          </a:p>
          <a:p>
            <a:r>
              <a:t>"quanto de velocidade maxima eu posso pedir ao perfil sem saturar o motor?"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[25:30 - 27:30] FF + PID JUNTOS</a:t>
            </a:r>
          </a:p>
          <a:p/>
          <a:p>
            <a:r>
              <a:t>Este e o slide-chave do bloco. Leia o grafico com calma.</a:t>
            </a:r>
          </a:p>
          <a:p/>
          <a:p>
            <a:r>
              <a:t>A curva ambar e o que o feedforward manda: sobe durante a aceleracao, fica</a:t>
            </a:r>
          </a:p>
          <a:p>
            <a:r>
              <a:t>estavel no cruzeiro, cai na frenagem. Ela tem a FORMA do movimento - porque ela</a:t>
            </a:r>
          </a:p>
          <a:p>
            <a:r>
              <a:t>e calculada a partir do movimento desejado.</a:t>
            </a:r>
          </a:p>
          <a:p/>
          <a:p>
            <a:r>
              <a:t>A curva azul e o PID. Olhe o tamanho: ela vive perto de zero, com pequenos</a:t>
            </a:r>
          </a:p>
          <a:p>
            <a:r>
              <a:t>solavancos nas trocas de fase (onde o modelo erra mais). Isso e um sistema</a:t>
            </a:r>
          </a:p>
          <a:p>
            <a:r>
              <a:t>saudavel.</a:t>
            </a:r>
          </a:p>
          <a:p/>
          <a:p>
            <a:r>
              <a:t>Lembrete de honestidade: a curva do PID aqui e ilustrativa - serve para mostrar</a:t>
            </a:r>
          </a:p>
          <a:p>
            <a:r>
              <a:t>a ESCALA relativa, nao e medicao do nosso robo. A curva do feedforward, essa e</a:t>
            </a:r>
          </a:p>
          <a:p>
            <a:r>
              <a:t>calculada com o perfil real do lab6.</a:t>
            </a:r>
          </a:p>
          <a:p/>
          <a:p>
            <a:r>
              <a:t>Diagnostico pratico que eles podem levar: publique as duas parcelas no</a:t>
            </a:r>
          </a:p>
          <a:p>
            <a:r>
              <a:t>SmartDashboard, separadas. Se a correcao do PID for do mesmo tamanho do</a:t>
            </a:r>
          </a:p>
          <a:p>
            <a:r>
              <a:t>feedforward, o seu kS/kV esta errado. Essa dica sozinha vale a aula.</a:t>
            </a:r>
          </a:p>
          <a:p/>
          <a:p>
            <a:r>
              <a:t>Sobre a soma: nada de magica, e um "+". A ordem nao importa, a conta e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[27:30 - 29:00] ELEVADOR E BRACO</a:t>
            </a:r>
          </a:p>
          <a:p/>
          <a:p>
            <a:r>
              <a:t>O nosso robo e holonomico e nao tem elevador - entao trate este slide como</a:t>
            </a:r>
          </a:p>
          <a:p>
            <a:r>
              <a:t>PREPARACAO: na prova de WorldSkills, mecanismo vertical aparece (garra que sobe,</a:t>
            </a:r>
          </a:p>
          <a:p>
            <a:r>
              <a:t>torre, braco).</a:t>
            </a:r>
          </a:p>
          <a:p/>
          <a:p>
            <a:r>
              <a:t>Explique o kG com o gesto: segure um objeto parado no ar com a mao. Voce esta</a:t>
            </a:r>
          </a:p>
          <a:p>
            <a:r>
              <a:t>fazendo forca, mesmo sem movimento. Essa forca e o kG. O PID puro nao sabe</a:t>
            </a:r>
          </a:p>
          <a:p>
            <a:r>
              <a:t>disso - ele so comeca a segurar depois que o elevador CAI um pouco (o erro).</a:t>
            </a:r>
          </a:p>
          <a:p>
            <a:r>
              <a:t>Resultado: o mecanismo "afunda" e corrige, afunda e corrige.</a:t>
            </a:r>
          </a:p>
          <a:p/>
          <a:p>
            <a:r>
              <a:t>ArmFeedforward e mais sutil: o peso que o motor sente depende do angulo. Braco</a:t>
            </a:r>
          </a:p>
          <a:p>
            <a:r>
              <a:t>esticado na horizontal = torque maximo. Braco apontando para cima = quase zero.</a:t>
            </a:r>
          </a:p>
          <a:p>
            <a:r>
              <a:t>E por isso que o termo e kCos * cos(angulo) - e por isso que o calculate do</a:t>
            </a:r>
          </a:p>
          <a:p>
            <a:r>
              <a:t>braco pede o ANGULO como primeiro argumento, em RADIANOS.</a:t>
            </a:r>
          </a:p>
          <a:p/>
          <a:p>
            <a:r>
              <a:t>Alerta pratico: radianos, nao graus. Use Math.toRadians() se o seu sensor</a:t>
            </a:r>
          </a:p>
          <a:p>
            <a:r>
              <a:t>reporta graus.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[29:00 - 31:00] O QUE FALTA NO NOSSO REPO  [fim do bloco 03]</a:t>
            </a:r>
          </a:p>
          <a:p/>
          <a:p>
            <a:r>
              <a:t>Seja transparente: nenhum dos nossos labs usa as classes de feedforward. Nao e</a:t>
            </a:r>
          </a:p>
          <a:p>
            <a:r>
              <a:t>erro - e etapa nao cumprida. E o proximo passo natural do repositorio.</a:t>
            </a:r>
          </a:p>
          <a:p/>
          <a:p>
            <a:r>
              <a:t>Retome o kI = 0.001 do lab9 que ficou pendurado no bloco 02. Agora a turma tem</a:t>
            </a:r>
          </a:p>
          <a:p>
            <a:r>
              <a:t>vocabulario para entender: aquele kI esta DESCOBRINDO, a cada acionamento, uma</a:t>
            </a:r>
          </a:p>
          <a:p>
            <a:r>
              <a:t>informacao que e sempre a mesma (o atrito da roda). Feedforward guarda essa</a:t>
            </a:r>
          </a:p>
          <a:p>
            <a:r>
              <a:t>informacao numa constante.</a:t>
            </a:r>
          </a:p>
          <a:p/>
          <a:p>
            <a:r>
              <a:t>Compare os dois lados do slide e deixe os tres problemas do kI explicitos:</a:t>
            </a:r>
          </a:p>
          <a:p>
            <a:r>
              <a:t>demora, windup, e redescoberta.</a:t>
            </a:r>
          </a:p>
          <a:p/>
          <a:p>
            <a:r>
              <a:t>A ordem de implantacao do callout e o roteiro de laboratorio. Se houver robo e</a:t>
            </a:r>
          </a:p>
          <a:p>
            <a:r>
              <a:t>tempo, isso e um otimo exercicio de 20 minutos depois da aula.</a:t>
            </a:r>
          </a:p>
          <a:p/>
          <a:p>
            <a:r>
              <a:t>Aviso de unidade (importante): nessa proposta kS e kV estao em FRACAO DE SAIDA,</a:t>
            </a:r>
          </a:p>
          <a:p>
            <a:r>
              <a:t>nao em volts, porque Titan.Motor.set() recebe fracao. Documentem isso no</a:t>
            </a:r>
          </a:p>
          <a:p>
            <a:r>
              <a:t>comentario do Constants - e o tipo de detalhe que faz o proximo aluno perder uma</a:t>
            </a:r>
          </a:p>
          <a:p>
            <a:r>
              <a:t>tarde.</a:t>
            </a:r>
          </a:p>
          <a:p/>
          <a:p>
            <a:r>
              <a:t>PAUSA PARA PERGUNTAS - 1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[31:00] DIVISORIA - BLOCO 04</a:t>
            </a:r>
          </a:p>
          <a:p/>
          <a:p>
            <a:r>
              <a:t>Transicao: "ate agora a gente melhorou o CONTROLADOR. Agora vamos melhorar o</a:t>
            </a:r>
          </a:p>
          <a:p>
            <a:r>
              <a:t>PEDIDO. Porque boa parte do problema nao e o controlador ruim - e o pedido</a:t>
            </a:r>
          </a:p>
          <a:p>
            <a:r>
              <a:t>impossivel."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[31:00 - 32:30] O DEGRAU</a:t>
            </a:r>
          </a:p>
          <a:p/>
          <a:p>
            <a:r>
              <a:t>Comece com a encenacao: peca a um aluno para ir INSTANTANEAMENTE ate a parede.</a:t>
            </a:r>
          </a:p>
          <a:p>
            <a:r>
              <a:t>Ele nao consegue - ninguem consegue. Mas e exactamente isso que escrevemos:</a:t>
            </a:r>
          </a:p>
          <a:p>
            <a:r>
              <a:t>"setpoint = 1500" no instante zero.</a:t>
            </a:r>
          </a:p>
          <a:p/>
          <a:p>
            <a:r>
              <a:t>Leia o grafico: a linha vermelha tracejada pula de 0 para 1500 num unico ciclo.</a:t>
            </a:r>
          </a:p>
          <a:p>
            <a:r>
              <a:t>A verde sobe suavemente, chegando ao mesmo lugar em 4,75 s.</a:t>
            </a:r>
          </a:p>
          <a:p/>
          <a:p>
            <a:r>
              <a:t>Conecte com o numero do bloco 02: kP = 0.05 * 1500 mm = 75 de saida. O motor</a:t>
            </a:r>
          </a:p>
          <a:p>
            <a:r>
              <a:t>aceita 1.0. Ou seja, durante quase todo o percurso o controlador esta saturado -</a:t>
            </a:r>
          </a:p>
          <a:p>
            <a:r>
              <a:t>ele nao esta controlando nada, esta so com o pe no fundo. Controle de verdade so</a:t>
            </a:r>
          </a:p>
          <a:p>
            <a:r>
              <a:t>existe no finalzinho.</a:t>
            </a:r>
          </a:p>
          <a:p/>
          <a:p>
            <a:r>
              <a:t>A virada de chave e a frase do callout. Repita: "nao mude o controlador, mude o</a:t>
            </a:r>
          </a:p>
          <a:p>
            <a:r>
              <a:t>alvo." Esse e o conceito de motion profile em uma frase.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[32:30 - 34:00] O QUE E UM MOTION PROFILE</a:t>
            </a:r>
          </a:p>
          <a:p/>
          <a:p>
            <a:r>
              <a:t>Definicao em uma frase: "um motion profile e uma funcao do tempo que diz onde o</a:t>
            </a:r>
          </a:p>
          <a:p>
            <a:r>
              <a:t>robo deveria estar, e com que velocidade, em cada instante."</a:t>
            </a:r>
          </a:p>
          <a:p/>
          <a:p>
            <a:r>
              <a:t>Leia as duas curvas juntas - esse e o ponto didatico:</a:t>
            </a:r>
          </a:p>
          <a:p>
            <a:r>
              <a:t>- a ambar (velocidade) e a que tem a forma de trapezio</a:t>
            </a:r>
          </a:p>
          <a:p>
            <a:r>
              <a:t>- a azul (posicao) e a INTEGRAL dela: sobe devagar, depois reto, depois</a:t>
            </a:r>
          </a:p>
          <a:p>
            <a:r>
              <a:t>  arredonda no fim</a:t>
            </a:r>
          </a:p>
          <a:p>
            <a:r>
              <a:t>Pergunte: "por que a posicao e uma reta no meio?" Resposta: porque a velocidade</a:t>
            </a:r>
          </a:p>
          <a:p>
            <a:r>
              <a:t>e constante ali. E a relacao integral/derivada na pratica - e eles acabaram de</a:t>
            </a:r>
          </a:p>
          <a:p>
            <a:r>
              <a:t>ver no termo I e D do PID.</a:t>
            </a:r>
          </a:p>
          <a:p/>
          <a:p>
            <a:r>
              <a:t>Reforce o callout: perfil nao e controlador. Nao le encoder, nao corrige. Se o</a:t>
            </a:r>
          </a:p>
          <a:p>
            <a:r>
              <a:t>robo travar, o perfil continua tranquilamente contando o tempo e dizendo "voce</a:t>
            </a:r>
          </a:p>
          <a:p>
            <a:r>
              <a:t>deveria estar em 800 mm". Quem percebe o problema e o PID. E por isso que o</a:t>
            </a:r>
          </a:p>
          <a:p>
            <a:r>
              <a:t>profile SEMPRE anda acompanhado.</a:t>
            </a:r>
          </a:p>
          <a:p/>
          <a:p>
            <a:r>
              <a:t>Terceira utilidade, que fecha o bloco 03: a velocidade planejada do perfil e</a:t>
            </a:r>
          </a:p>
          <a:p>
            <a:r>
              <a:t>exactamente o argumento que o feedforward quer receber. Perfil e feedforward sao</a:t>
            </a:r>
          </a:p>
          <a:p>
            <a:r>
              <a:t>melhores amigos.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[34:00 - 35:30] AS TRES FASES</a:t>
            </a:r>
          </a:p>
          <a:p/>
          <a:p>
            <a:r>
              <a:t>Desenhe o trapezio no ar com a mao enquanto fala: sobe, reto, desce.</a:t>
            </a:r>
          </a:p>
          <a:p/>
          <a:p>
            <a:r>
              <a:t>Mostre no grafico as duas linhas verdes verticais - sao as trocas de fase. E a</a:t>
            </a:r>
          </a:p>
          <a:p>
            <a:r>
              <a:t>linha horizontal azul, que e o teto de velocidade (kMaxVelocity do lab6).</a:t>
            </a:r>
          </a:p>
          <a:p/>
          <a:p>
            <a:r>
              <a:t>Insista no que a fase 3 garante: a velocidade chega a ZERO exatamente no alvo.</a:t>
            </a:r>
          </a:p>
          <a:p>
            <a:r>
              <a:t>E isso que elimina o overshoot - nao e o PID que freia na hora certa, e o PLANO</a:t>
            </a:r>
          </a:p>
          <a:p>
            <a:r>
              <a:t>que ja previa a frenagem. O PID so garante que o robo segue o plano.</a:t>
            </a:r>
          </a:p>
          <a:p/>
          <a:p>
            <a:r>
              <a:t>As duas constraints sao a interface do perfil com a realidade fisica:</a:t>
            </a:r>
          </a:p>
          <a:p>
            <a:r>
              <a:t>- kMaxVelocity: o robo nao anda mais rapido que isso</a:t>
            </a:r>
          </a:p>
          <a:p>
            <a:r>
              <a:t>- kMaxAcceleration: o robo nao muda de velocidade mais rapido que isso</a:t>
            </a:r>
          </a:p>
          <a:p>
            <a:r>
              <a:t>Se voce pedir mais do que o robo aguenta, o perfil fica bonito no papel e o</a:t>
            </a:r>
          </a:p>
          <a:p>
            <a:r>
              <a:t>robo atrasa - e o PID vai acumular erro tentando alcancar um plano impossivel.</a:t>
            </a:r>
          </a:p>
          <a:p>
            <a:r>
              <a:t>Regra: meca os limites reais antes de declara-los.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[35:30 - 37:00] A CONTA COM OS NOSSOS NUMEROS</a:t>
            </a:r>
          </a:p>
          <a:p/>
          <a:p>
            <a:r>
              <a:t>Este slide e o que transforma teoria em "o nosso robo". Faca a conta no quadro,</a:t>
            </a:r>
          </a:p>
          <a:p>
            <a:r>
              <a:t>devagar:</a:t>
            </a:r>
          </a:p>
          <a:p/>
          <a:p>
            <a:r>
              <a:t>- 100 RPM na saida da caixa = 1,667 rotacoes por segundo</a:t>
            </a:r>
          </a:p>
          <a:p>
            <a:r>
              <a:t>- perimetro da roda = 2*pi*52 mm = 327 mm</a:t>
            </a:r>
          </a:p>
          <a:p>
            <a:r>
              <a:t>- velocidade maxima = 327 * 1,667 = 544,5 mm/s (uns 0,54 m/s)</a:t>
            </a:r>
          </a:p>
          <a:p>
            <a:r>
              <a:t>- aceleracao = 544,5 / 2 = 272,3 mm/s2, porque o lab escolheu 2 segundos para</a:t>
            </a:r>
          </a:p>
          <a:p>
            <a:r>
              <a:t>  atingir a velocidade maxima</a:t>
            </a:r>
          </a:p>
          <a:p/>
          <a:p>
            <a:r>
              <a:t>Agora a parte interessante: para acelerar de 0 a 544,5 e depois frear, o robo</a:t>
            </a:r>
          </a:p>
          <a:p>
            <a:r>
              <a:t>precisa de 544 + 544 = 1089 mm. Se o alvo esta a 500 mm, nao da tempo! O perfil</a:t>
            </a:r>
          </a:p>
          <a:p>
            <a:r>
              <a:t>vira um TRIANGULO: acelera ate 369 mm/s e ja comeca a frear.</a:t>
            </a:r>
          </a:p>
          <a:p/>
          <a:p>
            <a:r>
              <a:t>Pergunte antes de revelar: "o que acontece se eu pedir 500 mm?" Deixe</a:t>
            </a:r>
          </a:p>
          <a:p>
            <a:r>
              <a:t>arriscarem. A resposta (triangulo) e um daqueles momentos em que a matematica</a:t>
            </a:r>
          </a:p>
          <a:p>
            <a:r>
              <a:t>fica concreta.</a:t>
            </a:r>
          </a:p>
          <a:p/>
          <a:p>
            <a:r>
              <a:t>O callout vermelho e uma observacao honesta sobre o nosso codigo: existem dois</a:t>
            </a:r>
          </a:p>
          <a:p>
            <a:r>
              <a:t>"dt" no lab6 com significados diferentes - kDt = 0.02 (periodo do loop) e</a:t>
            </a:r>
          </a:p>
          <a:p>
            <a:r>
              <a:t>Constants.dt = 2 (tempo de aceleracao). Isso e armadilha de leitura. Sugira</a:t>
            </a:r>
          </a:p>
          <a:p>
            <a:r>
              <a:t>renomear para kTempoAteVelMax.</a:t>
            </a:r>
          </a:p>
          <a:p/>
          <a:p>
            <a:r>
              <a:t>Mencione tambem que rot2MeterPerSec tem "Meter" no nome mas esta em MILIMETROS</a:t>
            </a:r>
          </a:p>
          <a:p>
            <a:r>
              <a:t>por segundo - porque wheelRadius esta em mm. Funciona porque tudo no lab6 esta</a:t>
            </a:r>
          </a:p>
          <a:p>
            <a:r>
              <a:t>em mm, mas o nome engana. E exatamente o tipo de detalhe que derruba equipe em</a:t>
            </a:r>
          </a:p>
          <a:p>
            <a:r>
              <a:t>prova.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[37:00 - 38:30] API DO TRAPEZOIDPROFILE</a:t>
            </a:r>
          </a:p>
          <a:p/>
          <a:p>
            <a:r>
              <a:t>Mostre a forma "crua" primeiro porque ela deixa visivel o que esta acontecendo:</a:t>
            </a:r>
          </a:p>
          <a:p>
            <a:r>
              <a:t>existe um PLANO, e a cada ciclo voce pergunta ao plano "onde eu deveria estar</a:t>
            </a:r>
          </a:p>
          <a:p>
            <a:r>
              <a:t>agora?".</a:t>
            </a:r>
          </a:p>
          <a:p/>
          <a:p>
            <a:r>
              <a:t>Os pontos que exigem atencao:</a:t>
            </a:r>
          </a:p>
          <a:p>
            <a:r>
              <a:t>- calculate(t) recebe TEMPO, nao posicao. Entao precisa de um Timer, iniciado</a:t>
            </a:r>
          </a:p>
          <a:p>
            <a:r>
              <a:t>  no initialize(). Quem esquece de reiniciar o Timer pega o plano no meio.</a:t>
            </a:r>
          </a:p>
          <a:p>
            <a:r>
              <a:t>- State tem dois campos publicos: position e velocity. Sem get/set - sao campos</a:t>
            </a:r>
          </a:p>
          <a:p>
            <a:r>
              <a:t>  diretos (e um dos poucos lugares da WPILib assim).</a:t>
            </a:r>
          </a:p>
          <a:p>
            <a:r>
              <a:t>- totalTime() e um presente: use no withTimeout(profile.totalTime() + 0.5).</a:t>
            </a:r>
          </a:p>
          <a:p/>
          <a:p>
            <a:r>
              <a:t>Diga com clareza que na prova eles NAO vao escrever isso - vao usar o</a:t>
            </a:r>
          </a:p>
          <a:p>
            <a:r>
              <a:t>ProfiledPIDController. Mas entender esta tela e o que permite depurar quando o</a:t>
            </a:r>
          </a:p>
          <a:p>
            <a:r>
              <a:t>ProfiledPID se comporta estranho.</a:t>
            </a:r>
          </a:p>
          <a:p/>
          <a:p>
            <a:r>
              <a:t>Se a turma for avancada, mencione que existem perfis mais suaves (S-curve,</a:t>
            </a:r>
          </a:p>
          <a:p>
            <a:r>
              <a:t>jerk limitado) e que o trapezio e o mais simples que resolve.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[38:30 - 40:30] CODIGO REAL: lab6 (ProfiledPIDController)</a:t>
            </a:r>
          </a:p>
          <a:p/>
          <a:p>
            <a:r>
              <a:t>Abra lab5 e lab6 lado a lado no VS Code. A comparacao e o aprendizado.</a:t>
            </a:r>
          </a:p>
          <a:p/>
          <a:p>
            <a:r>
              <a:t>O que mudou, exatamente:</a:t>
            </a:r>
          </a:p>
          <a:p>
            <a:r>
              <a:t>1. duas constantes novas (kMaxVelocity, kMaxAcceleration) vindas do Constants</a:t>
            </a:r>
          </a:p>
          <a:p>
            <a:r>
              <a:t>2. um Constraints</a:t>
            </a:r>
          </a:p>
          <a:p>
            <a:r>
              <a:t>3. PIDController virou ProfiledPIDController, recebendo constraints e kDt</a:t>
            </a:r>
          </a:p>
          <a:p>
            <a:r>
              <a:t>4. reset() virou reset(0, 0)</a:t>
            </a:r>
          </a:p>
          <a:p>
            <a:r>
              <a:t>5. atSetpoint() virou atGoal()</a:t>
            </a:r>
          </a:p>
          <a:p>
            <a:r>
              <a:t>E o execute() continua IDENTICO. Esse e o ponto mais bonito: a troca e quase</a:t>
            </a:r>
          </a:p>
          <a:p>
            <a:r>
              <a:t>transparente para quem usa.</a:t>
            </a:r>
          </a:p>
          <a:p/>
          <a:p>
            <a:r>
              <a:t>Explique atGoal x atSetpoint, que confunde muito:</a:t>
            </a:r>
          </a:p>
          <a:p>
            <a:r>
              <a:t>- setpoint = o ponto do perfil NESTE instante (um alvo movel)</a:t>
            </a:r>
          </a:p>
          <a:p>
            <a:r>
              <a:t>- goal = o destino final</a:t>
            </a:r>
          </a:p>
          <a:p>
            <a:r>
              <a:t>Perguntar "cheguei no setpoint?" no meio do percurso daria true o tempo todo,</a:t>
            </a:r>
          </a:p>
          <a:p>
            <a:r>
              <a:t>porque o robo esta seguindo o alvo movel. Voce quer atGoal().</a:t>
            </a:r>
          </a:p>
          <a:p/>
          <a:p>
            <a:r>
              <a:t>Sobre reset(0, 0): o primeiro argumento e a posicao atual, o segundo a</a:t>
            </a:r>
          </a:p>
          <a:p>
            <a:r>
              <a:t>velocidade atual. Como o initialize() tambem chama resetEncoders(), a posicao</a:t>
            </a:r>
          </a:p>
          <a:p>
            <a:r>
              <a:t>atual e zero mesmo - esta coerente. Se o comando fosse acionado sem zerar o</a:t>
            </a:r>
          </a:p>
          <a:p>
            <a:r>
              <a:t>encoder, o correto seria reset(posicaoAtual, velocidadeAtual).</a:t>
            </a:r>
          </a:p>
          <a:p/>
          <a:p>
            <a:r>
              <a:t>E o kP = 0.05 que saturava no lab5? Agora o erro e a diferenca entre o robo e o</a:t>
            </a:r>
          </a:p>
          <a:p>
            <a:r>
              <a:t>PONTO DO PERFIL - alguns milimetros, nao 1500. O mesmo kP que saturava passa a</a:t>
            </a:r>
          </a:p>
          <a:p>
            <a:r>
              <a:t>trabalhar numa faixa sensata. Essa e a explicacao mais importante do bloco:</a:t>
            </a:r>
          </a:p>
          <a:p>
            <a:r>
              <a:t>o perfil nao melhorou o PID, melhorou o ERRO que o PID recebe.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[40:30 - 42:00] PERFIL ARTESANAL DO LAB9</a:t>
            </a:r>
          </a:p>
          <a:p/>
          <a:p>
            <a:r>
              <a:t>Este slide ensina a RECONHECER os conceitos quando eles aparecem disfarcados. O</a:t>
            </a:r>
          </a:p>
          <a:p>
            <a:r>
              <a:t>lab9 nao importa nenhuma classe de controle avancado, mas tem tres conceitos da</a:t>
            </a:r>
          </a:p>
          <a:p>
            <a:r>
              <a:t>aula escritos a mao:</a:t>
            </a:r>
          </a:p>
          <a:p/>
          <a:p>
            <a:r>
              <a:t>1. uma rampa de desaceleracao -&gt; meia fase de um motion profile</a:t>
            </a:r>
          </a:p>
          <a:p>
            <a:r>
              <a:t>2. kMinDriveSpeed -&gt; e um kS de feedforward com outro nome</a:t>
            </a:r>
          </a:p>
          <a:p>
            <a:r>
              <a:t>3. kHeadingP * erro -&gt; e um controlador P</a:t>
            </a:r>
          </a:p>
          <a:p/>
          <a:p>
            <a:r>
              <a:t>Diga isso explicitamente: "voces ja estavam usando feedforward e PID sem saber</a:t>
            </a:r>
          </a:p>
          <a:p>
            <a:r>
              <a:t>o nome."</a:t>
            </a:r>
          </a:p>
          <a:p/>
          <a:p>
            <a:r>
              <a:t>Nao desmereca o codigo artesanal. Ele e legivel, nao depende de API, e um</a:t>
            </a:r>
          </a:p>
          <a:p>
            <a:r>
              <a:t>iniciante entende. O que ele NAO tem: aceleracao no inicio (arranca direto, o</a:t>
            </a:r>
          </a:p>
          <a:p>
            <a:r>
              <a:t>que derrapa) e o ponto de frenagem calculado (os 15 cm sao um chute que pode nao</a:t>
            </a:r>
          </a:p>
          <a:p>
            <a:r>
              <a:t>servir para outra velocidade).</a:t>
            </a:r>
          </a:p>
          <a:p/>
          <a:p>
            <a:r>
              <a:t>Boa pergunta para a turma: "se eu dobrar kDriveSpeed, os 15 cm de rampa ainda</a:t>
            </a:r>
          </a:p>
          <a:p>
            <a:r>
              <a:t>servem?" Resposta: nao - com o dobro da velocidade, a distancia de frenagem</a:t>
            </a:r>
          </a:p>
          <a:p>
            <a:r>
              <a:t>aproximadamente quadruplica. A classe calcula isso; o chute nao.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[42:00 - 43:00] SLEWRATELIMITER  [fim do bloco 04]</a:t>
            </a:r>
          </a:p>
          <a:p/>
          <a:p>
            <a:r>
              <a:t>Apresente como o custo-beneficio mais alto da aula: uma linha por eixo, e o</a:t>
            </a:r>
          </a:p>
          <a:p>
            <a:r>
              <a:t>teleop fica muito melhor de pilotar.</a:t>
            </a:r>
          </a:p>
          <a:p/>
          <a:p>
            <a:r>
              <a:t>O que ele faz: se o joystick pular de 0 para 1 num ciclo, o limitador entrega</a:t>
            </a:r>
          </a:p>
          <a:p>
            <a:r>
              <a:t>0,04 / 0,08 / 0,12... subindo a 2,0 por segundo (ou seja, meio segundo para</a:t>
            </a:r>
          </a:p>
          <a:p>
            <a:r>
              <a:t>chegar a 100%).</a:t>
            </a:r>
          </a:p>
          <a:p/>
          <a:p>
            <a:r>
              <a:t>O que ele NAO faz, e esta no callout vermelho: ele nao sabe onde o robo esta,</a:t>
            </a:r>
          </a:p>
          <a:p>
            <a:r>
              <a:t>nao tem destino, nao garante chegada. Nao substitui perfil no autonomo.</a:t>
            </a:r>
          </a:p>
          <a:p/>
          <a:p>
            <a:r>
              <a:t>Mostre o detalhe do reset(0.0) no lab9 - com comentario no proprio codigo</a:t>
            </a:r>
          </a:p>
          <a:p>
            <a:r>
              <a:t>explicando por que: sem isso, a proxima perna do trajeto comeca com a</a:t>
            </a:r>
          </a:p>
          <a:p>
            <a:r>
              <a:t>velocidade antiga no filtro. Esse comentario no repo e um bom exemplo de</a:t>
            </a:r>
          </a:p>
          <a:p>
            <a:r>
              <a:t>documentacao util.</a:t>
            </a:r>
          </a:p>
          <a:p/>
          <a:p>
            <a:r>
              <a:t>Observe o kSlewRateZ = 3.0, maior que os de translacao. Pergunte por que.</a:t>
            </a:r>
          </a:p>
          <a:p>
            <a:r>
              <a:t>Resposta: giro precisa responder mais rapido para o atleta corrigir pontaria -</a:t>
            </a:r>
          </a:p>
          <a:p>
            <a:r>
              <a:t>decisao de pilotagem, nao de fisica.</a:t>
            </a:r>
          </a:p>
          <a:p/>
          <a:p>
            <a:r>
              <a:t>PAUSA PARA PERGUNTAS - 1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[43:00] DIVISORIA - BLOCO 05</a:t>
            </a:r>
          </a:p>
          <a:p/>
          <a:p>
            <a:r>
              <a:t>Transicao: "agora a pergunta que importa na prova: eu uso o que?"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[43:00 - 44:30] A CADEIA COMPLETA</a:t>
            </a:r>
          </a:p>
          <a:p/>
          <a:p>
            <a:r>
              <a:t>Este e o slide de sintese da aula. Va da esquerda para a direita, apontando.</a:t>
            </a:r>
          </a:p>
          <a:p/>
          <a:p>
            <a:r>
              <a:t>1. O motion profile planeja: "no instante 1,2 s voce deveria estar em 300 mm</a:t>
            </a:r>
          </a:p>
          <a:p>
            <a:r>
              <a:t>   indo a 400 mm/s."</a:t>
            </a:r>
          </a:p>
          <a:p>
            <a:r>
              <a:t>2. Isso vira o setpoint - um alvo que SE MOVE.</a:t>
            </a:r>
          </a:p>
          <a:p>
            <a:r>
              <a:t>3. O feedforward olha a VELOCIDADE desejada e preve o esforco.</a:t>
            </a:r>
          </a:p>
          <a:p>
            <a:r>
              <a:t>4. O PID olha a POSICAO medida contra a planejada e corrige a diferenca.</a:t>
            </a:r>
          </a:p>
          <a:p>
            <a:r>
              <a:t>5. Soma e manda para o motor.</a:t>
            </a:r>
          </a:p>
          <a:p>
            <a:r>
              <a:t>6. O encoder fecha a malha, alimentando o PID.</a:t>
            </a:r>
          </a:p>
          <a:p/>
          <a:p>
            <a:r>
              <a:t>Destaque a divisao: o feedforward usa a VELOCIDADE do perfil; o PID usa a</a:t>
            </a:r>
          </a:p>
          <a:p>
            <a:r>
              <a:t>POSICAO. Os dois leem o mesmo plano, em campos diferentes do State.</a:t>
            </a:r>
          </a:p>
          <a:p/>
          <a:p>
            <a:r>
              <a:t>O codigo de baixo e a aula inteira em quatro linhas. Diga: "se voces entenderem</a:t>
            </a:r>
          </a:p>
          <a:p>
            <a:r>
              <a:t>essas quatro linhas, voces entenderam os 50 minutos."</a:t>
            </a:r>
          </a:p>
          <a:p/>
          <a:p>
            <a:r>
              <a:t>Deixe claro que ninguem comeca aqui. Comeca com P puro, depois adiciona. Mas</a:t>
            </a:r>
          </a:p>
          <a:p>
            <a:r>
              <a:t>saber onde a cadeia termina ajuda a nao se perder no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[44:30 - 46:00] TABELA COMPARATIVA</a:t>
            </a:r>
          </a:p>
          <a:p/>
          <a:p>
            <a:r>
              <a:t>Este e o slide que a turma vai fotografar. De tempo para isso.</a:t>
            </a:r>
          </a:p>
          <a:p/>
          <a:p>
            <a:r>
              <a:t>Percorra a coluna "o que resolve" - ela e a chave da comparacao, porque mostra</a:t>
            </a:r>
          </a:p>
          <a:p>
            <a:r>
              <a:t>que as tecnicas atacam problemas DIFERENTES:</a:t>
            </a:r>
          </a:p>
          <a:p>
            <a:r>
              <a:t>- PID ataca o erro</a:t>
            </a:r>
          </a:p>
          <a:p>
            <a:r>
              <a:t>- Feedforward ataca o esforco previsivel</a:t>
            </a:r>
          </a:p>
          <a:p>
            <a:r>
              <a:t>- Profile ataca o pedido impossivel</a:t>
            </a:r>
          </a:p>
          <a:p>
            <a:r>
              <a:t>- SlewRateLimiter ataca o solavanco do comando</a:t>
            </a:r>
          </a:p>
          <a:p/>
          <a:p>
            <a:r>
              <a:t>Por isso a pergunta "PID ou feedforward?" e mal formulada. A pergunta certa e</a:t>
            </a:r>
          </a:p>
          <a:p>
            <a:r>
              <a:t>"quais desses quatro problemas eu tenho?"</a:t>
            </a:r>
          </a:p>
          <a:p/>
          <a:p>
            <a:r>
              <a:t>Chame atencao para a coluna "sintonia": feedforward e profile tem custo BAIXO</a:t>
            </a:r>
          </a:p>
          <a:p>
            <a:r>
              <a:t>de ajuste, porque voce MEDE as constantes em vez de adivinhar. Ja o kI e o kD</a:t>
            </a:r>
          </a:p>
          <a:p>
            <a:r>
              <a:t>sao adivinhacao guiada. Esse argumento costuma convencer: o caminho mais barato</a:t>
            </a:r>
          </a:p>
          <a:p>
            <a:r>
              <a:t>para um robo preciso e medir o motor, nao brigar com ganhos.</a:t>
            </a:r>
          </a:p>
          <a:p/>
          <a:p>
            <a:r>
              <a:t>Se alguem perguntar qual usar na prova com tempo curto: ProfiledPIDController</a:t>
            </a:r>
          </a:p>
          <a:p>
            <a:r>
              <a:t>para movimento com distancia, SlewRateLimiter no teleop, e feedforward se tiver</a:t>
            </a:r>
          </a:p>
          <a:p>
            <a:r>
              <a:t>10 minutos de bancada para medir kS e kV.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[46:00 - 47:00] MATRIZ POR CASO DE USO</a:t>
            </a:r>
          </a:p>
          <a:p/>
          <a:p>
            <a:r>
              <a:t>Aqui voce assume a posicao de quem decide - a turma precisa ver um criterio</a:t>
            </a:r>
          </a:p>
          <a:p>
            <a:r>
              <a:t>aplicado, nao so opcoes.</a:t>
            </a:r>
          </a:p>
          <a:p/>
          <a:p>
            <a:r>
              <a:t>Destaques por linha:</a:t>
            </a:r>
          </a:p>
          <a:p>
            <a:r>
              <a:t>- andar 50 cm: ProfiledPID. E exatamente o que o lab6 faz. O lab5 (PID puro)</a:t>
            </a:r>
          </a:p>
          <a:p>
            <a:r>
              <a:t>  tambem funciona, mas satura e chega menos preciso.</a:t>
            </a:r>
          </a:p>
          <a:p>
            <a:r>
              <a:t>- roda em 100 RPM: feedforward brilha. Velocidade constante e justamente onde o</a:t>
            </a:r>
          </a:p>
          <a:p>
            <a:r>
              <a:t>  kV acerta quase sozinho.</a:t>
            </a:r>
          </a:p>
          <a:p>
            <a:r>
              <a:t>- girar 90 graus: o detalhe do enableContinuousInput e o que ninguem lembra.</a:t>
            </a:r>
          </a:p>
          <a:p>
            <a:r>
              <a:t>- teleop: SlewRateLimiter. Nao use profile aqui - o atleta e quem decide o</a:t>
            </a:r>
          </a:p>
          <a:p>
            <a:r>
              <a:t>  destino, em tempo real.</a:t>
            </a:r>
          </a:p>
          <a:p>
            <a:r>
              <a:t>- garra: malha aberta, e sem vergonha nenhuma. Reforce: nao e porque aprendemos</a:t>
            </a:r>
          </a:p>
          <a:p>
            <a:r>
              <a:t>  PID que tudo precisa de PID.</a:t>
            </a:r>
          </a:p>
          <a:p/>
          <a:p>
            <a:r>
              <a:t>O callout e a licao de engenharia da aula. Repita a frase: complexidade que voce</a:t>
            </a:r>
          </a:p>
          <a:p>
            <a:r>
              <a:t>nao consegue depurar na pista e complexidade contra voce.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[47:00 - 47:45] ARVORE DE DECISAO</a:t>
            </a:r>
          </a:p>
          <a:p/>
          <a:p>
            <a:r>
              <a:t>Rapido. Leia as tres perguntas e deixe a turma responder para o robo DELES, em</a:t>
            </a:r>
          </a:p>
          <a:p>
            <a:r>
              <a:t>voz alta, para um mecanismo que eles escolherem.</a:t>
            </a:r>
          </a:p>
          <a:p/>
          <a:p>
            <a:r>
              <a:t>A pergunta 1 e a mais importante e a mais esquecida: sem sensor, nao ha</a:t>
            </a:r>
          </a:p>
          <a:p>
            <a:r>
              <a:t>discussao. Muita gente tenta "fazer PID" num mecanismo sem encoder.</a:t>
            </a:r>
          </a:p>
          <a:p/>
          <a:p>
            <a:r>
              <a:t>A pergunta 2 separa autonomo de teleop. Perfil precisa de destino conhecido; no</a:t>
            </a:r>
          </a:p>
          <a:p>
            <a:r>
              <a:t>teleop o destino muda a cada instante, entao perfil nao serve - filtro serve.</a:t>
            </a:r>
          </a:p>
          <a:p/>
          <a:p>
            <a:r>
              <a:t>A pergunta 3 e onde entra o feedforward.</a:t>
            </a:r>
          </a:p>
          <a:p/>
          <a:p>
            <a:r>
              <a:t>Feche com a ordem de implantacao do callout e seja firme: uma peca por vez,</a:t>
            </a:r>
          </a:p>
          <a:p>
            <a:r>
              <a:t>testando entre cada uma. Quem implanta profile + FF + PID tudo junto e depois</a:t>
            </a:r>
          </a:p>
          <a:p>
            <a:r>
              <a:t>tem um robo estranho nao tem como saber qual das tres pecas esta errada.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[47:45 - 48:30] CHECKLIST</a:t>
            </a:r>
          </a:p>
          <a:p/>
          <a:p>
            <a:r>
              <a:t>Mande este slide no grupo. Sugira imprimir e colar na bancada, como fizemos com</a:t>
            </a:r>
          </a:p>
          <a:p>
            <a:r>
              <a:t>o checklist da aula de Command-Based.</a:t>
            </a:r>
          </a:p>
          <a:p/>
          <a:p>
            <a:r>
              <a:t>Os dois primeiros itens sao os que mais derrubam equipe, e nao tem nada a ver</a:t>
            </a:r>
          </a:p>
          <a:p>
            <a:r>
              <a:t>com controle: unidade e sinal. Se o encoder conta negativo quando o robo anda</a:t>
            </a:r>
          </a:p>
          <a:p>
            <a:r>
              <a:t>para frente, nenhum ganho resolve.</a:t>
            </a:r>
          </a:p>
          <a:p/>
          <a:p>
            <a:r>
              <a:t>O terceiro item e o que eu mais quero que eles adotem como habito: publicar</a:t>
            </a:r>
          </a:p>
          <a:p>
            <a:r>
              <a:t>medicao e setpoint SEMPRE. O codigo de baixo e literalmente o que eles precisam</a:t>
            </a:r>
          </a:p>
          <a:p>
            <a:r>
              <a:t>colar.</a:t>
            </a:r>
          </a:p>
          <a:p/>
          <a:p>
            <a:r>
              <a:t>Note o comentario da ultima linha: guarde a saida numa variavel e publique a</a:t>
            </a:r>
          </a:p>
          <a:p>
            <a:r>
              <a:t>variavel. Chamar calculate() de novo so para publicar corrompe o termo D.</a:t>
            </a:r>
          </a:p>
          <a:p/>
          <a:p>
            <a:r>
              <a:t>Se tiverem ProfiledPIDController, getSetpoint().position mostra o alvo MOVEL -</a:t>
            </a:r>
          </a:p>
          <a:p>
            <a:r>
              <a:t>e ver essa curva subindo suavemente no painel e a melhor forma de confirmar que</a:t>
            </a:r>
          </a:p>
          <a:p>
            <a:r>
              <a:t>o perfil esta funcionando.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[48:30 - 49:15] EXERCICIO</a:t>
            </a:r>
          </a:p>
          <a:p/>
          <a:p>
            <a:r>
              <a:t>Este e o trabalho para depois da aula (ou para o laboratorio seguinte).</a:t>
            </a:r>
          </a:p>
          <a:p/>
          <a:p>
            <a:r>
              <a:t>Enfatize a ordem e o teste entre passos. O valor pedagogico esta em VER a</a:t>
            </a:r>
          </a:p>
          <a:p>
            <a:r>
              <a:t>diferenca:</a:t>
            </a:r>
          </a:p>
          <a:p>
            <a:r>
              <a:t>- lab5 puro: o robo arranca com tudo e chega meio torto</a:t>
            </a:r>
          </a:p>
          <a:p>
            <a:r>
              <a:t>- com perfil: arranque suave, chegada limpa</a:t>
            </a:r>
          </a:p>
          <a:p>
            <a:r>
              <a:t>- com feedforward: a correcao do PID encolhe e da para baixar o kP</a:t>
            </a:r>
          </a:p>
          <a:p/>
          <a:p>
            <a:r>
              <a:t>A entrega pedida (print do SmartDashboard nas tres versoes) e de proposito: o</a:t>
            </a:r>
          </a:p>
          <a:p>
            <a:r>
              <a:t>objetivo e que eles aprendam a OLHAR a curva, nao so a sentir o robo.</a:t>
            </a:r>
          </a:p>
          <a:p/>
          <a:p>
            <a:r>
              <a:t>Um aviso tecnico para o passo 3: pid.getSetpoint() no ProfiledPIDController</a:t>
            </a:r>
          </a:p>
          <a:p>
            <a:r>
              <a:t>devolve o State do perfil (position e velocity). Use .velocity no feedforward.</a:t>
            </a:r>
          </a:p>
          <a:p>
            <a:r>
              <a:t>Mas cuidado: na primeira chamada do ciclo, getSetpoint() ainda e o valor do</a:t>
            </a:r>
          </a:p>
          <a:p>
            <a:r>
              <a:t>ciclo ANTERIOR, porque o calculate() e que atualiza. Para a nossa escala, isso</a:t>
            </a:r>
          </a:p>
          <a:p>
            <a:r>
              <a:t>e 20 ms de defasagem e nao atrapalha. Se quiserem rigor, guardem o State do</a:t>
            </a:r>
          </a:p>
          <a:p>
            <a:r>
              <a:t>ciclo anterior ou usem TrapezoidProfile separado.</a:t>
            </a:r>
          </a:p>
          <a:p/>
          <a:p>
            <a:r>
              <a:t>Quem terminar rapido: medir kS e kV das tres rodas e comparar. Diferenca grande</a:t>
            </a:r>
          </a:p>
          <a:p>
            <a:r>
              <a:t>entre rodas = problema mecanico encontrado.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[49:15 - 50:00] FECHAMENTO</a:t>
            </a:r>
          </a:p>
          <a:p/>
          <a:p>
            <a:r>
              <a:t>Leia as sete frases devagar. Cada uma corresponde a um pedaco da aula.</a:t>
            </a:r>
          </a:p>
          <a:p/>
          <a:p>
            <a:r>
              <a:t>A frase 4 e a que eu quero que fique: "feedforward e o que voce SABE; PID e o</a:t>
            </a:r>
          </a:p>
          <a:p>
            <a:r>
              <a:t>que voce DESCOBRE." Se eles lembrarem so dessa, ja sabem quando usar cada um.</a:t>
            </a:r>
          </a:p>
          <a:p/>
          <a:p>
            <a:r>
              <a:t>A frase 5 tambem merece enfase: motion profile nao melhora o controlador, ele</a:t>
            </a:r>
          </a:p>
          <a:p>
            <a:r>
              <a:t>melhora o PEDIDO. Isso reposiciona o problema na cabeca deles.</a:t>
            </a:r>
          </a:p>
          <a:p/>
          <a:p>
            <a:r>
              <a:t>E a frase 7 e o chao de fabrica: unidade e sinal. Antes de qualquer sintonia.</a:t>
            </a:r>
          </a:p>
          <a:p/>
          <a:p>
            <a:r>
              <a:t>Caminho adiante: medir kS/kV (tarefa pratica), migrar o lab5 para ProfiledPID</a:t>
            </a:r>
          </a:p>
          <a:p>
            <a:r>
              <a:t>(exercicio), lab7/lab8 com odometria, e depois trajetorias (seguir caminho</a:t>
            </a:r>
          </a:p>
          <a:p>
            <a:r>
              <a:t>curvo), que e a continuacao natural do motion profile.</a:t>
            </a:r>
          </a:p>
          <a:p/>
          <a:p>
            <a:r>
              <a:t>Encerre conectando com a prova:</a:t>
            </a:r>
          </a:p>
          <a:p>
            <a:r>
              <a:t>"Em WorldSkills, precisao repetivel vale mais que velocidade maxima. Perfil e</a:t>
            </a:r>
          </a:p>
          <a:p>
            <a:r>
              <a:t>feedforward sao justamente o que tornam o movimento REPETIVEL - o robo faz o</a:t>
            </a:r>
          </a:p>
          <a:p>
            <a:r>
              <a:t>mesmo percurso com bateria cheia e com bateria fraca."</a:t>
            </a:r>
          </a:p>
          <a:p/>
          <a:p>
            <a:r>
              <a:t>Abra para perguntas finais.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75120" y="0"/>
            <a:ext cx="5513832" cy="6858000"/>
          </a:xfrm>
          <a:prstGeom prst="rect">
            <a:avLst/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F59E0B"/>
                </a:solidFill>
                <a:latin typeface="Segoe UI"/>
              </a:rPr>
              <a:t>WORLDSKILLS  ·  CONTROLE DE MOVIMENTO  ·  AULA 50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66928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PID</a:t>
            </a:r>
          </a:p>
          <a:p>
            <a:pPr algn="l">
              <a:lnSpc>
                <a:spcPct val="95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Feedforward</a:t>
            </a:r>
          </a:p>
          <a:p>
            <a:pPr algn="l">
              <a:lnSpc>
                <a:spcPct val="95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Motion Profile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" y="4114800"/>
            <a:ext cx="14630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8DA2C0"/>
                </a:solidFill>
                <a:latin typeface="Segoe UI"/>
              </a:rPr>
              <a:t>Como implantar cada um, para que servem,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8DA2C0"/>
                </a:solidFill>
                <a:latin typeface="Segoe UI"/>
              </a:rPr>
              <a:t>exemplos reais do repositório — e como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8DA2C0"/>
                </a:solidFill>
                <a:latin typeface="Segoe UI"/>
              </a:rPr>
              <a:t>escolher entre eles sem chutar.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E8C"/>
                </a:solidFill>
                <a:latin typeface="Consolas"/>
              </a:rPr>
              <a:t>lab5Pid · lab6PidTrapezoidal · lab9OmniDrive  ·  WPILib 2020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325880"/>
            <a:ext cx="4754880" cy="2286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453895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velocidade planejada (mm/s)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9248" y="3227832"/>
            <a:ext cx="3959352" cy="7315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314553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746248"/>
            <a:ext cx="39593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59" y="2663952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207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2264664"/>
            <a:ext cx="39593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218236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413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99248" y="1783080"/>
            <a:ext cx="39593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170078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620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330098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91118" y="1783080"/>
            <a:ext cx="7315" cy="14447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6798" y="330098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2988" y="1783080"/>
            <a:ext cx="7315" cy="14447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8668" y="330098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74859" y="1783080"/>
            <a:ext cx="7315" cy="14447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00539" y="330098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3.0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66729" y="1783080"/>
            <a:ext cx="7315" cy="14447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92409" y="330098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4.0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658600" y="1783080"/>
            <a:ext cx="7315" cy="14447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84280" y="330098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5.0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99248" y="1783080"/>
            <a:ext cx="7315" cy="1444752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699248" y="1959013"/>
            <a:ext cx="3764911" cy="1268819"/>
          </a:xfrm>
          <a:custGeom>
            <a:avLst/>
            <a:gdLst/>
            <a:ahLst/>
            <a:cxnLst/>
            <a:rect l="l" t="t" r="r" b="b"/>
            <a:pathLst>
              <a:path w="3764911" h="1268819">
                <a:moveTo>
                  <a:pt x="0" y="1268819"/>
                </a:moveTo>
                <a:lnTo>
                  <a:pt x="15837" y="1256128"/>
                </a:lnTo>
                <a:lnTo>
                  <a:pt x="31674" y="1243437"/>
                </a:lnTo>
                <a:lnTo>
                  <a:pt x="47512" y="1230747"/>
                </a:lnTo>
                <a:lnTo>
                  <a:pt x="63349" y="1218056"/>
                </a:lnTo>
                <a:lnTo>
                  <a:pt x="79187" y="1205366"/>
                </a:lnTo>
                <a:lnTo>
                  <a:pt x="95024" y="1192675"/>
                </a:lnTo>
                <a:lnTo>
                  <a:pt x="110861" y="1179985"/>
                </a:lnTo>
                <a:lnTo>
                  <a:pt x="126699" y="1167294"/>
                </a:lnTo>
                <a:lnTo>
                  <a:pt x="142536" y="1154604"/>
                </a:lnTo>
                <a:lnTo>
                  <a:pt x="158374" y="1141913"/>
                </a:lnTo>
                <a:lnTo>
                  <a:pt x="174211" y="1129223"/>
                </a:lnTo>
                <a:lnTo>
                  <a:pt x="190048" y="1116532"/>
                </a:lnTo>
                <a:lnTo>
                  <a:pt x="205886" y="1103842"/>
                </a:lnTo>
                <a:lnTo>
                  <a:pt x="221723" y="1091151"/>
                </a:lnTo>
                <a:lnTo>
                  <a:pt x="237561" y="1078461"/>
                </a:lnTo>
                <a:lnTo>
                  <a:pt x="253398" y="1065770"/>
                </a:lnTo>
                <a:lnTo>
                  <a:pt x="269235" y="1053080"/>
                </a:lnTo>
                <a:lnTo>
                  <a:pt x="285073" y="1040389"/>
                </a:lnTo>
                <a:lnTo>
                  <a:pt x="300910" y="1027699"/>
                </a:lnTo>
                <a:lnTo>
                  <a:pt x="316748" y="1015008"/>
                </a:lnTo>
                <a:lnTo>
                  <a:pt x="332585" y="1002318"/>
                </a:lnTo>
                <a:lnTo>
                  <a:pt x="348422" y="989627"/>
                </a:lnTo>
                <a:lnTo>
                  <a:pt x="364260" y="976937"/>
                </a:lnTo>
                <a:lnTo>
                  <a:pt x="380097" y="964246"/>
                </a:lnTo>
                <a:lnTo>
                  <a:pt x="395935" y="951556"/>
                </a:lnTo>
                <a:lnTo>
                  <a:pt x="411772" y="938865"/>
                </a:lnTo>
                <a:lnTo>
                  <a:pt x="427610" y="926175"/>
                </a:lnTo>
                <a:lnTo>
                  <a:pt x="443447" y="913484"/>
                </a:lnTo>
                <a:lnTo>
                  <a:pt x="459284" y="900794"/>
                </a:lnTo>
                <a:lnTo>
                  <a:pt x="475122" y="888103"/>
                </a:lnTo>
                <a:lnTo>
                  <a:pt x="490959" y="875413"/>
                </a:lnTo>
                <a:lnTo>
                  <a:pt x="506797" y="862722"/>
                </a:lnTo>
                <a:lnTo>
                  <a:pt x="522634" y="850032"/>
                </a:lnTo>
                <a:lnTo>
                  <a:pt x="538471" y="837341"/>
                </a:lnTo>
                <a:lnTo>
                  <a:pt x="554309" y="824650"/>
                </a:lnTo>
                <a:lnTo>
                  <a:pt x="570146" y="811960"/>
                </a:lnTo>
                <a:lnTo>
                  <a:pt x="585984" y="799269"/>
                </a:lnTo>
                <a:lnTo>
                  <a:pt x="601821" y="786579"/>
                </a:lnTo>
                <a:lnTo>
                  <a:pt x="617658" y="773888"/>
                </a:lnTo>
                <a:lnTo>
                  <a:pt x="633496" y="761198"/>
                </a:lnTo>
                <a:lnTo>
                  <a:pt x="649333" y="748507"/>
                </a:lnTo>
                <a:lnTo>
                  <a:pt x="665171" y="735817"/>
                </a:lnTo>
                <a:lnTo>
                  <a:pt x="681008" y="723126"/>
                </a:lnTo>
                <a:lnTo>
                  <a:pt x="696845" y="710436"/>
                </a:lnTo>
                <a:lnTo>
                  <a:pt x="712683" y="697745"/>
                </a:lnTo>
                <a:lnTo>
                  <a:pt x="728520" y="685055"/>
                </a:lnTo>
                <a:lnTo>
                  <a:pt x="744358" y="672364"/>
                </a:lnTo>
                <a:lnTo>
                  <a:pt x="760195" y="659674"/>
                </a:lnTo>
                <a:lnTo>
                  <a:pt x="776032" y="646983"/>
                </a:lnTo>
                <a:lnTo>
                  <a:pt x="791870" y="634293"/>
                </a:lnTo>
                <a:lnTo>
                  <a:pt x="807707" y="621602"/>
                </a:lnTo>
                <a:lnTo>
                  <a:pt x="823545" y="608912"/>
                </a:lnTo>
                <a:lnTo>
                  <a:pt x="839382" y="596221"/>
                </a:lnTo>
                <a:lnTo>
                  <a:pt x="855220" y="583531"/>
                </a:lnTo>
                <a:lnTo>
                  <a:pt x="871057" y="570840"/>
                </a:lnTo>
                <a:lnTo>
                  <a:pt x="886894" y="558150"/>
                </a:lnTo>
                <a:lnTo>
                  <a:pt x="902732" y="545459"/>
                </a:lnTo>
                <a:lnTo>
                  <a:pt x="918569" y="532769"/>
                </a:lnTo>
                <a:lnTo>
                  <a:pt x="934407" y="520078"/>
                </a:lnTo>
                <a:lnTo>
                  <a:pt x="950244" y="507388"/>
                </a:lnTo>
                <a:lnTo>
                  <a:pt x="966081" y="494697"/>
                </a:lnTo>
                <a:lnTo>
                  <a:pt x="981919" y="482007"/>
                </a:lnTo>
                <a:lnTo>
                  <a:pt x="997756" y="469316"/>
                </a:lnTo>
                <a:lnTo>
                  <a:pt x="1013594" y="456626"/>
                </a:lnTo>
                <a:lnTo>
                  <a:pt x="1029431" y="443935"/>
                </a:lnTo>
                <a:lnTo>
                  <a:pt x="1045268" y="431245"/>
                </a:lnTo>
                <a:lnTo>
                  <a:pt x="1061106" y="418554"/>
                </a:lnTo>
                <a:lnTo>
                  <a:pt x="1076943" y="405863"/>
                </a:lnTo>
                <a:lnTo>
                  <a:pt x="1092781" y="393173"/>
                </a:lnTo>
                <a:lnTo>
                  <a:pt x="1108618" y="380482"/>
                </a:lnTo>
                <a:lnTo>
                  <a:pt x="1124455" y="367792"/>
                </a:lnTo>
                <a:lnTo>
                  <a:pt x="1140293" y="355101"/>
                </a:lnTo>
                <a:lnTo>
                  <a:pt x="1156130" y="342411"/>
                </a:lnTo>
                <a:lnTo>
                  <a:pt x="1171968" y="329720"/>
                </a:lnTo>
                <a:lnTo>
                  <a:pt x="1187805" y="317030"/>
                </a:lnTo>
                <a:lnTo>
                  <a:pt x="1203643" y="304339"/>
                </a:lnTo>
                <a:lnTo>
                  <a:pt x="1219480" y="291649"/>
                </a:lnTo>
                <a:lnTo>
                  <a:pt x="1235317" y="278958"/>
                </a:lnTo>
                <a:lnTo>
                  <a:pt x="1251155" y="266268"/>
                </a:lnTo>
                <a:lnTo>
                  <a:pt x="1266992" y="253577"/>
                </a:lnTo>
                <a:lnTo>
                  <a:pt x="1282830" y="240887"/>
                </a:lnTo>
                <a:lnTo>
                  <a:pt x="1298667" y="228196"/>
                </a:lnTo>
                <a:lnTo>
                  <a:pt x="1314504" y="215506"/>
                </a:lnTo>
                <a:lnTo>
                  <a:pt x="1330342" y="202815"/>
                </a:lnTo>
                <a:lnTo>
                  <a:pt x="1346179" y="190125"/>
                </a:lnTo>
                <a:lnTo>
                  <a:pt x="1362017" y="177434"/>
                </a:lnTo>
                <a:lnTo>
                  <a:pt x="1377854" y="164744"/>
                </a:lnTo>
                <a:lnTo>
                  <a:pt x="1393691" y="152053"/>
                </a:lnTo>
                <a:lnTo>
                  <a:pt x="1409529" y="139363"/>
                </a:lnTo>
                <a:lnTo>
                  <a:pt x="1425366" y="126672"/>
                </a:lnTo>
                <a:lnTo>
                  <a:pt x="1441204" y="113982"/>
                </a:lnTo>
                <a:lnTo>
                  <a:pt x="1457041" y="101291"/>
                </a:lnTo>
                <a:lnTo>
                  <a:pt x="1472878" y="88601"/>
                </a:lnTo>
                <a:lnTo>
                  <a:pt x="1488716" y="75910"/>
                </a:lnTo>
                <a:lnTo>
                  <a:pt x="1504553" y="63220"/>
                </a:lnTo>
                <a:lnTo>
                  <a:pt x="1520391" y="50529"/>
                </a:lnTo>
                <a:lnTo>
                  <a:pt x="1536228" y="37839"/>
                </a:lnTo>
                <a:lnTo>
                  <a:pt x="1552065" y="25148"/>
                </a:lnTo>
                <a:lnTo>
                  <a:pt x="1567903" y="12458"/>
                </a:lnTo>
                <a:lnTo>
                  <a:pt x="1583740" y="0"/>
                </a:lnTo>
                <a:lnTo>
                  <a:pt x="1599578" y="0"/>
                </a:lnTo>
                <a:lnTo>
                  <a:pt x="1615415" y="0"/>
                </a:lnTo>
                <a:lnTo>
                  <a:pt x="1631253" y="0"/>
                </a:lnTo>
                <a:lnTo>
                  <a:pt x="1647090" y="0"/>
                </a:lnTo>
                <a:lnTo>
                  <a:pt x="1662927" y="0"/>
                </a:lnTo>
                <a:lnTo>
                  <a:pt x="1678765" y="0"/>
                </a:lnTo>
                <a:lnTo>
                  <a:pt x="1694602" y="0"/>
                </a:lnTo>
                <a:lnTo>
                  <a:pt x="1710440" y="0"/>
                </a:lnTo>
                <a:lnTo>
                  <a:pt x="1726277" y="0"/>
                </a:lnTo>
                <a:lnTo>
                  <a:pt x="1742114" y="0"/>
                </a:lnTo>
                <a:lnTo>
                  <a:pt x="1757952" y="0"/>
                </a:lnTo>
                <a:lnTo>
                  <a:pt x="1773789" y="0"/>
                </a:lnTo>
                <a:lnTo>
                  <a:pt x="1789627" y="0"/>
                </a:lnTo>
                <a:lnTo>
                  <a:pt x="1805464" y="0"/>
                </a:lnTo>
                <a:lnTo>
                  <a:pt x="1821301" y="0"/>
                </a:lnTo>
                <a:lnTo>
                  <a:pt x="1837139" y="0"/>
                </a:lnTo>
                <a:lnTo>
                  <a:pt x="1852976" y="0"/>
                </a:lnTo>
                <a:lnTo>
                  <a:pt x="1868814" y="0"/>
                </a:lnTo>
                <a:lnTo>
                  <a:pt x="1884651" y="0"/>
                </a:lnTo>
                <a:lnTo>
                  <a:pt x="1900488" y="0"/>
                </a:lnTo>
                <a:lnTo>
                  <a:pt x="1916326" y="0"/>
                </a:lnTo>
                <a:lnTo>
                  <a:pt x="1932163" y="0"/>
                </a:lnTo>
                <a:lnTo>
                  <a:pt x="1948001" y="0"/>
                </a:lnTo>
                <a:lnTo>
                  <a:pt x="1963838" y="0"/>
                </a:lnTo>
                <a:lnTo>
                  <a:pt x="1979676" y="0"/>
                </a:lnTo>
                <a:lnTo>
                  <a:pt x="1995513" y="0"/>
                </a:lnTo>
                <a:lnTo>
                  <a:pt x="2011350" y="0"/>
                </a:lnTo>
                <a:lnTo>
                  <a:pt x="2027188" y="0"/>
                </a:lnTo>
                <a:lnTo>
                  <a:pt x="2043025" y="0"/>
                </a:lnTo>
                <a:lnTo>
                  <a:pt x="2058863" y="0"/>
                </a:lnTo>
                <a:lnTo>
                  <a:pt x="2074700" y="0"/>
                </a:lnTo>
                <a:lnTo>
                  <a:pt x="2090537" y="0"/>
                </a:lnTo>
                <a:lnTo>
                  <a:pt x="2106375" y="0"/>
                </a:lnTo>
                <a:lnTo>
                  <a:pt x="2122212" y="0"/>
                </a:lnTo>
                <a:lnTo>
                  <a:pt x="2138050" y="0"/>
                </a:lnTo>
                <a:lnTo>
                  <a:pt x="2153887" y="0"/>
                </a:lnTo>
                <a:lnTo>
                  <a:pt x="2169724" y="0"/>
                </a:lnTo>
                <a:lnTo>
                  <a:pt x="2185562" y="3286"/>
                </a:lnTo>
                <a:lnTo>
                  <a:pt x="2201399" y="15977"/>
                </a:lnTo>
                <a:lnTo>
                  <a:pt x="2217237" y="28667"/>
                </a:lnTo>
                <a:lnTo>
                  <a:pt x="2233074" y="41358"/>
                </a:lnTo>
                <a:lnTo>
                  <a:pt x="2248911" y="54048"/>
                </a:lnTo>
                <a:lnTo>
                  <a:pt x="2264749" y="66739"/>
                </a:lnTo>
                <a:lnTo>
                  <a:pt x="2280586" y="79429"/>
                </a:lnTo>
                <a:lnTo>
                  <a:pt x="2296424" y="92120"/>
                </a:lnTo>
                <a:lnTo>
                  <a:pt x="2312261" y="104810"/>
                </a:lnTo>
                <a:lnTo>
                  <a:pt x="2328098" y="117501"/>
                </a:lnTo>
                <a:lnTo>
                  <a:pt x="2343936" y="130191"/>
                </a:lnTo>
                <a:lnTo>
                  <a:pt x="2359773" y="142882"/>
                </a:lnTo>
                <a:lnTo>
                  <a:pt x="2375611" y="155572"/>
                </a:lnTo>
                <a:lnTo>
                  <a:pt x="2391448" y="168263"/>
                </a:lnTo>
                <a:lnTo>
                  <a:pt x="2407286" y="180953"/>
                </a:lnTo>
                <a:lnTo>
                  <a:pt x="2423123" y="193644"/>
                </a:lnTo>
                <a:lnTo>
                  <a:pt x="2438960" y="206335"/>
                </a:lnTo>
                <a:lnTo>
                  <a:pt x="2454798" y="219025"/>
                </a:lnTo>
                <a:lnTo>
                  <a:pt x="2470635" y="231716"/>
                </a:lnTo>
                <a:lnTo>
                  <a:pt x="2486473" y="244406"/>
                </a:lnTo>
                <a:lnTo>
                  <a:pt x="2502310" y="257097"/>
                </a:lnTo>
                <a:lnTo>
                  <a:pt x="2518147" y="269787"/>
                </a:lnTo>
                <a:lnTo>
                  <a:pt x="2533985" y="282478"/>
                </a:lnTo>
                <a:lnTo>
                  <a:pt x="2549822" y="295168"/>
                </a:lnTo>
                <a:lnTo>
                  <a:pt x="2565660" y="307859"/>
                </a:lnTo>
                <a:lnTo>
                  <a:pt x="2581497" y="320549"/>
                </a:lnTo>
                <a:lnTo>
                  <a:pt x="2597334" y="333240"/>
                </a:lnTo>
                <a:lnTo>
                  <a:pt x="2613172" y="345930"/>
                </a:lnTo>
                <a:lnTo>
                  <a:pt x="2629009" y="358621"/>
                </a:lnTo>
                <a:lnTo>
                  <a:pt x="2644847" y="371311"/>
                </a:lnTo>
                <a:lnTo>
                  <a:pt x="2660684" y="384002"/>
                </a:lnTo>
                <a:lnTo>
                  <a:pt x="2676521" y="396692"/>
                </a:lnTo>
                <a:lnTo>
                  <a:pt x="2692359" y="409383"/>
                </a:lnTo>
                <a:lnTo>
                  <a:pt x="2708196" y="422073"/>
                </a:lnTo>
                <a:lnTo>
                  <a:pt x="2724034" y="434764"/>
                </a:lnTo>
                <a:lnTo>
                  <a:pt x="2739871" y="447454"/>
                </a:lnTo>
                <a:lnTo>
                  <a:pt x="2755708" y="460145"/>
                </a:lnTo>
                <a:lnTo>
                  <a:pt x="2771546" y="472835"/>
                </a:lnTo>
                <a:lnTo>
                  <a:pt x="2787383" y="485526"/>
                </a:lnTo>
                <a:lnTo>
                  <a:pt x="2803221" y="498216"/>
                </a:lnTo>
                <a:lnTo>
                  <a:pt x="2819058" y="510907"/>
                </a:lnTo>
                <a:lnTo>
                  <a:pt x="2834896" y="523597"/>
                </a:lnTo>
                <a:lnTo>
                  <a:pt x="2850733" y="536288"/>
                </a:lnTo>
                <a:lnTo>
                  <a:pt x="2866570" y="548978"/>
                </a:lnTo>
                <a:lnTo>
                  <a:pt x="2882408" y="561669"/>
                </a:lnTo>
                <a:lnTo>
                  <a:pt x="2898245" y="574359"/>
                </a:lnTo>
                <a:lnTo>
                  <a:pt x="2914083" y="587050"/>
                </a:lnTo>
                <a:lnTo>
                  <a:pt x="2929920" y="599740"/>
                </a:lnTo>
                <a:lnTo>
                  <a:pt x="2945757" y="612431"/>
                </a:lnTo>
                <a:lnTo>
                  <a:pt x="2961595" y="625122"/>
                </a:lnTo>
                <a:lnTo>
                  <a:pt x="2977432" y="637812"/>
                </a:lnTo>
                <a:lnTo>
                  <a:pt x="2993270" y="650503"/>
                </a:lnTo>
                <a:lnTo>
                  <a:pt x="3009107" y="663193"/>
                </a:lnTo>
                <a:lnTo>
                  <a:pt x="3024944" y="675884"/>
                </a:lnTo>
                <a:lnTo>
                  <a:pt x="3040782" y="688574"/>
                </a:lnTo>
                <a:lnTo>
                  <a:pt x="3056619" y="701265"/>
                </a:lnTo>
                <a:lnTo>
                  <a:pt x="3072457" y="713955"/>
                </a:lnTo>
                <a:lnTo>
                  <a:pt x="3088294" y="726646"/>
                </a:lnTo>
                <a:lnTo>
                  <a:pt x="3104131" y="739336"/>
                </a:lnTo>
                <a:lnTo>
                  <a:pt x="3119969" y="752027"/>
                </a:lnTo>
                <a:lnTo>
                  <a:pt x="3135806" y="764717"/>
                </a:lnTo>
                <a:lnTo>
                  <a:pt x="3151644" y="777408"/>
                </a:lnTo>
                <a:lnTo>
                  <a:pt x="3167481" y="790098"/>
                </a:lnTo>
                <a:lnTo>
                  <a:pt x="3183319" y="802789"/>
                </a:lnTo>
                <a:lnTo>
                  <a:pt x="3199156" y="815479"/>
                </a:lnTo>
                <a:lnTo>
                  <a:pt x="3214993" y="828170"/>
                </a:lnTo>
                <a:lnTo>
                  <a:pt x="3230831" y="840860"/>
                </a:lnTo>
                <a:lnTo>
                  <a:pt x="3246668" y="853551"/>
                </a:lnTo>
                <a:lnTo>
                  <a:pt x="3262506" y="866241"/>
                </a:lnTo>
                <a:lnTo>
                  <a:pt x="3278343" y="878932"/>
                </a:lnTo>
                <a:lnTo>
                  <a:pt x="3294180" y="891622"/>
                </a:lnTo>
                <a:lnTo>
                  <a:pt x="3310018" y="904313"/>
                </a:lnTo>
                <a:lnTo>
                  <a:pt x="3325855" y="917003"/>
                </a:lnTo>
                <a:lnTo>
                  <a:pt x="3341693" y="929694"/>
                </a:lnTo>
                <a:lnTo>
                  <a:pt x="3357530" y="942384"/>
                </a:lnTo>
                <a:lnTo>
                  <a:pt x="3373367" y="955075"/>
                </a:lnTo>
                <a:lnTo>
                  <a:pt x="3389205" y="967765"/>
                </a:lnTo>
                <a:lnTo>
                  <a:pt x="3405042" y="980456"/>
                </a:lnTo>
                <a:lnTo>
                  <a:pt x="3420880" y="993146"/>
                </a:lnTo>
                <a:lnTo>
                  <a:pt x="3436717" y="1005837"/>
                </a:lnTo>
                <a:lnTo>
                  <a:pt x="3452554" y="1018527"/>
                </a:lnTo>
                <a:lnTo>
                  <a:pt x="3468392" y="1031218"/>
                </a:lnTo>
                <a:lnTo>
                  <a:pt x="3484229" y="1043909"/>
                </a:lnTo>
                <a:lnTo>
                  <a:pt x="3500067" y="1056599"/>
                </a:lnTo>
                <a:lnTo>
                  <a:pt x="3515904" y="1069290"/>
                </a:lnTo>
                <a:lnTo>
                  <a:pt x="3531741" y="1081980"/>
                </a:lnTo>
                <a:lnTo>
                  <a:pt x="3547579" y="1094671"/>
                </a:lnTo>
                <a:lnTo>
                  <a:pt x="3563416" y="1107361"/>
                </a:lnTo>
                <a:lnTo>
                  <a:pt x="3579254" y="1120052"/>
                </a:lnTo>
                <a:lnTo>
                  <a:pt x="3595091" y="1132742"/>
                </a:lnTo>
                <a:lnTo>
                  <a:pt x="3610929" y="1145433"/>
                </a:lnTo>
                <a:lnTo>
                  <a:pt x="3626766" y="1158123"/>
                </a:lnTo>
                <a:lnTo>
                  <a:pt x="3642603" y="1170814"/>
                </a:lnTo>
                <a:lnTo>
                  <a:pt x="3658441" y="1183504"/>
                </a:lnTo>
                <a:lnTo>
                  <a:pt x="3674278" y="1196195"/>
                </a:lnTo>
                <a:lnTo>
                  <a:pt x="3690116" y="1208885"/>
                </a:lnTo>
                <a:lnTo>
                  <a:pt x="3705953" y="1221576"/>
                </a:lnTo>
                <a:lnTo>
                  <a:pt x="3721790" y="1234266"/>
                </a:lnTo>
                <a:lnTo>
                  <a:pt x="3737628" y="1246957"/>
                </a:lnTo>
                <a:lnTo>
                  <a:pt x="3753465" y="1259647"/>
                </a:lnTo>
                <a:lnTo>
                  <a:pt x="3764911" y="1268819"/>
                </a:lnTo>
              </a:path>
            </a:pathLst>
          </a:custGeom>
          <a:noFill/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99248" y="3438144"/>
            <a:ext cx="18288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46136" y="3374136"/>
            <a:ext cx="102778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perfil trapezoidal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3374136"/>
            <a:ext cx="3959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>
                <a:solidFill>
                  <a:srgbClr val="8DA2C0"/>
                </a:solidFill>
                <a:latin typeface="Segoe UI"/>
              </a:rPr>
              <a:t>t (s)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3794760"/>
            <a:ext cx="4754880" cy="2286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392277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resposta do PID ao alvo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99248" y="5696712"/>
            <a:ext cx="3959352" cy="7315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59" y="561441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99248" y="5335524"/>
            <a:ext cx="39593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59" y="525322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9248" y="4974336"/>
            <a:ext cx="39593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59" y="489204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99248" y="4613148"/>
            <a:ext cx="39593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59" y="4530852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99248" y="4251960"/>
            <a:ext cx="39593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23759" y="416966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4927" y="576986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19032" y="4251960"/>
            <a:ext cx="7315" cy="14447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44712" y="576986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38816" y="4251960"/>
            <a:ext cx="7315" cy="14447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64496" y="576986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2.0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58600" y="4251960"/>
            <a:ext cx="7315" cy="14447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384280" y="576986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3.0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99248" y="4251960"/>
            <a:ext cx="7315" cy="1444752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7699248" y="4395777"/>
            <a:ext cx="3959351" cy="1300935"/>
          </a:xfrm>
          <a:custGeom>
            <a:avLst/>
            <a:gdLst/>
            <a:ahLst/>
            <a:cxnLst/>
            <a:rect l="l" t="t" r="r" b="b"/>
            <a:pathLst>
              <a:path w="3959351" h="1300935">
                <a:moveTo>
                  <a:pt x="0" y="1300935"/>
                </a:moveTo>
                <a:lnTo>
                  <a:pt x="13197" y="1295155"/>
                </a:lnTo>
                <a:lnTo>
                  <a:pt x="26395" y="1283866"/>
                </a:lnTo>
                <a:lnTo>
                  <a:pt x="39593" y="1267358"/>
                </a:lnTo>
                <a:lnTo>
                  <a:pt x="52791" y="1245946"/>
                </a:lnTo>
                <a:lnTo>
                  <a:pt x="65989" y="1219963"/>
                </a:lnTo>
                <a:lnTo>
                  <a:pt x="79187" y="1189759"/>
                </a:lnTo>
                <a:lnTo>
                  <a:pt x="92384" y="1155696"/>
                </a:lnTo>
                <a:lnTo>
                  <a:pt x="105582" y="1118146"/>
                </a:lnTo>
                <a:lnTo>
                  <a:pt x="118780" y="1077489"/>
                </a:lnTo>
                <a:lnTo>
                  <a:pt x="131978" y="1034108"/>
                </a:lnTo>
                <a:lnTo>
                  <a:pt x="145176" y="988392"/>
                </a:lnTo>
                <a:lnTo>
                  <a:pt x="158374" y="940726"/>
                </a:lnTo>
                <a:lnTo>
                  <a:pt x="171571" y="891493"/>
                </a:lnTo>
                <a:lnTo>
                  <a:pt x="184769" y="841070"/>
                </a:lnTo>
                <a:lnTo>
                  <a:pt x="197967" y="789829"/>
                </a:lnTo>
                <a:lnTo>
                  <a:pt x="211165" y="738129"/>
                </a:lnTo>
                <a:lnTo>
                  <a:pt x="224363" y="686320"/>
                </a:lnTo>
                <a:lnTo>
                  <a:pt x="237561" y="634738"/>
                </a:lnTo>
                <a:lnTo>
                  <a:pt x="250758" y="583704"/>
                </a:lnTo>
                <a:lnTo>
                  <a:pt x="263956" y="533523"/>
                </a:lnTo>
                <a:lnTo>
                  <a:pt x="277154" y="484481"/>
                </a:lnTo>
                <a:lnTo>
                  <a:pt x="290352" y="436847"/>
                </a:lnTo>
                <a:lnTo>
                  <a:pt x="303550" y="390870"/>
                </a:lnTo>
                <a:lnTo>
                  <a:pt x="316748" y="346777"/>
                </a:lnTo>
                <a:lnTo>
                  <a:pt x="329946" y="304776"/>
                </a:lnTo>
                <a:lnTo>
                  <a:pt x="343143" y="265051"/>
                </a:lnTo>
                <a:lnTo>
                  <a:pt x="356341" y="227766"/>
                </a:lnTo>
                <a:lnTo>
                  <a:pt x="369539" y="193061"/>
                </a:lnTo>
                <a:lnTo>
                  <a:pt x="382737" y="161056"/>
                </a:lnTo>
                <a:lnTo>
                  <a:pt x="395935" y="131847"/>
                </a:lnTo>
                <a:lnTo>
                  <a:pt x="409133" y="105510"/>
                </a:lnTo>
                <a:lnTo>
                  <a:pt x="422330" y="82098"/>
                </a:lnTo>
                <a:lnTo>
                  <a:pt x="435528" y="61644"/>
                </a:lnTo>
                <a:lnTo>
                  <a:pt x="448726" y="44161"/>
                </a:lnTo>
                <a:lnTo>
                  <a:pt x="461924" y="29641"/>
                </a:lnTo>
                <a:lnTo>
                  <a:pt x="475122" y="18059"/>
                </a:lnTo>
                <a:lnTo>
                  <a:pt x="488320" y="9373"/>
                </a:lnTo>
                <a:lnTo>
                  <a:pt x="501517" y="3520"/>
                </a:lnTo>
                <a:lnTo>
                  <a:pt x="514715" y="426"/>
                </a:lnTo>
                <a:lnTo>
                  <a:pt x="527913" y="0"/>
                </a:lnTo>
                <a:lnTo>
                  <a:pt x="541111" y="2138"/>
                </a:lnTo>
                <a:lnTo>
                  <a:pt x="554309" y="6724"/>
                </a:lnTo>
                <a:lnTo>
                  <a:pt x="567507" y="13630"/>
                </a:lnTo>
                <a:lnTo>
                  <a:pt x="580704" y="22720"/>
                </a:lnTo>
                <a:lnTo>
                  <a:pt x="593902" y="33848"/>
                </a:lnTo>
                <a:lnTo>
                  <a:pt x="607100" y="46861"/>
                </a:lnTo>
                <a:lnTo>
                  <a:pt x="620298" y="61601"/>
                </a:lnTo>
                <a:lnTo>
                  <a:pt x="633496" y="77903"/>
                </a:lnTo>
                <a:lnTo>
                  <a:pt x="646694" y="95602"/>
                </a:lnTo>
                <a:lnTo>
                  <a:pt x="659892" y="114529"/>
                </a:lnTo>
                <a:lnTo>
                  <a:pt x="673089" y="134512"/>
                </a:lnTo>
                <a:lnTo>
                  <a:pt x="686287" y="155382"/>
                </a:lnTo>
                <a:lnTo>
                  <a:pt x="699485" y="176969"/>
                </a:lnTo>
                <a:lnTo>
                  <a:pt x="712683" y="199108"/>
                </a:lnTo>
                <a:lnTo>
                  <a:pt x="725881" y="221633"/>
                </a:lnTo>
                <a:lnTo>
                  <a:pt x="739079" y="244386"/>
                </a:lnTo>
                <a:lnTo>
                  <a:pt x="752276" y="267212"/>
                </a:lnTo>
                <a:lnTo>
                  <a:pt x="765474" y="289962"/>
                </a:lnTo>
                <a:lnTo>
                  <a:pt x="778672" y="312493"/>
                </a:lnTo>
                <a:lnTo>
                  <a:pt x="791870" y="334669"/>
                </a:lnTo>
                <a:lnTo>
                  <a:pt x="805068" y="356364"/>
                </a:lnTo>
                <a:lnTo>
                  <a:pt x="818266" y="377457"/>
                </a:lnTo>
                <a:lnTo>
                  <a:pt x="831463" y="397838"/>
                </a:lnTo>
                <a:lnTo>
                  <a:pt x="844661" y="417404"/>
                </a:lnTo>
                <a:lnTo>
                  <a:pt x="857859" y="436063"/>
                </a:lnTo>
                <a:lnTo>
                  <a:pt x="871057" y="453732"/>
                </a:lnTo>
                <a:lnTo>
                  <a:pt x="884255" y="470338"/>
                </a:lnTo>
                <a:lnTo>
                  <a:pt x="897453" y="485816"/>
                </a:lnTo>
                <a:lnTo>
                  <a:pt x="910650" y="500112"/>
                </a:lnTo>
                <a:lnTo>
                  <a:pt x="923848" y="513183"/>
                </a:lnTo>
                <a:lnTo>
                  <a:pt x="937046" y="524994"/>
                </a:lnTo>
                <a:lnTo>
                  <a:pt x="950244" y="535519"/>
                </a:lnTo>
                <a:lnTo>
                  <a:pt x="963442" y="544743"/>
                </a:lnTo>
                <a:lnTo>
                  <a:pt x="976640" y="552659"/>
                </a:lnTo>
                <a:lnTo>
                  <a:pt x="989838" y="559268"/>
                </a:lnTo>
                <a:lnTo>
                  <a:pt x="1003035" y="564580"/>
                </a:lnTo>
                <a:lnTo>
                  <a:pt x="1016233" y="568613"/>
                </a:lnTo>
                <a:lnTo>
                  <a:pt x="1029431" y="571393"/>
                </a:lnTo>
                <a:lnTo>
                  <a:pt x="1042629" y="572952"/>
                </a:lnTo>
                <a:lnTo>
                  <a:pt x="1055827" y="573328"/>
                </a:lnTo>
                <a:lnTo>
                  <a:pt x="1069025" y="572568"/>
                </a:lnTo>
                <a:lnTo>
                  <a:pt x="1082222" y="570720"/>
                </a:lnTo>
                <a:lnTo>
                  <a:pt x="1095420" y="567840"/>
                </a:lnTo>
                <a:lnTo>
                  <a:pt x="1108618" y="563988"/>
                </a:lnTo>
                <a:lnTo>
                  <a:pt x="1121816" y="559228"/>
                </a:lnTo>
                <a:lnTo>
                  <a:pt x="1135014" y="553626"/>
                </a:lnTo>
                <a:lnTo>
                  <a:pt x="1148212" y="547252"/>
                </a:lnTo>
                <a:lnTo>
                  <a:pt x="1161409" y="540178"/>
                </a:lnTo>
                <a:lnTo>
                  <a:pt x="1174607" y="532476"/>
                </a:lnTo>
                <a:lnTo>
                  <a:pt x="1187805" y="524222"/>
                </a:lnTo>
                <a:lnTo>
                  <a:pt x="1201003" y="515490"/>
                </a:lnTo>
                <a:lnTo>
                  <a:pt x="1214201" y="506354"/>
                </a:lnTo>
                <a:lnTo>
                  <a:pt x="1227399" y="496891"/>
                </a:lnTo>
                <a:lnTo>
                  <a:pt x="1240596" y="487173"/>
                </a:lnTo>
                <a:lnTo>
                  <a:pt x="1253794" y="477272"/>
                </a:lnTo>
                <a:lnTo>
                  <a:pt x="1266992" y="467261"/>
                </a:lnTo>
                <a:lnTo>
                  <a:pt x="1280190" y="457206"/>
                </a:lnTo>
                <a:lnTo>
                  <a:pt x="1293388" y="447174"/>
                </a:lnTo>
                <a:lnTo>
                  <a:pt x="1306586" y="437228"/>
                </a:lnTo>
                <a:lnTo>
                  <a:pt x="1319784" y="427430"/>
                </a:lnTo>
                <a:lnTo>
                  <a:pt x="1332981" y="417834"/>
                </a:lnTo>
                <a:lnTo>
                  <a:pt x="1346179" y="408495"/>
                </a:lnTo>
                <a:lnTo>
                  <a:pt x="1359377" y="399462"/>
                </a:lnTo>
                <a:lnTo>
                  <a:pt x="1372575" y="390781"/>
                </a:lnTo>
                <a:lnTo>
                  <a:pt x="1385773" y="382493"/>
                </a:lnTo>
                <a:lnTo>
                  <a:pt x="1398971" y="374636"/>
                </a:lnTo>
                <a:lnTo>
                  <a:pt x="1412168" y="367242"/>
                </a:lnTo>
                <a:lnTo>
                  <a:pt x="1425366" y="360341"/>
                </a:lnTo>
                <a:lnTo>
                  <a:pt x="1438564" y="353957"/>
                </a:lnTo>
                <a:lnTo>
                  <a:pt x="1451762" y="348109"/>
                </a:lnTo>
                <a:lnTo>
                  <a:pt x="1464960" y="342815"/>
                </a:lnTo>
                <a:lnTo>
                  <a:pt x="1478158" y="338085"/>
                </a:lnTo>
                <a:lnTo>
                  <a:pt x="1491355" y="333928"/>
                </a:lnTo>
                <a:lnTo>
                  <a:pt x="1504553" y="330346"/>
                </a:lnTo>
                <a:lnTo>
                  <a:pt x="1517751" y="327341"/>
                </a:lnTo>
                <a:lnTo>
                  <a:pt x="1530949" y="324908"/>
                </a:lnTo>
                <a:lnTo>
                  <a:pt x="1544147" y="323040"/>
                </a:lnTo>
                <a:lnTo>
                  <a:pt x="1557345" y="321726"/>
                </a:lnTo>
                <a:lnTo>
                  <a:pt x="1570542" y="320953"/>
                </a:lnTo>
                <a:lnTo>
                  <a:pt x="1583740" y="320703"/>
                </a:lnTo>
                <a:lnTo>
                  <a:pt x="1596938" y="320958"/>
                </a:lnTo>
                <a:lnTo>
                  <a:pt x="1610136" y="321696"/>
                </a:lnTo>
                <a:lnTo>
                  <a:pt x="1623334" y="322892"/>
                </a:lnTo>
                <a:lnTo>
                  <a:pt x="1636532" y="324521"/>
                </a:lnTo>
                <a:lnTo>
                  <a:pt x="1649730" y="326554"/>
                </a:lnTo>
                <a:lnTo>
                  <a:pt x="1662927" y="328964"/>
                </a:lnTo>
                <a:lnTo>
                  <a:pt x="1676125" y="331718"/>
                </a:lnTo>
                <a:lnTo>
                  <a:pt x="1689323" y="334786"/>
                </a:lnTo>
                <a:lnTo>
                  <a:pt x="1702521" y="338136"/>
                </a:lnTo>
                <a:lnTo>
                  <a:pt x="1715719" y="341735"/>
                </a:lnTo>
                <a:lnTo>
                  <a:pt x="1728917" y="345550"/>
                </a:lnTo>
                <a:lnTo>
                  <a:pt x="1742114" y="349548"/>
                </a:lnTo>
                <a:lnTo>
                  <a:pt x="1755312" y="353695"/>
                </a:lnTo>
                <a:lnTo>
                  <a:pt x="1768510" y="357960"/>
                </a:lnTo>
                <a:lnTo>
                  <a:pt x="1781708" y="362311"/>
                </a:lnTo>
                <a:lnTo>
                  <a:pt x="1794906" y="366715"/>
                </a:lnTo>
                <a:lnTo>
                  <a:pt x="1808104" y="371144"/>
                </a:lnTo>
                <a:lnTo>
                  <a:pt x="1821301" y="375567"/>
                </a:lnTo>
                <a:lnTo>
                  <a:pt x="1834499" y="379956"/>
                </a:lnTo>
                <a:lnTo>
                  <a:pt x="1847697" y="384285"/>
                </a:lnTo>
                <a:lnTo>
                  <a:pt x="1860895" y="388529"/>
                </a:lnTo>
                <a:lnTo>
                  <a:pt x="1874093" y="392663"/>
                </a:lnTo>
                <a:lnTo>
                  <a:pt x="1887291" y="396665"/>
                </a:lnTo>
                <a:lnTo>
                  <a:pt x="1900488" y="400516"/>
                </a:lnTo>
                <a:lnTo>
                  <a:pt x="1913686" y="404197"/>
                </a:lnTo>
                <a:lnTo>
                  <a:pt x="1926884" y="407690"/>
                </a:lnTo>
                <a:lnTo>
                  <a:pt x="1940082" y="410981"/>
                </a:lnTo>
                <a:lnTo>
                  <a:pt x="1953280" y="414058"/>
                </a:lnTo>
                <a:lnTo>
                  <a:pt x="1966478" y="416908"/>
                </a:lnTo>
                <a:lnTo>
                  <a:pt x="1979676" y="419523"/>
                </a:lnTo>
                <a:lnTo>
                  <a:pt x="1992873" y="421896"/>
                </a:lnTo>
                <a:lnTo>
                  <a:pt x="2006071" y="424020"/>
                </a:lnTo>
                <a:lnTo>
                  <a:pt x="2019269" y="425893"/>
                </a:lnTo>
                <a:lnTo>
                  <a:pt x="2032467" y="427512"/>
                </a:lnTo>
                <a:lnTo>
                  <a:pt x="2045665" y="428878"/>
                </a:lnTo>
                <a:lnTo>
                  <a:pt x="2058863" y="429990"/>
                </a:lnTo>
                <a:lnTo>
                  <a:pt x="2072060" y="430854"/>
                </a:lnTo>
                <a:lnTo>
                  <a:pt x="2085258" y="431472"/>
                </a:lnTo>
                <a:lnTo>
                  <a:pt x="2098456" y="431851"/>
                </a:lnTo>
                <a:lnTo>
                  <a:pt x="2111654" y="431998"/>
                </a:lnTo>
                <a:lnTo>
                  <a:pt x="2124852" y="431921"/>
                </a:lnTo>
                <a:lnTo>
                  <a:pt x="2138050" y="431631"/>
                </a:lnTo>
                <a:lnTo>
                  <a:pt x="2151247" y="431136"/>
                </a:lnTo>
                <a:lnTo>
                  <a:pt x="2164445" y="430449"/>
                </a:lnTo>
                <a:lnTo>
                  <a:pt x="2177643" y="429581"/>
                </a:lnTo>
                <a:lnTo>
                  <a:pt x="2190841" y="428546"/>
                </a:lnTo>
                <a:lnTo>
                  <a:pt x="2204039" y="427356"/>
                </a:lnTo>
                <a:lnTo>
                  <a:pt x="2217237" y="426026"/>
                </a:lnTo>
                <a:lnTo>
                  <a:pt x="2230434" y="424569"/>
                </a:lnTo>
                <a:lnTo>
                  <a:pt x="2243632" y="423001"/>
                </a:lnTo>
                <a:lnTo>
                  <a:pt x="2256830" y="421335"/>
                </a:lnTo>
                <a:lnTo>
                  <a:pt x="2270028" y="419586"/>
                </a:lnTo>
                <a:lnTo>
                  <a:pt x="2283226" y="417769"/>
                </a:lnTo>
                <a:lnTo>
                  <a:pt x="2296424" y="415897"/>
                </a:lnTo>
                <a:lnTo>
                  <a:pt x="2309622" y="413986"/>
                </a:lnTo>
                <a:lnTo>
                  <a:pt x="2322819" y="412049"/>
                </a:lnTo>
                <a:lnTo>
                  <a:pt x="2336017" y="410098"/>
                </a:lnTo>
                <a:lnTo>
                  <a:pt x="2349215" y="408149"/>
                </a:lnTo>
                <a:lnTo>
                  <a:pt x="2362413" y="406212"/>
                </a:lnTo>
                <a:lnTo>
                  <a:pt x="2375611" y="404300"/>
                </a:lnTo>
                <a:lnTo>
                  <a:pt x="2388809" y="402423"/>
                </a:lnTo>
                <a:lnTo>
                  <a:pt x="2402006" y="400594"/>
                </a:lnTo>
                <a:lnTo>
                  <a:pt x="2415204" y="398820"/>
                </a:lnTo>
                <a:lnTo>
                  <a:pt x="2428402" y="397112"/>
                </a:lnTo>
                <a:lnTo>
                  <a:pt x="2441600" y="395478"/>
                </a:lnTo>
                <a:lnTo>
                  <a:pt x="2454798" y="393925"/>
                </a:lnTo>
                <a:lnTo>
                  <a:pt x="2467996" y="392460"/>
                </a:lnTo>
                <a:lnTo>
                  <a:pt x="2481193" y="391089"/>
                </a:lnTo>
                <a:lnTo>
                  <a:pt x="2494391" y="389817"/>
                </a:lnTo>
                <a:lnTo>
                  <a:pt x="2507589" y="388648"/>
                </a:lnTo>
                <a:lnTo>
                  <a:pt x="2520787" y="387585"/>
                </a:lnTo>
                <a:lnTo>
                  <a:pt x="2533985" y="386631"/>
                </a:lnTo>
                <a:lnTo>
                  <a:pt x="2547183" y="385788"/>
                </a:lnTo>
                <a:lnTo>
                  <a:pt x="2560380" y="385057"/>
                </a:lnTo>
                <a:lnTo>
                  <a:pt x="2573578" y="384437"/>
                </a:lnTo>
                <a:lnTo>
                  <a:pt x="2586776" y="383929"/>
                </a:lnTo>
                <a:lnTo>
                  <a:pt x="2599974" y="383530"/>
                </a:lnTo>
                <a:lnTo>
                  <a:pt x="2613172" y="383241"/>
                </a:lnTo>
                <a:lnTo>
                  <a:pt x="2626370" y="383057"/>
                </a:lnTo>
                <a:lnTo>
                  <a:pt x="2639568" y="382975"/>
                </a:lnTo>
                <a:lnTo>
                  <a:pt x="2652765" y="382993"/>
                </a:lnTo>
                <a:lnTo>
                  <a:pt x="2665963" y="383106"/>
                </a:lnTo>
                <a:lnTo>
                  <a:pt x="2679161" y="383310"/>
                </a:lnTo>
                <a:lnTo>
                  <a:pt x="2692359" y="383599"/>
                </a:lnTo>
                <a:lnTo>
                  <a:pt x="2705557" y="383969"/>
                </a:lnTo>
                <a:lnTo>
                  <a:pt x="2718755" y="384413"/>
                </a:lnTo>
                <a:lnTo>
                  <a:pt x="2731952" y="384927"/>
                </a:lnTo>
                <a:lnTo>
                  <a:pt x="2745150" y="385503"/>
                </a:lnTo>
                <a:lnTo>
                  <a:pt x="2758348" y="386136"/>
                </a:lnTo>
                <a:lnTo>
                  <a:pt x="2771546" y="386819"/>
                </a:lnTo>
                <a:lnTo>
                  <a:pt x="2784744" y="387547"/>
                </a:lnTo>
                <a:lnTo>
                  <a:pt x="2797942" y="388312"/>
                </a:lnTo>
                <a:lnTo>
                  <a:pt x="2811139" y="389108"/>
                </a:lnTo>
                <a:lnTo>
                  <a:pt x="2824337" y="389929"/>
                </a:lnTo>
                <a:lnTo>
                  <a:pt x="2837535" y="390768"/>
                </a:lnTo>
                <a:lnTo>
                  <a:pt x="2850733" y="391620"/>
                </a:lnTo>
                <a:lnTo>
                  <a:pt x="2863931" y="392479"/>
                </a:lnTo>
                <a:lnTo>
                  <a:pt x="2877129" y="393338"/>
                </a:lnTo>
                <a:lnTo>
                  <a:pt x="2890326" y="394193"/>
                </a:lnTo>
                <a:lnTo>
                  <a:pt x="2903524" y="395037"/>
                </a:lnTo>
                <a:lnTo>
                  <a:pt x="2916722" y="395867"/>
                </a:lnTo>
                <a:lnTo>
                  <a:pt x="2929920" y="396676"/>
                </a:lnTo>
                <a:lnTo>
                  <a:pt x="2943118" y="397462"/>
                </a:lnTo>
                <a:lnTo>
                  <a:pt x="2956316" y="398219"/>
                </a:lnTo>
                <a:lnTo>
                  <a:pt x="2969513" y="398945"/>
                </a:lnTo>
                <a:lnTo>
                  <a:pt x="2982711" y="399635"/>
                </a:lnTo>
                <a:lnTo>
                  <a:pt x="2995909" y="400287"/>
                </a:lnTo>
                <a:lnTo>
                  <a:pt x="3009107" y="400898"/>
                </a:lnTo>
                <a:lnTo>
                  <a:pt x="3022305" y="401465"/>
                </a:lnTo>
                <a:lnTo>
                  <a:pt x="3035503" y="401988"/>
                </a:lnTo>
                <a:lnTo>
                  <a:pt x="3048701" y="402464"/>
                </a:lnTo>
                <a:lnTo>
                  <a:pt x="3061898" y="402892"/>
                </a:lnTo>
                <a:lnTo>
                  <a:pt x="3075096" y="403271"/>
                </a:lnTo>
                <a:lnTo>
                  <a:pt x="3088294" y="403602"/>
                </a:lnTo>
                <a:lnTo>
                  <a:pt x="3101492" y="403883"/>
                </a:lnTo>
                <a:lnTo>
                  <a:pt x="3114690" y="404115"/>
                </a:lnTo>
                <a:lnTo>
                  <a:pt x="3127888" y="404298"/>
                </a:lnTo>
                <a:lnTo>
                  <a:pt x="3141085" y="404433"/>
                </a:lnTo>
                <a:lnTo>
                  <a:pt x="3154283" y="404522"/>
                </a:lnTo>
                <a:lnTo>
                  <a:pt x="3167481" y="404565"/>
                </a:lnTo>
                <a:lnTo>
                  <a:pt x="3180679" y="404564"/>
                </a:lnTo>
                <a:lnTo>
                  <a:pt x="3193877" y="404521"/>
                </a:lnTo>
                <a:lnTo>
                  <a:pt x="3207075" y="404438"/>
                </a:lnTo>
                <a:lnTo>
                  <a:pt x="3220272" y="404316"/>
                </a:lnTo>
                <a:lnTo>
                  <a:pt x="3233470" y="404159"/>
                </a:lnTo>
                <a:lnTo>
                  <a:pt x="3246668" y="403968"/>
                </a:lnTo>
                <a:lnTo>
                  <a:pt x="3259866" y="403747"/>
                </a:lnTo>
                <a:lnTo>
                  <a:pt x="3273064" y="403497"/>
                </a:lnTo>
                <a:lnTo>
                  <a:pt x="3286262" y="403222"/>
                </a:lnTo>
                <a:lnTo>
                  <a:pt x="3299459" y="402925"/>
                </a:lnTo>
                <a:lnTo>
                  <a:pt x="3312657" y="402607"/>
                </a:lnTo>
                <a:lnTo>
                  <a:pt x="3325855" y="402273"/>
                </a:lnTo>
                <a:lnTo>
                  <a:pt x="3339053" y="401924"/>
                </a:lnTo>
                <a:lnTo>
                  <a:pt x="3352251" y="401564"/>
                </a:lnTo>
                <a:lnTo>
                  <a:pt x="3365449" y="401196"/>
                </a:lnTo>
                <a:lnTo>
                  <a:pt x="3378647" y="400821"/>
                </a:lnTo>
                <a:lnTo>
                  <a:pt x="3391844" y="400443"/>
                </a:lnTo>
                <a:lnTo>
                  <a:pt x="3405042" y="400064"/>
                </a:lnTo>
                <a:lnTo>
                  <a:pt x="3418240" y="399687"/>
                </a:lnTo>
                <a:lnTo>
                  <a:pt x="3431438" y="399314"/>
                </a:lnTo>
                <a:lnTo>
                  <a:pt x="3444636" y="398948"/>
                </a:lnTo>
                <a:lnTo>
                  <a:pt x="3457834" y="398590"/>
                </a:lnTo>
                <a:lnTo>
                  <a:pt x="3471031" y="398242"/>
                </a:lnTo>
                <a:lnTo>
                  <a:pt x="3484229" y="397906"/>
                </a:lnTo>
                <a:lnTo>
                  <a:pt x="3497427" y="397584"/>
                </a:lnTo>
                <a:lnTo>
                  <a:pt x="3510625" y="397277"/>
                </a:lnTo>
                <a:lnTo>
                  <a:pt x="3523823" y="396987"/>
                </a:lnTo>
                <a:lnTo>
                  <a:pt x="3537021" y="396715"/>
                </a:lnTo>
                <a:lnTo>
                  <a:pt x="3550218" y="396462"/>
                </a:lnTo>
                <a:lnTo>
                  <a:pt x="3563416" y="396228"/>
                </a:lnTo>
                <a:lnTo>
                  <a:pt x="3576614" y="396015"/>
                </a:lnTo>
                <a:lnTo>
                  <a:pt x="3589812" y="395823"/>
                </a:lnTo>
                <a:lnTo>
                  <a:pt x="3603010" y="395652"/>
                </a:lnTo>
                <a:lnTo>
                  <a:pt x="3616208" y="395503"/>
                </a:lnTo>
                <a:lnTo>
                  <a:pt x="3629405" y="395376"/>
                </a:lnTo>
                <a:lnTo>
                  <a:pt x="3642603" y="395270"/>
                </a:lnTo>
                <a:lnTo>
                  <a:pt x="3655801" y="395186"/>
                </a:lnTo>
                <a:lnTo>
                  <a:pt x="3668999" y="395123"/>
                </a:lnTo>
                <a:lnTo>
                  <a:pt x="3682197" y="395081"/>
                </a:lnTo>
                <a:lnTo>
                  <a:pt x="3695395" y="395059"/>
                </a:lnTo>
                <a:lnTo>
                  <a:pt x="3708593" y="395056"/>
                </a:lnTo>
                <a:lnTo>
                  <a:pt x="3721790" y="395072"/>
                </a:lnTo>
                <a:lnTo>
                  <a:pt x="3734988" y="395106"/>
                </a:lnTo>
                <a:lnTo>
                  <a:pt x="3748186" y="395157"/>
                </a:lnTo>
                <a:lnTo>
                  <a:pt x="3761384" y="395223"/>
                </a:lnTo>
                <a:lnTo>
                  <a:pt x="3774582" y="395305"/>
                </a:lnTo>
                <a:lnTo>
                  <a:pt x="3787780" y="395400"/>
                </a:lnTo>
                <a:lnTo>
                  <a:pt x="3800977" y="395508"/>
                </a:lnTo>
                <a:lnTo>
                  <a:pt x="3814175" y="395628"/>
                </a:lnTo>
                <a:lnTo>
                  <a:pt x="3827373" y="395757"/>
                </a:lnTo>
                <a:lnTo>
                  <a:pt x="3840571" y="395896"/>
                </a:lnTo>
                <a:lnTo>
                  <a:pt x="3853769" y="396042"/>
                </a:lnTo>
                <a:lnTo>
                  <a:pt x="3866967" y="396195"/>
                </a:lnTo>
                <a:lnTo>
                  <a:pt x="3880164" y="396353"/>
                </a:lnTo>
                <a:lnTo>
                  <a:pt x="3893362" y="396514"/>
                </a:lnTo>
                <a:lnTo>
                  <a:pt x="3906560" y="396679"/>
                </a:lnTo>
                <a:lnTo>
                  <a:pt x="3919758" y="396845"/>
                </a:lnTo>
                <a:lnTo>
                  <a:pt x="3932956" y="397012"/>
                </a:lnTo>
                <a:lnTo>
                  <a:pt x="3946154" y="397179"/>
                </a:lnTo>
                <a:lnTo>
                  <a:pt x="3959351" y="397343"/>
                </a:lnTo>
              </a:path>
            </a:pathLst>
          </a:custGeom>
          <a:noFill/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7699248" y="4754174"/>
            <a:ext cx="3959351" cy="942538"/>
          </a:xfrm>
          <a:custGeom>
            <a:avLst/>
            <a:gdLst/>
            <a:ahLst/>
            <a:cxnLst/>
            <a:rect l="l" t="t" r="r" b="b"/>
            <a:pathLst>
              <a:path w="3959351" h="942538">
                <a:moveTo>
                  <a:pt x="0" y="942538"/>
                </a:moveTo>
                <a:lnTo>
                  <a:pt x="13197" y="941797"/>
                </a:lnTo>
                <a:lnTo>
                  <a:pt x="26395" y="940346"/>
                </a:lnTo>
                <a:lnTo>
                  <a:pt x="39593" y="938215"/>
                </a:lnTo>
                <a:lnTo>
                  <a:pt x="52791" y="935432"/>
                </a:lnTo>
                <a:lnTo>
                  <a:pt x="65989" y="932026"/>
                </a:lnTo>
                <a:lnTo>
                  <a:pt x="79187" y="928024"/>
                </a:lnTo>
                <a:lnTo>
                  <a:pt x="92384" y="923454"/>
                </a:lnTo>
                <a:lnTo>
                  <a:pt x="105582" y="918342"/>
                </a:lnTo>
                <a:lnTo>
                  <a:pt x="118780" y="912714"/>
                </a:lnTo>
                <a:lnTo>
                  <a:pt x="131978" y="906594"/>
                </a:lnTo>
                <a:lnTo>
                  <a:pt x="145176" y="900009"/>
                </a:lnTo>
                <a:lnTo>
                  <a:pt x="158374" y="892982"/>
                </a:lnTo>
                <a:lnTo>
                  <a:pt x="171571" y="885535"/>
                </a:lnTo>
                <a:lnTo>
                  <a:pt x="184769" y="877693"/>
                </a:lnTo>
                <a:lnTo>
                  <a:pt x="197967" y="869478"/>
                </a:lnTo>
                <a:lnTo>
                  <a:pt x="211165" y="860910"/>
                </a:lnTo>
                <a:lnTo>
                  <a:pt x="224363" y="852012"/>
                </a:lnTo>
                <a:lnTo>
                  <a:pt x="237561" y="842803"/>
                </a:lnTo>
                <a:lnTo>
                  <a:pt x="250758" y="833304"/>
                </a:lnTo>
                <a:lnTo>
                  <a:pt x="263956" y="823534"/>
                </a:lnTo>
                <a:lnTo>
                  <a:pt x="277154" y="813513"/>
                </a:lnTo>
                <a:lnTo>
                  <a:pt x="290352" y="803257"/>
                </a:lnTo>
                <a:lnTo>
                  <a:pt x="303550" y="792785"/>
                </a:lnTo>
                <a:lnTo>
                  <a:pt x="316748" y="782115"/>
                </a:lnTo>
                <a:lnTo>
                  <a:pt x="329946" y="771262"/>
                </a:lnTo>
                <a:lnTo>
                  <a:pt x="343143" y="760244"/>
                </a:lnTo>
                <a:lnTo>
                  <a:pt x="356341" y="749075"/>
                </a:lnTo>
                <a:lnTo>
                  <a:pt x="369539" y="737772"/>
                </a:lnTo>
                <a:lnTo>
                  <a:pt x="382737" y="726348"/>
                </a:lnTo>
                <a:lnTo>
                  <a:pt x="395935" y="714818"/>
                </a:lnTo>
                <a:lnTo>
                  <a:pt x="409133" y="703195"/>
                </a:lnTo>
                <a:lnTo>
                  <a:pt x="422330" y="691493"/>
                </a:lnTo>
                <a:lnTo>
                  <a:pt x="435528" y="679724"/>
                </a:lnTo>
                <a:lnTo>
                  <a:pt x="448726" y="667902"/>
                </a:lnTo>
                <a:lnTo>
                  <a:pt x="461924" y="656037"/>
                </a:lnTo>
                <a:lnTo>
                  <a:pt x="475122" y="644141"/>
                </a:lnTo>
                <a:lnTo>
                  <a:pt x="488320" y="632225"/>
                </a:lnTo>
                <a:lnTo>
                  <a:pt x="501517" y="620300"/>
                </a:lnTo>
                <a:lnTo>
                  <a:pt x="514715" y="608375"/>
                </a:lnTo>
                <a:lnTo>
                  <a:pt x="527913" y="596462"/>
                </a:lnTo>
                <a:lnTo>
                  <a:pt x="541111" y="584568"/>
                </a:lnTo>
                <a:lnTo>
                  <a:pt x="554309" y="572703"/>
                </a:lnTo>
                <a:lnTo>
                  <a:pt x="567507" y="560875"/>
                </a:lnTo>
                <a:lnTo>
                  <a:pt x="580704" y="549093"/>
                </a:lnTo>
                <a:lnTo>
                  <a:pt x="593902" y="537365"/>
                </a:lnTo>
                <a:lnTo>
                  <a:pt x="607100" y="525697"/>
                </a:lnTo>
                <a:lnTo>
                  <a:pt x="620298" y="514097"/>
                </a:lnTo>
                <a:lnTo>
                  <a:pt x="633496" y="502573"/>
                </a:lnTo>
                <a:lnTo>
                  <a:pt x="646694" y="491130"/>
                </a:lnTo>
                <a:lnTo>
                  <a:pt x="659892" y="479774"/>
                </a:lnTo>
                <a:lnTo>
                  <a:pt x="673089" y="468511"/>
                </a:lnTo>
                <a:lnTo>
                  <a:pt x="686287" y="457347"/>
                </a:lnTo>
                <a:lnTo>
                  <a:pt x="699485" y="446287"/>
                </a:lnTo>
                <a:lnTo>
                  <a:pt x="712683" y="435336"/>
                </a:lnTo>
                <a:lnTo>
                  <a:pt x="725881" y="424499"/>
                </a:lnTo>
                <a:lnTo>
                  <a:pt x="739079" y="413779"/>
                </a:lnTo>
                <a:lnTo>
                  <a:pt x="752276" y="403182"/>
                </a:lnTo>
                <a:lnTo>
                  <a:pt x="765474" y="392710"/>
                </a:lnTo>
                <a:lnTo>
                  <a:pt x="778672" y="382367"/>
                </a:lnTo>
                <a:lnTo>
                  <a:pt x="791870" y="372157"/>
                </a:lnTo>
                <a:lnTo>
                  <a:pt x="805068" y="362083"/>
                </a:lnTo>
                <a:lnTo>
                  <a:pt x="818266" y="352147"/>
                </a:lnTo>
                <a:lnTo>
                  <a:pt x="831463" y="342352"/>
                </a:lnTo>
                <a:lnTo>
                  <a:pt x="844661" y="332701"/>
                </a:lnTo>
                <a:lnTo>
                  <a:pt x="857859" y="323195"/>
                </a:lnTo>
                <a:lnTo>
                  <a:pt x="871057" y="313838"/>
                </a:lnTo>
                <a:lnTo>
                  <a:pt x="884255" y="304629"/>
                </a:lnTo>
                <a:lnTo>
                  <a:pt x="897453" y="295572"/>
                </a:lnTo>
                <a:lnTo>
                  <a:pt x="910650" y="286667"/>
                </a:lnTo>
                <a:lnTo>
                  <a:pt x="923848" y="277915"/>
                </a:lnTo>
                <a:lnTo>
                  <a:pt x="937046" y="269318"/>
                </a:lnTo>
                <a:lnTo>
                  <a:pt x="950244" y="260877"/>
                </a:lnTo>
                <a:lnTo>
                  <a:pt x="963442" y="252591"/>
                </a:lnTo>
                <a:lnTo>
                  <a:pt x="976640" y="244463"/>
                </a:lnTo>
                <a:lnTo>
                  <a:pt x="989838" y="236492"/>
                </a:lnTo>
                <a:lnTo>
                  <a:pt x="1003035" y="228678"/>
                </a:lnTo>
                <a:lnTo>
                  <a:pt x="1016233" y="221021"/>
                </a:lnTo>
                <a:lnTo>
                  <a:pt x="1029431" y="213522"/>
                </a:lnTo>
                <a:lnTo>
                  <a:pt x="1042629" y="206180"/>
                </a:lnTo>
                <a:lnTo>
                  <a:pt x="1055827" y="198996"/>
                </a:lnTo>
                <a:lnTo>
                  <a:pt x="1069025" y="191968"/>
                </a:lnTo>
                <a:lnTo>
                  <a:pt x="1082222" y="185096"/>
                </a:lnTo>
                <a:lnTo>
                  <a:pt x="1095420" y="178379"/>
                </a:lnTo>
                <a:lnTo>
                  <a:pt x="1108618" y="171818"/>
                </a:lnTo>
                <a:lnTo>
                  <a:pt x="1121816" y="165410"/>
                </a:lnTo>
                <a:lnTo>
                  <a:pt x="1135014" y="159156"/>
                </a:lnTo>
                <a:lnTo>
                  <a:pt x="1148212" y="153054"/>
                </a:lnTo>
                <a:lnTo>
                  <a:pt x="1161409" y="147102"/>
                </a:lnTo>
                <a:lnTo>
                  <a:pt x="1174607" y="141301"/>
                </a:lnTo>
                <a:lnTo>
                  <a:pt x="1187805" y="135648"/>
                </a:lnTo>
                <a:lnTo>
                  <a:pt x="1201003" y="130143"/>
                </a:lnTo>
                <a:lnTo>
                  <a:pt x="1214201" y="124783"/>
                </a:lnTo>
                <a:lnTo>
                  <a:pt x="1227399" y="119569"/>
                </a:lnTo>
                <a:lnTo>
                  <a:pt x="1240596" y="114497"/>
                </a:lnTo>
                <a:lnTo>
                  <a:pt x="1253794" y="109566"/>
                </a:lnTo>
                <a:lnTo>
                  <a:pt x="1266992" y="104775"/>
                </a:lnTo>
                <a:lnTo>
                  <a:pt x="1280190" y="100123"/>
                </a:lnTo>
                <a:lnTo>
                  <a:pt x="1293388" y="95607"/>
                </a:lnTo>
                <a:lnTo>
                  <a:pt x="1306586" y="91225"/>
                </a:lnTo>
                <a:lnTo>
                  <a:pt x="1319784" y="86977"/>
                </a:lnTo>
                <a:lnTo>
                  <a:pt x="1332981" y="82859"/>
                </a:lnTo>
                <a:lnTo>
                  <a:pt x="1346179" y="78871"/>
                </a:lnTo>
                <a:lnTo>
                  <a:pt x="1359377" y="75010"/>
                </a:lnTo>
                <a:lnTo>
                  <a:pt x="1372575" y="71275"/>
                </a:lnTo>
                <a:lnTo>
                  <a:pt x="1385773" y="67662"/>
                </a:lnTo>
                <a:lnTo>
                  <a:pt x="1398971" y="64172"/>
                </a:lnTo>
                <a:lnTo>
                  <a:pt x="1412168" y="60800"/>
                </a:lnTo>
                <a:lnTo>
                  <a:pt x="1425366" y="57547"/>
                </a:lnTo>
                <a:lnTo>
                  <a:pt x="1438564" y="54408"/>
                </a:lnTo>
                <a:lnTo>
                  <a:pt x="1451762" y="51383"/>
                </a:lnTo>
                <a:lnTo>
                  <a:pt x="1464960" y="48469"/>
                </a:lnTo>
                <a:lnTo>
                  <a:pt x="1478158" y="45665"/>
                </a:lnTo>
                <a:lnTo>
                  <a:pt x="1491355" y="42968"/>
                </a:lnTo>
                <a:lnTo>
                  <a:pt x="1504553" y="40375"/>
                </a:lnTo>
                <a:lnTo>
                  <a:pt x="1517751" y="37886"/>
                </a:lnTo>
                <a:lnTo>
                  <a:pt x="1530949" y="35498"/>
                </a:lnTo>
                <a:lnTo>
                  <a:pt x="1544147" y="33209"/>
                </a:lnTo>
                <a:lnTo>
                  <a:pt x="1557345" y="31016"/>
                </a:lnTo>
                <a:lnTo>
                  <a:pt x="1570542" y="28918"/>
                </a:lnTo>
                <a:lnTo>
                  <a:pt x="1583740" y="26913"/>
                </a:lnTo>
                <a:lnTo>
                  <a:pt x="1596938" y="24999"/>
                </a:lnTo>
                <a:lnTo>
                  <a:pt x="1610136" y="23172"/>
                </a:lnTo>
                <a:lnTo>
                  <a:pt x="1623334" y="21433"/>
                </a:lnTo>
                <a:lnTo>
                  <a:pt x="1636532" y="19778"/>
                </a:lnTo>
                <a:lnTo>
                  <a:pt x="1649730" y="18205"/>
                </a:lnTo>
                <a:lnTo>
                  <a:pt x="1662927" y="16713"/>
                </a:lnTo>
                <a:lnTo>
                  <a:pt x="1676125" y="15299"/>
                </a:lnTo>
                <a:lnTo>
                  <a:pt x="1689323" y="13961"/>
                </a:lnTo>
                <a:lnTo>
                  <a:pt x="1702521" y="12699"/>
                </a:lnTo>
                <a:lnTo>
                  <a:pt x="1715719" y="11508"/>
                </a:lnTo>
                <a:lnTo>
                  <a:pt x="1728917" y="10388"/>
                </a:lnTo>
                <a:lnTo>
                  <a:pt x="1742114" y="9337"/>
                </a:lnTo>
                <a:lnTo>
                  <a:pt x="1755312" y="8353"/>
                </a:lnTo>
                <a:lnTo>
                  <a:pt x="1768510" y="7434"/>
                </a:lnTo>
                <a:lnTo>
                  <a:pt x="1781708" y="6578"/>
                </a:lnTo>
                <a:lnTo>
                  <a:pt x="1794906" y="5783"/>
                </a:lnTo>
                <a:lnTo>
                  <a:pt x="1808104" y="5048"/>
                </a:lnTo>
                <a:lnTo>
                  <a:pt x="1821301" y="4370"/>
                </a:lnTo>
                <a:lnTo>
                  <a:pt x="1834499" y="3749"/>
                </a:lnTo>
                <a:lnTo>
                  <a:pt x="1847697" y="3181"/>
                </a:lnTo>
                <a:lnTo>
                  <a:pt x="1860895" y="2666"/>
                </a:lnTo>
                <a:lnTo>
                  <a:pt x="1874093" y="2202"/>
                </a:lnTo>
                <a:lnTo>
                  <a:pt x="1887291" y="1787"/>
                </a:lnTo>
                <a:lnTo>
                  <a:pt x="1900488" y="1420"/>
                </a:lnTo>
                <a:lnTo>
                  <a:pt x="1913686" y="1099"/>
                </a:lnTo>
                <a:lnTo>
                  <a:pt x="1926884" y="822"/>
                </a:lnTo>
                <a:lnTo>
                  <a:pt x="1940082" y="588"/>
                </a:lnTo>
                <a:lnTo>
                  <a:pt x="1953280" y="395"/>
                </a:lnTo>
                <a:lnTo>
                  <a:pt x="1966478" y="242"/>
                </a:lnTo>
                <a:lnTo>
                  <a:pt x="1979676" y="128"/>
                </a:lnTo>
                <a:lnTo>
                  <a:pt x="1992873" y="50"/>
                </a:lnTo>
                <a:lnTo>
                  <a:pt x="2006071" y="8"/>
                </a:lnTo>
                <a:lnTo>
                  <a:pt x="2019269" y="0"/>
                </a:lnTo>
                <a:lnTo>
                  <a:pt x="2032467" y="25"/>
                </a:lnTo>
                <a:lnTo>
                  <a:pt x="2045665" y="81"/>
                </a:lnTo>
                <a:lnTo>
                  <a:pt x="2058863" y="168"/>
                </a:lnTo>
                <a:lnTo>
                  <a:pt x="2072060" y="283"/>
                </a:lnTo>
                <a:lnTo>
                  <a:pt x="2085258" y="426"/>
                </a:lnTo>
                <a:lnTo>
                  <a:pt x="2098456" y="595"/>
                </a:lnTo>
                <a:lnTo>
                  <a:pt x="2111654" y="789"/>
                </a:lnTo>
                <a:lnTo>
                  <a:pt x="2124852" y="1008"/>
                </a:lnTo>
                <a:lnTo>
                  <a:pt x="2138050" y="1249"/>
                </a:lnTo>
                <a:lnTo>
                  <a:pt x="2151247" y="1512"/>
                </a:lnTo>
                <a:lnTo>
                  <a:pt x="2164445" y="1796"/>
                </a:lnTo>
                <a:lnTo>
                  <a:pt x="2177643" y="2099"/>
                </a:lnTo>
                <a:lnTo>
                  <a:pt x="2190841" y="2421"/>
                </a:lnTo>
                <a:lnTo>
                  <a:pt x="2204039" y="2761"/>
                </a:lnTo>
                <a:lnTo>
                  <a:pt x="2217237" y="3117"/>
                </a:lnTo>
                <a:lnTo>
                  <a:pt x="2230434" y="3489"/>
                </a:lnTo>
                <a:lnTo>
                  <a:pt x="2243632" y="3875"/>
                </a:lnTo>
                <a:lnTo>
                  <a:pt x="2256830" y="4276"/>
                </a:lnTo>
                <a:lnTo>
                  <a:pt x="2270028" y="4689"/>
                </a:lnTo>
                <a:lnTo>
                  <a:pt x="2283226" y="5114"/>
                </a:lnTo>
                <a:lnTo>
                  <a:pt x="2296424" y="5551"/>
                </a:lnTo>
                <a:lnTo>
                  <a:pt x="2309622" y="5998"/>
                </a:lnTo>
                <a:lnTo>
                  <a:pt x="2322819" y="6454"/>
                </a:lnTo>
                <a:lnTo>
                  <a:pt x="2336017" y="6920"/>
                </a:lnTo>
                <a:lnTo>
                  <a:pt x="2349215" y="7393"/>
                </a:lnTo>
                <a:lnTo>
                  <a:pt x="2362413" y="7875"/>
                </a:lnTo>
                <a:lnTo>
                  <a:pt x="2375611" y="8362"/>
                </a:lnTo>
                <a:lnTo>
                  <a:pt x="2388809" y="8856"/>
                </a:lnTo>
                <a:lnTo>
                  <a:pt x="2402006" y="9356"/>
                </a:lnTo>
                <a:lnTo>
                  <a:pt x="2415204" y="9860"/>
                </a:lnTo>
                <a:lnTo>
                  <a:pt x="2428402" y="10368"/>
                </a:lnTo>
                <a:lnTo>
                  <a:pt x="2441600" y="10880"/>
                </a:lnTo>
                <a:lnTo>
                  <a:pt x="2454798" y="11395"/>
                </a:lnTo>
                <a:lnTo>
                  <a:pt x="2467996" y="11913"/>
                </a:lnTo>
                <a:lnTo>
                  <a:pt x="2481193" y="12432"/>
                </a:lnTo>
                <a:lnTo>
                  <a:pt x="2494391" y="12953"/>
                </a:lnTo>
                <a:lnTo>
                  <a:pt x="2507589" y="13475"/>
                </a:lnTo>
                <a:lnTo>
                  <a:pt x="2520787" y="13997"/>
                </a:lnTo>
                <a:lnTo>
                  <a:pt x="2533985" y="14520"/>
                </a:lnTo>
                <a:lnTo>
                  <a:pt x="2547183" y="15042"/>
                </a:lnTo>
                <a:lnTo>
                  <a:pt x="2560380" y="15563"/>
                </a:lnTo>
                <a:lnTo>
                  <a:pt x="2573578" y="16084"/>
                </a:lnTo>
                <a:lnTo>
                  <a:pt x="2586776" y="16602"/>
                </a:lnTo>
                <a:lnTo>
                  <a:pt x="2599974" y="17119"/>
                </a:lnTo>
                <a:lnTo>
                  <a:pt x="2613172" y="17634"/>
                </a:lnTo>
                <a:lnTo>
                  <a:pt x="2626370" y="18145"/>
                </a:lnTo>
                <a:lnTo>
                  <a:pt x="2639568" y="18654"/>
                </a:lnTo>
                <a:lnTo>
                  <a:pt x="2652765" y="19160"/>
                </a:lnTo>
                <a:lnTo>
                  <a:pt x="2665963" y="19662"/>
                </a:lnTo>
                <a:lnTo>
                  <a:pt x="2679161" y="20161"/>
                </a:lnTo>
                <a:lnTo>
                  <a:pt x="2692359" y="20655"/>
                </a:lnTo>
                <a:lnTo>
                  <a:pt x="2705557" y="21146"/>
                </a:lnTo>
                <a:lnTo>
                  <a:pt x="2718755" y="21631"/>
                </a:lnTo>
                <a:lnTo>
                  <a:pt x="2731952" y="22112"/>
                </a:lnTo>
                <a:lnTo>
                  <a:pt x="2745150" y="22588"/>
                </a:lnTo>
                <a:lnTo>
                  <a:pt x="2758348" y="23059"/>
                </a:lnTo>
                <a:lnTo>
                  <a:pt x="2771546" y="23525"/>
                </a:lnTo>
                <a:lnTo>
                  <a:pt x="2784744" y="23985"/>
                </a:lnTo>
                <a:lnTo>
                  <a:pt x="2797942" y="24440"/>
                </a:lnTo>
                <a:lnTo>
                  <a:pt x="2811139" y="24888"/>
                </a:lnTo>
                <a:lnTo>
                  <a:pt x="2824337" y="25331"/>
                </a:lnTo>
                <a:lnTo>
                  <a:pt x="2837535" y="25768"/>
                </a:lnTo>
                <a:lnTo>
                  <a:pt x="2850733" y="26199"/>
                </a:lnTo>
                <a:lnTo>
                  <a:pt x="2863931" y="26623"/>
                </a:lnTo>
                <a:lnTo>
                  <a:pt x="2877129" y="27041"/>
                </a:lnTo>
                <a:lnTo>
                  <a:pt x="2890326" y="27453"/>
                </a:lnTo>
                <a:lnTo>
                  <a:pt x="2903524" y="27858"/>
                </a:lnTo>
                <a:lnTo>
                  <a:pt x="2916722" y="28256"/>
                </a:lnTo>
                <a:lnTo>
                  <a:pt x="2929920" y="28648"/>
                </a:lnTo>
                <a:lnTo>
                  <a:pt x="2943118" y="29033"/>
                </a:lnTo>
                <a:lnTo>
                  <a:pt x="2956316" y="29411"/>
                </a:lnTo>
                <a:lnTo>
                  <a:pt x="2969513" y="29783"/>
                </a:lnTo>
                <a:lnTo>
                  <a:pt x="2982711" y="30148"/>
                </a:lnTo>
                <a:lnTo>
                  <a:pt x="2995909" y="30505"/>
                </a:lnTo>
                <a:lnTo>
                  <a:pt x="3009107" y="30856"/>
                </a:lnTo>
                <a:lnTo>
                  <a:pt x="3022305" y="31200"/>
                </a:lnTo>
                <a:lnTo>
                  <a:pt x="3035503" y="31537"/>
                </a:lnTo>
                <a:lnTo>
                  <a:pt x="3048701" y="31868"/>
                </a:lnTo>
                <a:lnTo>
                  <a:pt x="3061898" y="32191"/>
                </a:lnTo>
                <a:lnTo>
                  <a:pt x="3075096" y="32507"/>
                </a:lnTo>
                <a:lnTo>
                  <a:pt x="3088294" y="32817"/>
                </a:lnTo>
                <a:lnTo>
                  <a:pt x="3101492" y="33120"/>
                </a:lnTo>
                <a:lnTo>
                  <a:pt x="3114690" y="33416"/>
                </a:lnTo>
                <a:lnTo>
                  <a:pt x="3127888" y="33705"/>
                </a:lnTo>
                <a:lnTo>
                  <a:pt x="3141085" y="33987"/>
                </a:lnTo>
                <a:lnTo>
                  <a:pt x="3154283" y="34263"/>
                </a:lnTo>
                <a:lnTo>
                  <a:pt x="3167481" y="34532"/>
                </a:lnTo>
                <a:lnTo>
                  <a:pt x="3180679" y="34794"/>
                </a:lnTo>
                <a:lnTo>
                  <a:pt x="3193877" y="35050"/>
                </a:lnTo>
                <a:lnTo>
                  <a:pt x="3207075" y="35299"/>
                </a:lnTo>
                <a:lnTo>
                  <a:pt x="3220272" y="35542"/>
                </a:lnTo>
                <a:lnTo>
                  <a:pt x="3233470" y="35778"/>
                </a:lnTo>
                <a:lnTo>
                  <a:pt x="3246668" y="36008"/>
                </a:lnTo>
                <a:lnTo>
                  <a:pt x="3259866" y="36232"/>
                </a:lnTo>
                <a:lnTo>
                  <a:pt x="3273064" y="36449"/>
                </a:lnTo>
                <a:lnTo>
                  <a:pt x="3286262" y="36661"/>
                </a:lnTo>
                <a:lnTo>
                  <a:pt x="3299459" y="36866"/>
                </a:lnTo>
                <a:lnTo>
                  <a:pt x="3312657" y="37065"/>
                </a:lnTo>
                <a:lnTo>
                  <a:pt x="3325855" y="37259"/>
                </a:lnTo>
                <a:lnTo>
                  <a:pt x="3339053" y="37446"/>
                </a:lnTo>
                <a:lnTo>
                  <a:pt x="3352251" y="37628"/>
                </a:lnTo>
                <a:lnTo>
                  <a:pt x="3365449" y="37804"/>
                </a:lnTo>
                <a:lnTo>
                  <a:pt x="3378647" y="37975"/>
                </a:lnTo>
                <a:lnTo>
                  <a:pt x="3391844" y="38140"/>
                </a:lnTo>
                <a:lnTo>
                  <a:pt x="3405042" y="38299"/>
                </a:lnTo>
                <a:lnTo>
                  <a:pt x="3418240" y="38453"/>
                </a:lnTo>
                <a:lnTo>
                  <a:pt x="3431438" y="38602"/>
                </a:lnTo>
                <a:lnTo>
                  <a:pt x="3444636" y="38746"/>
                </a:lnTo>
                <a:lnTo>
                  <a:pt x="3457834" y="38885"/>
                </a:lnTo>
                <a:lnTo>
                  <a:pt x="3471031" y="39019"/>
                </a:lnTo>
                <a:lnTo>
                  <a:pt x="3484229" y="39147"/>
                </a:lnTo>
                <a:lnTo>
                  <a:pt x="3497427" y="39271"/>
                </a:lnTo>
                <a:lnTo>
                  <a:pt x="3510625" y="39391"/>
                </a:lnTo>
                <a:lnTo>
                  <a:pt x="3523823" y="39505"/>
                </a:lnTo>
                <a:lnTo>
                  <a:pt x="3537021" y="39615"/>
                </a:lnTo>
                <a:lnTo>
                  <a:pt x="3550218" y="39721"/>
                </a:lnTo>
                <a:lnTo>
                  <a:pt x="3563416" y="39823"/>
                </a:lnTo>
                <a:lnTo>
                  <a:pt x="3576614" y="39920"/>
                </a:lnTo>
                <a:lnTo>
                  <a:pt x="3589812" y="40012"/>
                </a:lnTo>
                <a:lnTo>
                  <a:pt x="3603010" y="40101"/>
                </a:lnTo>
                <a:lnTo>
                  <a:pt x="3616208" y="40186"/>
                </a:lnTo>
                <a:lnTo>
                  <a:pt x="3629405" y="40267"/>
                </a:lnTo>
                <a:lnTo>
                  <a:pt x="3642603" y="40344"/>
                </a:lnTo>
                <a:lnTo>
                  <a:pt x="3655801" y="40418"/>
                </a:lnTo>
                <a:lnTo>
                  <a:pt x="3668999" y="40487"/>
                </a:lnTo>
                <a:lnTo>
                  <a:pt x="3682197" y="40554"/>
                </a:lnTo>
                <a:lnTo>
                  <a:pt x="3695395" y="40616"/>
                </a:lnTo>
                <a:lnTo>
                  <a:pt x="3708593" y="40676"/>
                </a:lnTo>
                <a:lnTo>
                  <a:pt x="3721790" y="40732"/>
                </a:lnTo>
                <a:lnTo>
                  <a:pt x="3734988" y="40785"/>
                </a:lnTo>
                <a:lnTo>
                  <a:pt x="3748186" y="40835"/>
                </a:lnTo>
                <a:lnTo>
                  <a:pt x="3761384" y="40881"/>
                </a:lnTo>
                <a:lnTo>
                  <a:pt x="3774582" y="40925"/>
                </a:lnTo>
                <a:lnTo>
                  <a:pt x="3787780" y="40966"/>
                </a:lnTo>
                <a:lnTo>
                  <a:pt x="3800977" y="41004"/>
                </a:lnTo>
                <a:lnTo>
                  <a:pt x="3814175" y="41040"/>
                </a:lnTo>
                <a:lnTo>
                  <a:pt x="3827373" y="41073"/>
                </a:lnTo>
                <a:lnTo>
                  <a:pt x="3840571" y="41103"/>
                </a:lnTo>
                <a:lnTo>
                  <a:pt x="3853769" y="41131"/>
                </a:lnTo>
                <a:lnTo>
                  <a:pt x="3866967" y="41156"/>
                </a:lnTo>
                <a:lnTo>
                  <a:pt x="3880164" y="41179"/>
                </a:lnTo>
                <a:lnTo>
                  <a:pt x="3893362" y="41200"/>
                </a:lnTo>
                <a:lnTo>
                  <a:pt x="3906560" y="41219"/>
                </a:lnTo>
                <a:lnTo>
                  <a:pt x="3919758" y="41235"/>
                </a:lnTo>
                <a:lnTo>
                  <a:pt x="3932956" y="41250"/>
                </a:lnTo>
                <a:lnTo>
                  <a:pt x="3946154" y="41262"/>
                </a:lnTo>
                <a:lnTo>
                  <a:pt x="3959351" y="41273"/>
                </a:lnTo>
              </a:path>
            </a:pathLst>
          </a:custGeom>
          <a:noFill/>
          <a:ln w="317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7699248" y="4922171"/>
            <a:ext cx="3959351" cy="774541"/>
          </a:xfrm>
          <a:custGeom>
            <a:avLst/>
            <a:gdLst/>
            <a:ahLst/>
            <a:cxnLst/>
            <a:rect l="l" t="t" r="r" b="b"/>
            <a:pathLst>
              <a:path w="3959351" h="774541">
                <a:moveTo>
                  <a:pt x="0" y="774541"/>
                </a:moveTo>
                <a:lnTo>
                  <a:pt x="13197" y="774324"/>
                </a:lnTo>
                <a:lnTo>
                  <a:pt x="26395" y="773899"/>
                </a:lnTo>
                <a:lnTo>
                  <a:pt x="39593" y="773275"/>
                </a:lnTo>
                <a:lnTo>
                  <a:pt x="52791" y="772459"/>
                </a:lnTo>
                <a:lnTo>
                  <a:pt x="65989" y="771460"/>
                </a:lnTo>
                <a:lnTo>
                  <a:pt x="79187" y="770284"/>
                </a:lnTo>
                <a:lnTo>
                  <a:pt x="92384" y="768941"/>
                </a:lnTo>
                <a:lnTo>
                  <a:pt x="105582" y="767435"/>
                </a:lnTo>
                <a:lnTo>
                  <a:pt x="118780" y="765775"/>
                </a:lnTo>
                <a:lnTo>
                  <a:pt x="131978" y="763966"/>
                </a:lnTo>
                <a:lnTo>
                  <a:pt x="145176" y="762016"/>
                </a:lnTo>
                <a:lnTo>
                  <a:pt x="158374" y="759929"/>
                </a:lnTo>
                <a:lnTo>
                  <a:pt x="171571" y="757714"/>
                </a:lnTo>
                <a:lnTo>
                  <a:pt x="184769" y="755374"/>
                </a:lnTo>
                <a:lnTo>
                  <a:pt x="197967" y="752915"/>
                </a:lnTo>
                <a:lnTo>
                  <a:pt x="211165" y="750344"/>
                </a:lnTo>
                <a:lnTo>
                  <a:pt x="224363" y="747664"/>
                </a:lnTo>
                <a:lnTo>
                  <a:pt x="237561" y="744881"/>
                </a:lnTo>
                <a:lnTo>
                  <a:pt x="250758" y="742000"/>
                </a:lnTo>
                <a:lnTo>
                  <a:pt x="263956" y="739026"/>
                </a:lnTo>
                <a:lnTo>
                  <a:pt x="277154" y="735962"/>
                </a:lnTo>
                <a:lnTo>
                  <a:pt x="290352" y="732813"/>
                </a:lnTo>
                <a:lnTo>
                  <a:pt x="303550" y="729584"/>
                </a:lnTo>
                <a:lnTo>
                  <a:pt x="316748" y="726277"/>
                </a:lnTo>
                <a:lnTo>
                  <a:pt x="329946" y="722898"/>
                </a:lnTo>
                <a:lnTo>
                  <a:pt x="343143" y="719450"/>
                </a:lnTo>
                <a:lnTo>
                  <a:pt x="356341" y="715936"/>
                </a:lnTo>
                <a:lnTo>
                  <a:pt x="369539" y="712360"/>
                </a:lnTo>
                <a:lnTo>
                  <a:pt x="382737" y="708725"/>
                </a:lnTo>
                <a:lnTo>
                  <a:pt x="395935" y="705035"/>
                </a:lnTo>
                <a:lnTo>
                  <a:pt x="409133" y="701293"/>
                </a:lnTo>
                <a:lnTo>
                  <a:pt x="422330" y="697500"/>
                </a:lnTo>
                <a:lnTo>
                  <a:pt x="435528" y="693662"/>
                </a:lnTo>
                <a:lnTo>
                  <a:pt x="448726" y="689779"/>
                </a:lnTo>
                <a:lnTo>
                  <a:pt x="461924" y="685856"/>
                </a:lnTo>
                <a:lnTo>
                  <a:pt x="475122" y="681894"/>
                </a:lnTo>
                <a:lnTo>
                  <a:pt x="488320" y="677896"/>
                </a:lnTo>
                <a:lnTo>
                  <a:pt x="501517" y="673865"/>
                </a:lnTo>
                <a:lnTo>
                  <a:pt x="514715" y="669802"/>
                </a:lnTo>
                <a:lnTo>
                  <a:pt x="527913" y="665710"/>
                </a:lnTo>
                <a:lnTo>
                  <a:pt x="541111" y="661591"/>
                </a:lnTo>
                <a:lnTo>
                  <a:pt x="554309" y="657447"/>
                </a:lnTo>
                <a:lnTo>
                  <a:pt x="567507" y="653281"/>
                </a:lnTo>
                <a:lnTo>
                  <a:pt x="580704" y="649093"/>
                </a:lnTo>
                <a:lnTo>
                  <a:pt x="593902" y="644887"/>
                </a:lnTo>
                <a:lnTo>
                  <a:pt x="607100" y="640663"/>
                </a:lnTo>
                <a:lnTo>
                  <a:pt x="620298" y="636423"/>
                </a:lnTo>
                <a:lnTo>
                  <a:pt x="633496" y="632170"/>
                </a:lnTo>
                <a:lnTo>
                  <a:pt x="646694" y="627904"/>
                </a:lnTo>
                <a:lnTo>
                  <a:pt x="659892" y="623627"/>
                </a:lnTo>
                <a:lnTo>
                  <a:pt x="673089" y="619341"/>
                </a:lnTo>
                <a:lnTo>
                  <a:pt x="686287" y="615047"/>
                </a:lnTo>
                <a:lnTo>
                  <a:pt x="699485" y="610746"/>
                </a:lnTo>
                <a:lnTo>
                  <a:pt x="712683" y="606440"/>
                </a:lnTo>
                <a:lnTo>
                  <a:pt x="725881" y="602129"/>
                </a:lnTo>
                <a:lnTo>
                  <a:pt x="739079" y="597816"/>
                </a:lnTo>
                <a:lnTo>
                  <a:pt x="752276" y="593501"/>
                </a:lnTo>
                <a:lnTo>
                  <a:pt x="765474" y="589185"/>
                </a:lnTo>
                <a:lnTo>
                  <a:pt x="778672" y="584870"/>
                </a:lnTo>
                <a:lnTo>
                  <a:pt x="791870" y="580556"/>
                </a:lnTo>
                <a:lnTo>
                  <a:pt x="805068" y="576244"/>
                </a:lnTo>
                <a:lnTo>
                  <a:pt x="818266" y="571936"/>
                </a:lnTo>
                <a:lnTo>
                  <a:pt x="831463" y="567632"/>
                </a:lnTo>
                <a:lnTo>
                  <a:pt x="844661" y="563333"/>
                </a:lnTo>
                <a:lnTo>
                  <a:pt x="857859" y="559040"/>
                </a:lnTo>
                <a:lnTo>
                  <a:pt x="871057" y="554754"/>
                </a:lnTo>
                <a:lnTo>
                  <a:pt x="884255" y="550476"/>
                </a:lnTo>
                <a:lnTo>
                  <a:pt x="897453" y="546205"/>
                </a:lnTo>
                <a:lnTo>
                  <a:pt x="910650" y="541943"/>
                </a:lnTo>
                <a:lnTo>
                  <a:pt x="923848" y="537691"/>
                </a:lnTo>
                <a:lnTo>
                  <a:pt x="937046" y="533450"/>
                </a:lnTo>
                <a:lnTo>
                  <a:pt x="950244" y="529219"/>
                </a:lnTo>
                <a:lnTo>
                  <a:pt x="963442" y="524999"/>
                </a:lnTo>
                <a:lnTo>
                  <a:pt x="976640" y="520791"/>
                </a:lnTo>
                <a:lnTo>
                  <a:pt x="989838" y="516596"/>
                </a:lnTo>
                <a:lnTo>
                  <a:pt x="1003035" y="512414"/>
                </a:lnTo>
                <a:lnTo>
                  <a:pt x="1016233" y="508246"/>
                </a:lnTo>
                <a:lnTo>
                  <a:pt x="1029431" y="504091"/>
                </a:lnTo>
                <a:lnTo>
                  <a:pt x="1042629" y="499951"/>
                </a:lnTo>
                <a:lnTo>
                  <a:pt x="1055827" y="495825"/>
                </a:lnTo>
                <a:lnTo>
                  <a:pt x="1069025" y="491715"/>
                </a:lnTo>
                <a:lnTo>
                  <a:pt x="1082222" y="487620"/>
                </a:lnTo>
                <a:lnTo>
                  <a:pt x="1095420" y="483541"/>
                </a:lnTo>
                <a:lnTo>
                  <a:pt x="1108618" y="479479"/>
                </a:lnTo>
                <a:lnTo>
                  <a:pt x="1121816" y="475433"/>
                </a:lnTo>
                <a:lnTo>
                  <a:pt x="1135014" y="471404"/>
                </a:lnTo>
                <a:lnTo>
                  <a:pt x="1148212" y="467392"/>
                </a:lnTo>
                <a:lnTo>
                  <a:pt x="1161409" y="463398"/>
                </a:lnTo>
                <a:lnTo>
                  <a:pt x="1174607" y="459421"/>
                </a:lnTo>
                <a:lnTo>
                  <a:pt x="1187805" y="455462"/>
                </a:lnTo>
                <a:lnTo>
                  <a:pt x="1201003" y="451522"/>
                </a:lnTo>
                <a:lnTo>
                  <a:pt x="1214201" y="447600"/>
                </a:lnTo>
                <a:lnTo>
                  <a:pt x="1227399" y="443697"/>
                </a:lnTo>
                <a:lnTo>
                  <a:pt x="1240596" y="439812"/>
                </a:lnTo>
                <a:lnTo>
                  <a:pt x="1253794" y="435947"/>
                </a:lnTo>
                <a:lnTo>
                  <a:pt x="1266992" y="432100"/>
                </a:lnTo>
                <a:lnTo>
                  <a:pt x="1280190" y="428273"/>
                </a:lnTo>
                <a:lnTo>
                  <a:pt x="1293388" y="424466"/>
                </a:lnTo>
                <a:lnTo>
                  <a:pt x="1306586" y="420678"/>
                </a:lnTo>
                <a:lnTo>
                  <a:pt x="1319784" y="416910"/>
                </a:lnTo>
                <a:lnTo>
                  <a:pt x="1332981" y="413161"/>
                </a:lnTo>
                <a:lnTo>
                  <a:pt x="1346179" y="409433"/>
                </a:lnTo>
                <a:lnTo>
                  <a:pt x="1359377" y="405725"/>
                </a:lnTo>
                <a:lnTo>
                  <a:pt x="1372575" y="402036"/>
                </a:lnTo>
                <a:lnTo>
                  <a:pt x="1385773" y="398368"/>
                </a:lnTo>
                <a:lnTo>
                  <a:pt x="1398971" y="394721"/>
                </a:lnTo>
                <a:lnTo>
                  <a:pt x="1412168" y="391093"/>
                </a:lnTo>
                <a:lnTo>
                  <a:pt x="1425366" y="387486"/>
                </a:lnTo>
                <a:lnTo>
                  <a:pt x="1438564" y="383900"/>
                </a:lnTo>
                <a:lnTo>
                  <a:pt x="1451762" y="380334"/>
                </a:lnTo>
                <a:lnTo>
                  <a:pt x="1464960" y="376788"/>
                </a:lnTo>
                <a:lnTo>
                  <a:pt x="1478158" y="373263"/>
                </a:lnTo>
                <a:lnTo>
                  <a:pt x="1491355" y="369759"/>
                </a:lnTo>
                <a:lnTo>
                  <a:pt x="1504553" y="366275"/>
                </a:lnTo>
                <a:lnTo>
                  <a:pt x="1517751" y="362812"/>
                </a:lnTo>
                <a:lnTo>
                  <a:pt x="1530949" y="359370"/>
                </a:lnTo>
                <a:lnTo>
                  <a:pt x="1544147" y="355948"/>
                </a:lnTo>
                <a:lnTo>
                  <a:pt x="1557345" y="352547"/>
                </a:lnTo>
                <a:lnTo>
                  <a:pt x="1570542" y="349166"/>
                </a:lnTo>
                <a:lnTo>
                  <a:pt x="1583740" y="345806"/>
                </a:lnTo>
                <a:lnTo>
                  <a:pt x="1596938" y="342467"/>
                </a:lnTo>
                <a:lnTo>
                  <a:pt x="1610136" y="339148"/>
                </a:lnTo>
                <a:lnTo>
                  <a:pt x="1623334" y="335850"/>
                </a:lnTo>
                <a:lnTo>
                  <a:pt x="1636532" y="332572"/>
                </a:lnTo>
                <a:lnTo>
                  <a:pt x="1649730" y="329315"/>
                </a:lnTo>
                <a:lnTo>
                  <a:pt x="1662927" y="326078"/>
                </a:lnTo>
                <a:lnTo>
                  <a:pt x="1676125" y="322861"/>
                </a:lnTo>
                <a:lnTo>
                  <a:pt x="1689323" y="319665"/>
                </a:lnTo>
                <a:lnTo>
                  <a:pt x="1702521" y="316489"/>
                </a:lnTo>
                <a:lnTo>
                  <a:pt x="1715719" y="313334"/>
                </a:lnTo>
                <a:lnTo>
                  <a:pt x="1728917" y="310198"/>
                </a:lnTo>
                <a:lnTo>
                  <a:pt x="1742114" y="307083"/>
                </a:lnTo>
                <a:lnTo>
                  <a:pt x="1755312" y="303988"/>
                </a:lnTo>
                <a:lnTo>
                  <a:pt x="1768510" y="300913"/>
                </a:lnTo>
                <a:lnTo>
                  <a:pt x="1781708" y="297857"/>
                </a:lnTo>
                <a:lnTo>
                  <a:pt x="1794906" y="294822"/>
                </a:lnTo>
                <a:lnTo>
                  <a:pt x="1808104" y="291807"/>
                </a:lnTo>
                <a:lnTo>
                  <a:pt x="1821301" y="288811"/>
                </a:lnTo>
                <a:lnTo>
                  <a:pt x="1834499" y="285835"/>
                </a:lnTo>
                <a:lnTo>
                  <a:pt x="1847697" y="282879"/>
                </a:lnTo>
                <a:lnTo>
                  <a:pt x="1860895" y="279942"/>
                </a:lnTo>
                <a:lnTo>
                  <a:pt x="1874093" y="277024"/>
                </a:lnTo>
                <a:lnTo>
                  <a:pt x="1887291" y="274126"/>
                </a:lnTo>
                <a:lnTo>
                  <a:pt x="1900488" y="271248"/>
                </a:lnTo>
                <a:lnTo>
                  <a:pt x="1913686" y="268388"/>
                </a:lnTo>
                <a:lnTo>
                  <a:pt x="1926884" y="265548"/>
                </a:lnTo>
                <a:lnTo>
                  <a:pt x="1940082" y="262727"/>
                </a:lnTo>
                <a:lnTo>
                  <a:pt x="1953280" y="259924"/>
                </a:lnTo>
                <a:lnTo>
                  <a:pt x="1966478" y="257141"/>
                </a:lnTo>
                <a:lnTo>
                  <a:pt x="1979676" y="254376"/>
                </a:lnTo>
                <a:lnTo>
                  <a:pt x="1992873" y="251631"/>
                </a:lnTo>
                <a:lnTo>
                  <a:pt x="2006071" y="248903"/>
                </a:lnTo>
                <a:lnTo>
                  <a:pt x="2019269" y="246195"/>
                </a:lnTo>
                <a:lnTo>
                  <a:pt x="2032467" y="243504"/>
                </a:lnTo>
                <a:lnTo>
                  <a:pt x="2045665" y="240832"/>
                </a:lnTo>
                <a:lnTo>
                  <a:pt x="2058863" y="238179"/>
                </a:lnTo>
                <a:lnTo>
                  <a:pt x="2072060" y="235543"/>
                </a:lnTo>
                <a:lnTo>
                  <a:pt x="2085258" y="232926"/>
                </a:lnTo>
                <a:lnTo>
                  <a:pt x="2098456" y="230326"/>
                </a:lnTo>
                <a:lnTo>
                  <a:pt x="2111654" y="227745"/>
                </a:lnTo>
                <a:lnTo>
                  <a:pt x="2124852" y="225181"/>
                </a:lnTo>
                <a:lnTo>
                  <a:pt x="2138050" y="222635"/>
                </a:lnTo>
                <a:lnTo>
                  <a:pt x="2151247" y="220106"/>
                </a:lnTo>
                <a:lnTo>
                  <a:pt x="2164445" y="217595"/>
                </a:lnTo>
                <a:lnTo>
                  <a:pt x="2177643" y="215101"/>
                </a:lnTo>
                <a:lnTo>
                  <a:pt x="2190841" y="212625"/>
                </a:lnTo>
                <a:lnTo>
                  <a:pt x="2204039" y="210166"/>
                </a:lnTo>
                <a:lnTo>
                  <a:pt x="2217237" y="207724"/>
                </a:lnTo>
                <a:lnTo>
                  <a:pt x="2230434" y="205299"/>
                </a:lnTo>
                <a:lnTo>
                  <a:pt x="2243632" y="202891"/>
                </a:lnTo>
                <a:lnTo>
                  <a:pt x="2256830" y="200499"/>
                </a:lnTo>
                <a:lnTo>
                  <a:pt x="2270028" y="198125"/>
                </a:lnTo>
                <a:lnTo>
                  <a:pt x="2283226" y="195767"/>
                </a:lnTo>
                <a:lnTo>
                  <a:pt x="2296424" y="193425"/>
                </a:lnTo>
                <a:lnTo>
                  <a:pt x="2309622" y="191100"/>
                </a:lnTo>
                <a:lnTo>
                  <a:pt x="2322819" y="188791"/>
                </a:lnTo>
                <a:lnTo>
                  <a:pt x="2336017" y="186499"/>
                </a:lnTo>
                <a:lnTo>
                  <a:pt x="2349215" y="184222"/>
                </a:lnTo>
                <a:lnTo>
                  <a:pt x="2362413" y="181962"/>
                </a:lnTo>
                <a:lnTo>
                  <a:pt x="2375611" y="179717"/>
                </a:lnTo>
                <a:lnTo>
                  <a:pt x="2388809" y="177489"/>
                </a:lnTo>
                <a:lnTo>
                  <a:pt x="2402006" y="175276"/>
                </a:lnTo>
                <a:lnTo>
                  <a:pt x="2415204" y="173078"/>
                </a:lnTo>
                <a:lnTo>
                  <a:pt x="2428402" y="170897"/>
                </a:lnTo>
                <a:lnTo>
                  <a:pt x="2441600" y="168730"/>
                </a:lnTo>
                <a:lnTo>
                  <a:pt x="2454798" y="166579"/>
                </a:lnTo>
                <a:lnTo>
                  <a:pt x="2467996" y="164443"/>
                </a:lnTo>
                <a:lnTo>
                  <a:pt x="2481193" y="162323"/>
                </a:lnTo>
                <a:lnTo>
                  <a:pt x="2494391" y="160217"/>
                </a:lnTo>
                <a:lnTo>
                  <a:pt x="2507589" y="158127"/>
                </a:lnTo>
                <a:lnTo>
                  <a:pt x="2520787" y="156051"/>
                </a:lnTo>
                <a:lnTo>
                  <a:pt x="2533985" y="153990"/>
                </a:lnTo>
                <a:lnTo>
                  <a:pt x="2547183" y="151943"/>
                </a:lnTo>
                <a:lnTo>
                  <a:pt x="2560380" y="149912"/>
                </a:lnTo>
                <a:lnTo>
                  <a:pt x="2573578" y="147894"/>
                </a:lnTo>
                <a:lnTo>
                  <a:pt x="2586776" y="145891"/>
                </a:lnTo>
                <a:lnTo>
                  <a:pt x="2599974" y="143903"/>
                </a:lnTo>
                <a:lnTo>
                  <a:pt x="2613172" y="141928"/>
                </a:lnTo>
                <a:lnTo>
                  <a:pt x="2626370" y="139968"/>
                </a:lnTo>
                <a:lnTo>
                  <a:pt x="2639568" y="138021"/>
                </a:lnTo>
                <a:lnTo>
                  <a:pt x="2652765" y="136089"/>
                </a:lnTo>
                <a:lnTo>
                  <a:pt x="2665963" y="134170"/>
                </a:lnTo>
                <a:lnTo>
                  <a:pt x="2679161" y="132265"/>
                </a:lnTo>
                <a:lnTo>
                  <a:pt x="2692359" y="130374"/>
                </a:lnTo>
                <a:lnTo>
                  <a:pt x="2705557" y="128496"/>
                </a:lnTo>
                <a:lnTo>
                  <a:pt x="2718755" y="126632"/>
                </a:lnTo>
                <a:lnTo>
                  <a:pt x="2731952" y="124781"/>
                </a:lnTo>
                <a:lnTo>
                  <a:pt x="2745150" y="122943"/>
                </a:lnTo>
                <a:lnTo>
                  <a:pt x="2758348" y="121119"/>
                </a:lnTo>
                <a:lnTo>
                  <a:pt x="2771546" y="119307"/>
                </a:lnTo>
                <a:lnTo>
                  <a:pt x="2784744" y="117509"/>
                </a:lnTo>
                <a:lnTo>
                  <a:pt x="2797942" y="115723"/>
                </a:lnTo>
                <a:lnTo>
                  <a:pt x="2811139" y="113951"/>
                </a:lnTo>
                <a:lnTo>
                  <a:pt x="2824337" y="112191"/>
                </a:lnTo>
                <a:lnTo>
                  <a:pt x="2837535" y="110443"/>
                </a:lnTo>
                <a:lnTo>
                  <a:pt x="2850733" y="108709"/>
                </a:lnTo>
                <a:lnTo>
                  <a:pt x="2863931" y="106986"/>
                </a:lnTo>
                <a:lnTo>
                  <a:pt x="2877129" y="105276"/>
                </a:lnTo>
                <a:lnTo>
                  <a:pt x="2890326" y="103579"/>
                </a:lnTo>
                <a:lnTo>
                  <a:pt x="2903524" y="101893"/>
                </a:lnTo>
                <a:lnTo>
                  <a:pt x="2916722" y="100220"/>
                </a:lnTo>
                <a:lnTo>
                  <a:pt x="2929920" y="98559"/>
                </a:lnTo>
                <a:lnTo>
                  <a:pt x="2943118" y="96910"/>
                </a:lnTo>
                <a:lnTo>
                  <a:pt x="2956316" y="95273"/>
                </a:lnTo>
                <a:lnTo>
                  <a:pt x="2969513" y="93647"/>
                </a:lnTo>
                <a:lnTo>
                  <a:pt x="2982711" y="92033"/>
                </a:lnTo>
                <a:lnTo>
                  <a:pt x="2995909" y="90431"/>
                </a:lnTo>
                <a:lnTo>
                  <a:pt x="3009107" y="88841"/>
                </a:lnTo>
                <a:lnTo>
                  <a:pt x="3022305" y="87261"/>
                </a:lnTo>
                <a:lnTo>
                  <a:pt x="3035503" y="85694"/>
                </a:lnTo>
                <a:lnTo>
                  <a:pt x="3048701" y="84137"/>
                </a:lnTo>
                <a:lnTo>
                  <a:pt x="3061898" y="82592"/>
                </a:lnTo>
                <a:lnTo>
                  <a:pt x="3075096" y="81058"/>
                </a:lnTo>
                <a:lnTo>
                  <a:pt x="3088294" y="79535"/>
                </a:lnTo>
                <a:lnTo>
                  <a:pt x="3101492" y="78023"/>
                </a:lnTo>
                <a:lnTo>
                  <a:pt x="3114690" y="76522"/>
                </a:lnTo>
                <a:lnTo>
                  <a:pt x="3127888" y="75032"/>
                </a:lnTo>
                <a:lnTo>
                  <a:pt x="3141085" y="73553"/>
                </a:lnTo>
                <a:lnTo>
                  <a:pt x="3154283" y="72084"/>
                </a:lnTo>
                <a:lnTo>
                  <a:pt x="3167481" y="70626"/>
                </a:lnTo>
                <a:lnTo>
                  <a:pt x="3180679" y="69179"/>
                </a:lnTo>
                <a:lnTo>
                  <a:pt x="3193877" y="67742"/>
                </a:lnTo>
                <a:lnTo>
                  <a:pt x="3207075" y="66315"/>
                </a:lnTo>
                <a:lnTo>
                  <a:pt x="3220272" y="64899"/>
                </a:lnTo>
                <a:lnTo>
                  <a:pt x="3233470" y="63493"/>
                </a:lnTo>
                <a:lnTo>
                  <a:pt x="3246668" y="62097"/>
                </a:lnTo>
                <a:lnTo>
                  <a:pt x="3259866" y="60711"/>
                </a:lnTo>
                <a:lnTo>
                  <a:pt x="3273064" y="59336"/>
                </a:lnTo>
                <a:lnTo>
                  <a:pt x="3286262" y="57970"/>
                </a:lnTo>
                <a:lnTo>
                  <a:pt x="3299459" y="56614"/>
                </a:lnTo>
                <a:lnTo>
                  <a:pt x="3312657" y="55268"/>
                </a:lnTo>
                <a:lnTo>
                  <a:pt x="3325855" y="53932"/>
                </a:lnTo>
                <a:lnTo>
                  <a:pt x="3339053" y="52605"/>
                </a:lnTo>
                <a:lnTo>
                  <a:pt x="3352251" y="51288"/>
                </a:lnTo>
                <a:lnTo>
                  <a:pt x="3365449" y="49981"/>
                </a:lnTo>
                <a:lnTo>
                  <a:pt x="3378647" y="48683"/>
                </a:lnTo>
                <a:lnTo>
                  <a:pt x="3391844" y="47394"/>
                </a:lnTo>
                <a:lnTo>
                  <a:pt x="3405042" y="46115"/>
                </a:lnTo>
                <a:lnTo>
                  <a:pt x="3418240" y="44845"/>
                </a:lnTo>
                <a:lnTo>
                  <a:pt x="3431438" y="43584"/>
                </a:lnTo>
                <a:lnTo>
                  <a:pt x="3444636" y="42333"/>
                </a:lnTo>
                <a:lnTo>
                  <a:pt x="3457834" y="41090"/>
                </a:lnTo>
                <a:lnTo>
                  <a:pt x="3471031" y="39857"/>
                </a:lnTo>
                <a:lnTo>
                  <a:pt x="3484229" y="38632"/>
                </a:lnTo>
                <a:lnTo>
                  <a:pt x="3497427" y="37417"/>
                </a:lnTo>
                <a:lnTo>
                  <a:pt x="3510625" y="36210"/>
                </a:lnTo>
                <a:lnTo>
                  <a:pt x="3523823" y="35012"/>
                </a:lnTo>
                <a:lnTo>
                  <a:pt x="3537021" y="33823"/>
                </a:lnTo>
                <a:lnTo>
                  <a:pt x="3550218" y="32642"/>
                </a:lnTo>
                <a:lnTo>
                  <a:pt x="3563416" y="31470"/>
                </a:lnTo>
                <a:lnTo>
                  <a:pt x="3576614" y="30306"/>
                </a:lnTo>
                <a:lnTo>
                  <a:pt x="3589812" y="29151"/>
                </a:lnTo>
                <a:lnTo>
                  <a:pt x="3603010" y="28004"/>
                </a:lnTo>
                <a:lnTo>
                  <a:pt x="3616208" y="26866"/>
                </a:lnTo>
                <a:lnTo>
                  <a:pt x="3629405" y="25735"/>
                </a:lnTo>
                <a:lnTo>
                  <a:pt x="3642603" y="24613"/>
                </a:lnTo>
                <a:lnTo>
                  <a:pt x="3655801" y="23500"/>
                </a:lnTo>
                <a:lnTo>
                  <a:pt x="3668999" y="22394"/>
                </a:lnTo>
                <a:lnTo>
                  <a:pt x="3682197" y="21296"/>
                </a:lnTo>
                <a:lnTo>
                  <a:pt x="3695395" y="20206"/>
                </a:lnTo>
                <a:lnTo>
                  <a:pt x="3708593" y="19125"/>
                </a:lnTo>
                <a:lnTo>
                  <a:pt x="3721790" y="18051"/>
                </a:lnTo>
                <a:lnTo>
                  <a:pt x="3734988" y="16984"/>
                </a:lnTo>
                <a:lnTo>
                  <a:pt x="3748186" y="15926"/>
                </a:lnTo>
                <a:lnTo>
                  <a:pt x="3761384" y="14875"/>
                </a:lnTo>
                <a:lnTo>
                  <a:pt x="3774582" y="13832"/>
                </a:lnTo>
                <a:lnTo>
                  <a:pt x="3787780" y="12797"/>
                </a:lnTo>
                <a:lnTo>
                  <a:pt x="3800977" y="11769"/>
                </a:lnTo>
                <a:lnTo>
                  <a:pt x="3814175" y="10748"/>
                </a:lnTo>
                <a:lnTo>
                  <a:pt x="3827373" y="9735"/>
                </a:lnTo>
                <a:lnTo>
                  <a:pt x="3840571" y="8729"/>
                </a:lnTo>
                <a:lnTo>
                  <a:pt x="3853769" y="7731"/>
                </a:lnTo>
                <a:lnTo>
                  <a:pt x="3866967" y="6740"/>
                </a:lnTo>
                <a:lnTo>
                  <a:pt x="3880164" y="5756"/>
                </a:lnTo>
                <a:lnTo>
                  <a:pt x="3893362" y="4779"/>
                </a:lnTo>
                <a:lnTo>
                  <a:pt x="3906560" y="3809"/>
                </a:lnTo>
                <a:lnTo>
                  <a:pt x="3919758" y="2847"/>
                </a:lnTo>
                <a:lnTo>
                  <a:pt x="3932956" y="1891"/>
                </a:lnTo>
                <a:lnTo>
                  <a:pt x="3946154" y="942"/>
                </a:lnTo>
                <a:lnTo>
                  <a:pt x="3959351" y="0"/>
                </a:lnTo>
              </a:path>
            </a:pathLst>
          </a:custGeom>
          <a:noFill/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699248" y="5907024"/>
            <a:ext cx="182880" cy="411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46136" y="5843016"/>
            <a:ext cx="8156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kP alto demais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71508" y="5907024"/>
            <a:ext cx="18288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18396" y="5843016"/>
            <a:ext cx="6565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kP ajustado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84664" y="5907024"/>
            <a:ext cx="1828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31552" y="5843016"/>
            <a:ext cx="4974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kP baixo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99248" y="5843016"/>
            <a:ext cx="3959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>
                <a:solidFill>
                  <a:srgbClr val="8DA2C0"/>
                </a:solidFill>
                <a:latin typeface="Segoe UI"/>
              </a:rPr>
              <a:t>t (s)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50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caminho de hoje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Dos fundamentos ao critério de escolha. Cada bloco fecha com perguntas.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2057400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2057400"/>
            <a:ext cx="64008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2402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7627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Fundamentos de controle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7802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Malha aberta × fechada, vocabulário, o dt de 20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2951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onsolas"/>
              </a:rPr>
              <a:t>7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" y="2898648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" y="2898648"/>
            <a:ext cx="64008" cy="7498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815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4D399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175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PIDController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31927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P, I, D um a um · API · código real · sintonia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13639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Consolas"/>
              </a:rPr>
              <a:t>13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" y="3739896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" y="3739896"/>
            <a:ext cx="64008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92277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85876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Feedforward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16052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kS, kV, kA · prever em vez de reagir · FF + PID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3977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10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" y="4581144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" y="4581144"/>
            <a:ext cx="64008" cy="7498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76402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A78BFA"/>
                </a:solidFill>
                <a:latin typeface="Segoe U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70001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Motion Profile e Trapezoid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001768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Degrau × perfil · TrapezoidProfile · ProfiledPIDController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48188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Consolas"/>
              </a:rPr>
              <a:t>12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" y="5422392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9184" y="5422392"/>
            <a:ext cx="64008" cy="7498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60527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472B6"/>
                </a:solidFill>
                <a:latin typeface="Segoe U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54126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Comparação e decisão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84301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A cadeia completa · tabelas · checklist · exercício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56601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472B6"/>
                </a:solidFill>
                <a:latin typeface="Consolas"/>
              </a:rPr>
              <a:t>8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184" y="6355080"/>
            <a:ext cx="11521440" cy="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0B11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9184" y="6355080"/>
            <a:ext cx="54864" cy="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3" y="653796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0B1120"/>
                </a:solidFill>
                <a:latin typeface="Segoe UI"/>
              </a:rPr>
              <a:t> 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3" y="6885432"/>
            <a:ext cx="10972800" cy="-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" y="626364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8DA2C0"/>
                </a:solidFill>
                <a:latin typeface="Segoe UI"/>
              </a:rPr>
              <a:t>Pré-requisito: a aula de Command-Based (Subsystem, Command, Scheduler, loop de 20 ms).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Antes de qualquer sigla: o que e controlar um robo.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22D3EE"/>
                </a:solidFill>
                <a:latin typeface="Segoe UI"/>
              </a:rPr>
              <a:t>7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FUNDAMENTO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Malha aberta × fechada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motor.set(0.5) não é “meio metro por segundo”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É meio de tensão. O que o robô faz com isso depende de tudo.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74519"/>
            <a:ext cx="5577840" cy="16916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874519"/>
            <a:ext cx="50292" cy="16916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5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87171"/>
                </a:solidFill>
                <a:latin typeface="Consolas"/>
              </a:rPr>
              <a:t>open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86583"/>
            <a:ext cx="5193792" cy="1106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MALHA ABERTA: manda e reza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setMotor1Speed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FBBF24"/>
                </a:solidFill>
                <a:latin typeface="Consolas"/>
              </a:rPr>
              <a:t>0.5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bateria cheia  -&gt; rapido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bateria fraca  -&gt; lento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subida / tapete -&gt; mais lento ainda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596128" cy="16916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50292" cy="16916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02535"/>
            <a:ext cx="5047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closed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386583"/>
            <a:ext cx="5212080" cy="1106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MALHA FECHADA: mede, compara, corrige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atual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getSpeedMotor1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saida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pid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atual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alvo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setMotor1Speed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saida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50 vezes por segundo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3749039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858768"/>
            <a:ext cx="1920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ABORDAGEM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3858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PRECISA 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3858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O QUE TE DÁ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3858768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USO TÍPICO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" y="4151376"/>
            <a:ext cx="11530584" cy="82296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233672"/>
            <a:ext cx="18836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Malha aberta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4233672"/>
            <a:ext cx="2249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Nada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4233672"/>
            <a:ext cx="38039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Rápido de escrever; previsível só em condição ideal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4233672"/>
            <a:ext cx="27157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Garra abrir/fechar, esteira ligada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5056632"/>
            <a:ext cx="18836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Malha fechada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5056632"/>
            <a:ext cx="2249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Sensor (encoder, giro)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5056632"/>
            <a:ext cx="38039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Corrige bateria, atrito, rampa, carga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5056632"/>
            <a:ext cx="27157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Andar 50 cm, manter RPM, girar 90°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" y="5532120"/>
            <a:ext cx="11530584" cy="86868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" y="5532120"/>
            <a:ext cx="54864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3" y="571500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59E0B"/>
                </a:solidFill>
                <a:latin typeface="Segoe UI"/>
              </a:rPr>
              <a:t>→  O SENSOR É O QUE SEPARA AS DUAS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3" y="6062472"/>
            <a:ext cx="10981944" cy="210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Sem encoder não existe PID, feedforward útil ou perfil verificável. Primeira coisa a garantir antes de qualquer controle: o encoder lê, na unidade certa, com o sinal certo.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VOCABULÁRIO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As cinco palavras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vocabulário que a documentação assume que você sabe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Cinco termos. Todos aparecem em uma linha de código.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74519"/>
            <a:ext cx="11530584" cy="132588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874519"/>
            <a:ext cx="50292" cy="1325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5"/>
            <a:ext cx="109819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lab5Pid/DriveToDistance.java — todo o vocabulario em uma linha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86583"/>
            <a:ext cx="11146536" cy="740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2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saida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pidController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0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omniDrive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00">
                <a:solidFill>
                  <a:srgbClr val="FDE68A"/>
                </a:solidFill>
                <a:latin typeface="Consolas"/>
              </a:rPr>
              <a:t>getAverageForwardEncoderDistance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distanceSetpoint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200">
                <a:solidFill>
                  <a:srgbClr val="6B7F9B"/>
                </a:solidFill>
                <a:latin typeface="Consolas"/>
              </a:rPr>
              <a:t>//     ^output                            ^measurement (medicao)                        ^setpoint (alvo)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200">
                <a:solidFill>
                  <a:srgbClr val="6B7F9B"/>
                </a:solidFill>
                <a:latin typeface="Consolas"/>
              </a:rPr>
              <a:t>//     erro = setpoint - measurement  -&gt;  calculado dentro do calculate(), a cada 20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" y="3310128"/>
            <a:ext cx="2212848" cy="173736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" y="3310128"/>
            <a:ext cx="221284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51129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onsolas"/>
              </a:rPr>
              <a:t>setpoint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858768"/>
            <a:ext cx="1874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AF1FB"/>
                </a:solidFill>
                <a:latin typeface="Segoe UI"/>
              </a:rPr>
              <a:t>Onde eu quero chegar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459028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DA2C0"/>
                </a:solidFill>
                <a:latin typeface="Consolas"/>
              </a:rPr>
              <a:t>500 mm, 90°, 100 RPM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33472" y="3310128"/>
            <a:ext cx="2212848" cy="173736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33472" y="3310128"/>
            <a:ext cx="2212848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16352" y="351129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Consolas"/>
              </a:rPr>
              <a:t>measurement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3858768"/>
            <a:ext cx="1874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AF1FB"/>
                </a:solidFill>
                <a:latin typeface="Segoe UI"/>
              </a:rPr>
              <a:t>Onde eu estou, pelo sensor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459028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DA2C0"/>
                </a:solidFill>
                <a:latin typeface="Consolas"/>
              </a:rPr>
              <a:t>encoder, navX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3310128"/>
            <a:ext cx="2212848" cy="173736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7760" y="3310128"/>
            <a:ext cx="221284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351129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erro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858768"/>
            <a:ext cx="1874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AF1FB"/>
                </a:solidFill>
                <a:latin typeface="Segoe UI"/>
              </a:rPr>
              <a:t>setpoint − measurement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59028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DA2C0"/>
                </a:solidFill>
                <a:latin typeface="Consolas"/>
              </a:rPr>
              <a:t>o combustível do PID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42048" y="3310128"/>
            <a:ext cx="2212848" cy="173736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42048" y="3310128"/>
            <a:ext cx="2212848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7" y="351129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Consolas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7" y="3858768"/>
            <a:ext cx="1874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AF1FB"/>
                </a:solidFill>
                <a:latin typeface="Segoe UI"/>
              </a:rPr>
              <a:t>O que vai para o motor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459028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DA2C0"/>
                </a:solidFill>
                <a:latin typeface="Consolas"/>
              </a:rPr>
              <a:t>−1 a 1 (ou volts)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6336" y="3310128"/>
            <a:ext cx="2212848" cy="173736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46336" y="3310128"/>
            <a:ext cx="2212848" cy="5029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29215" y="351129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72B6"/>
                </a:solidFill>
                <a:latin typeface="Consolas"/>
              </a:rPr>
              <a:t>tolerância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5" y="3858768"/>
            <a:ext cx="1874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AF1FB"/>
                </a:solidFill>
                <a:latin typeface="Segoe UI"/>
              </a:rPr>
              <a:t>Quão perto é “chegou”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9215" y="459028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DA2C0"/>
                </a:solidFill>
                <a:latin typeface="Consolas"/>
              </a:rPr>
              <a:t>setTolerance(5, 10)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9184" y="5212080"/>
            <a:ext cx="11530584" cy="109728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184" y="5212080"/>
            <a:ext cx="54864" cy="10972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3" y="539496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87171"/>
                </a:solidFill>
                <a:latin typeface="Segoe UI"/>
              </a:rPr>
              <a:t>!  A ORDEM DOS ARGUMENTOS ENGANA TODO MUNDO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3" y="5742432"/>
            <a:ext cx="109819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No WPILib é calculate(measurement, setpoint) — medição primeiro, alvo depois. Trocar a ordem inverte o sinal do erro: o robô foge do alvo em vez de ir até ele, e isso parece “PID instável” quando na verdade é argumento invertido.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TEMPO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relógio do controle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Todo controlador vive dentro do loop de 20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O dt não é detalhe: I e D são integral e derivada NO TEMPO.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760720" cy="210312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o dt declarado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376672" cy="1517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lab6PidTrapezoidal/DriveToDistance.java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kDt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BBF24"/>
                </a:solidFill>
                <a:latin typeface="Consolas"/>
              </a:rPr>
              <a:t>0.02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 </a:t>
            </a:r>
            <a:r>
              <a:rPr b="0" i="1" sz="1150">
                <a:solidFill>
                  <a:srgbClr val="6B7F9B"/>
                </a:solidFill>
                <a:latin typeface="Consolas"/>
              </a:rPr>
              <a:t>// 20 ms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m_controller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ProfiledPIDController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kP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kI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kD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m_constraints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kDt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                            ^ o periodo entra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                              no controlador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2066543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965960"/>
            <a:ext cx="53218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execute() roda a cada 20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240279"/>
            <a:ext cx="5321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É o Scheduler que chama. O controlador assume esse ritmo.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286207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761488"/>
            <a:ext cx="53218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I multiplica pelo dt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035808"/>
            <a:ext cx="5321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Erro acumulado = soma de erro × 20 ms.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365760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557016"/>
            <a:ext cx="53218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D divide pelo dt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831336"/>
            <a:ext cx="5321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Variação do erro ÷ 20 ms — por isso D amplifica ruído.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44531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352544"/>
            <a:ext cx="53218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Atrasar o loop muda a sintonia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26864"/>
            <a:ext cx="5321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Um execute() lento desafina o PID que você ajustou.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" y="434340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4531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NÚMERO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44531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O QUE 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453128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CONSEQUÊNCIA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" y="4745736"/>
            <a:ext cx="11530584" cy="512064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4828032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kDt = 0.02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4368" y="4828032"/>
            <a:ext cx="380390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Período assumido pelo controlador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4828032"/>
            <a:ext cx="481888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Igual ao TimedRobot padrão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5340096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50 Hz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44368" y="5340096"/>
            <a:ext cx="380390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Frequência do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5340096"/>
            <a:ext cx="481888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Cada volta precisa terminar em &lt; 20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" y="5769864"/>
            <a:ext cx="11530584" cy="512064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5852160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Encoder lido 1x por volta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44368" y="5852160"/>
            <a:ext cx="380390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Resolução temporal da medição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5852160"/>
            <a:ext cx="481888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Velocidade vem de diferença de pulsos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184" y="6080760"/>
            <a:ext cx="11530584" cy="54864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0B11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9184" y="6080760"/>
            <a:ext cx="54864" cy="54864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3" y="626364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0B1120"/>
                </a:solidFill>
                <a:latin typeface="Segoe UI"/>
              </a:rPr>
              <a:t> 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3" y="6611112"/>
            <a:ext cx="10981944" cy="-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" y="6053328"/>
            <a:ext cx="11530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59E0B"/>
                </a:solidFill>
                <a:latin typeface="Segoe UI"/>
              </a:rPr>
              <a:t>Regra: se você mudar o período do robô, revise os ganhos. PID sintonizado a 50 Hz não é o mesmo a 20 Hz.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PIDController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Reagir ao erro: o controlador que todo mundo usa primeiro.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34D399"/>
                </a:solidFill>
                <a:latin typeface="Segoe UI"/>
              </a:rPr>
              <a:t>13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PROPORCIONAL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termo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P — reage na proporção do erro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saída = kP × erro. Longe do alvo, empurra forte; perto, alivia.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74519"/>
            <a:ext cx="6583680" cy="36576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2002536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posicao x tempo — mesmo alvo, tres ganhos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5148072"/>
            <a:ext cx="5788152" cy="7315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" y="506577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4443983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436168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3739896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365760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035807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3" y="2953511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331720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3" y="224942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25496" y="2331720"/>
            <a:ext cx="7315" cy="28163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51176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79" y="2331720"/>
            <a:ext cx="7315" cy="28163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84264" y="2331720"/>
            <a:ext cx="7315" cy="28163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3.0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2331720"/>
            <a:ext cx="7315" cy="2816352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112" y="3387852"/>
            <a:ext cx="5788152" cy="10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84064" y="319582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F59E0B"/>
                </a:solidFill>
                <a:latin typeface="Consolas"/>
              </a:rPr>
              <a:t>alvo</a:t>
            </a:r>
          </a:p>
        </p:txBody>
      </p:sp>
      <p:sp>
        <p:nvSpPr>
          <p:cNvPr id="31" name="Freeform 30"/>
          <p:cNvSpPr/>
          <p:nvPr/>
        </p:nvSpPr>
        <p:spPr>
          <a:xfrm>
            <a:off x="896112" y="3638209"/>
            <a:ext cx="5788151" cy="1509863"/>
          </a:xfrm>
          <a:custGeom>
            <a:avLst/>
            <a:gdLst/>
            <a:ahLst/>
            <a:cxnLst/>
            <a:rect l="l" t="t" r="r" b="b"/>
            <a:pathLst>
              <a:path w="5788151" h="1509863">
                <a:moveTo>
                  <a:pt x="0" y="1509863"/>
                </a:moveTo>
                <a:lnTo>
                  <a:pt x="19293" y="1509440"/>
                </a:lnTo>
                <a:lnTo>
                  <a:pt x="38587" y="1508612"/>
                </a:lnTo>
                <a:lnTo>
                  <a:pt x="57881" y="1507395"/>
                </a:lnTo>
                <a:lnTo>
                  <a:pt x="77175" y="1505805"/>
                </a:lnTo>
                <a:lnTo>
                  <a:pt x="96469" y="1503857"/>
                </a:lnTo>
                <a:lnTo>
                  <a:pt x="115763" y="1501566"/>
                </a:lnTo>
                <a:lnTo>
                  <a:pt x="135056" y="1498946"/>
                </a:lnTo>
                <a:lnTo>
                  <a:pt x="154350" y="1496011"/>
                </a:lnTo>
                <a:lnTo>
                  <a:pt x="173644" y="1492774"/>
                </a:lnTo>
                <a:lnTo>
                  <a:pt x="192938" y="1489249"/>
                </a:lnTo>
                <a:lnTo>
                  <a:pt x="212232" y="1485447"/>
                </a:lnTo>
                <a:lnTo>
                  <a:pt x="231526" y="1481380"/>
                </a:lnTo>
                <a:lnTo>
                  <a:pt x="250819" y="1477061"/>
                </a:lnTo>
                <a:lnTo>
                  <a:pt x="270113" y="1472499"/>
                </a:lnTo>
                <a:lnTo>
                  <a:pt x="289407" y="1467707"/>
                </a:lnTo>
                <a:lnTo>
                  <a:pt x="308701" y="1462694"/>
                </a:lnTo>
                <a:lnTo>
                  <a:pt x="327995" y="1457471"/>
                </a:lnTo>
                <a:lnTo>
                  <a:pt x="347289" y="1452046"/>
                </a:lnTo>
                <a:lnTo>
                  <a:pt x="366582" y="1446430"/>
                </a:lnTo>
                <a:lnTo>
                  <a:pt x="385876" y="1440631"/>
                </a:lnTo>
                <a:lnTo>
                  <a:pt x="405170" y="1434659"/>
                </a:lnTo>
                <a:lnTo>
                  <a:pt x="424464" y="1428520"/>
                </a:lnTo>
                <a:lnTo>
                  <a:pt x="443758" y="1422225"/>
                </a:lnTo>
                <a:lnTo>
                  <a:pt x="463052" y="1415780"/>
                </a:lnTo>
                <a:lnTo>
                  <a:pt x="482346" y="1409193"/>
                </a:lnTo>
                <a:lnTo>
                  <a:pt x="501639" y="1402471"/>
                </a:lnTo>
                <a:lnTo>
                  <a:pt x="520933" y="1395621"/>
                </a:lnTo>
                <a:lnTo>
                  <a:pt x="540227" y="1388650"/>
                </a:lnTo>
                <a:lnTo>
                  <a:pt x="559521" y="1381565"/>
                </a:lnTo>
                <a:lnTo>
                  <a:pt x="578815" y="1374371"/>
                </a:lnTo>
                <a:lnTo>
                  <a:pt x="598109" y="1367075"/>
                </a:lnTo>
                <a:lnTo>
                  <a:pt x="617402" y="1359683"/>
                </a:lnTo>
                <a:lnTo>
                  <a:pt x="636696" y="1352200"/>
                </a:lnTo>
                <a:lnTo>
                  <a:pt x="655990" y="1344632"/>
                </a:lnTo>
                <a:lnTo>
                  <a:pt x="675284" y="1336984"/>
                </a:lnTo>
                <a:lnTo>
                  <a:pt x="694578" y="1329261"/>
                </a:lnTo>
                <a:lnTo>
                  <a:pt x="713872" y="1321467"/>
                </a:lnTo>
                <a:lnTo>
                  <a:pt x="733165" y="1313608"/>
                </a:lnTo>
                <a:lnTo>
                  <a:pt x="752459" y="1305688"/>
                </a:lnTo>
                <a:lnTo>
                  <a:pt x="771753" y="1297712"/>
                </a:lnTo>
                <a:lnTo>
                  <a:pt x="791047" y="1289683"/>
                </a:lnTo>
                <a:lnTo>
                  <a:pt x="810341" y="1281605"/>
                </a:lnTo>
                <a:lnTo>
                  <a:pt x="829635" y="1273483"/>
                </a:lnTo>
                <a:lnTo>
                  <a:pt x="848928" y="1265320"/>
                </a:lnTo>
                <a:lnTo>
                  <a:pt x="868222" y="1257120"/>
                </a:lnTo>
                <a:lnTo>
                  <a:pt x="887516" y="1248886"/>
                </a:lnTo>
                <a:lnTo>
                  <a:pt x="906810" y="1240622"/>
                </a:lnTo>
                <a:lnTo>
                  <a:pt x="926104" y="1232330"/>
                </a:lnTo>
                <a:lnTo>
                  <a:pt x="945398" y="1224014"/>
                </a:lnTo>
                <a:lnTo>
                  <a:pt x="964692" y="1215677"/>
                </a:lnTo>
                <a:lnTo>
                  <a:pt x="983985" y="1207322"/>
                </a:lnTo>
                <a:lnTo>
                  <a:pt x="1003279" y="1198951"/>
                </a:lnTo>
                <a:lnTo>
                  <a:pt x="1022573" y="1190566"/>
                </a:lnTo>
                <a:lnTo>
                  <a:pt x="1041867" y="1182172"/>
                </a:lnTo>
                <a:lnTo>
                  <a:pt x="1061161" y="1173769"/>
                </a:lnTo>
                <a:lnTo>
                  <a:pt x="1080455" y="1165361"/>
                </a:lnTo>
                <a:lnTo>
                  <a:pt x="1099748" y="1156950"/>
                </a:lnTo>
                <a:lnTo>
                  <a:pt x="1119042" y="1148537"/>
                </a:lnTo>
                <a:lnTo>
                  <a:pt x="1138336" y="1140124"/>
                </a:lnTo>
                <a:lnTo>
                  <a:pt x="1157630" y="1131715"/>
                </a:lnTo>
                <a:lnTo>
                  <a:pt x="1176924" y="1123310"/>
                </a:lnTo>
                <a:lnTo>
                  <a:pt x="1196218" y="1114912"/>
                </a:lnTo>
                <a:lnTo>
                  <a:pt x="1215511" y="1106522"/>
                </a:lnTo>
                <a:lnTo>
                  <a:pt x="1234805" y="1098142"/>
                </a:lnTo>
                <a:lnTo>
                  <a:pt x="1254099" y="1089774"/>
                </a:lnTo>
                <a:lnTo>
                  <a:pt x="1273393" y="1081418"/>
                </a:lnTo>
                <a:lnTo>
                  <a:pt x="1292687" y="1073078"/>
                </a:lnTo>
                <a:lnTo>
                  <a:pt x="1311981" y="1064753"/>
                </a:lnTo>
                <a:lnTo>
                  <a:pt x="1331274" y="1056445"/>
                </a:lnTo>
                <a:lnTo>
                  <a:pt x="1350568" y="1048157"/>
                </a:lnTo>
                <a:lnTo>
                  <a:pt x="1369862" y="1039888"/>
                </a:lnTo>
                <a:lnTo>
                  <a:pt x="1389156" y="1031640"/>
                </a:lnTo>
                <a:lnTo>
                  <a:pt x="1408450" y="1023415"/>
                </a:lnTo>
                <a:lnTo>
                  <a:pt x="1427744" y="1015213"/>
                </a:lnTo>
                <a:lnTo>
                  <a:pt x="1447038" y="1007035"/>
                </a:lnTo>
                <a:lnTo>
                  <a:pt x="1466331" y="998882"/>
                </a:lnTo>
                <a:lnTo>
                  <a:pt x="1485625" y="990756"/>
                </a:lnTo>
                <a:lnTo>
                  <a:pt x="1504919" y="982657"/>
                </a:lnTo>
                <a:lnTo>
                  <a:pt x="1524213" y="974586"/>
                </a:lnTo>
                <a:lnTo>
                  <a:pt x="1543507" y="966544"/>
                </a:lnTo>
                <a:lnTo>
                  <a:pt x="1562801" y="958531"/>
                </a:lnTo>
                <a:lnTo>
                  <a:pt x="1582094" y="950549"/>
                </a:lnTo>
                <a:lnTo>
                  <a:pt x="1601388" y="942598"/>
                </a:lnTo>
                <a:lnTo>
                  <a:pt x="1620682" y="934679"/>
                </a:lnTo>
                <a:lnTo>
                  <a:pt x="1639976" y="926792"/>
                </a:lnTo>
                <a:lnTo>
                  <a:pt x="1659270" y="918938"/>
                </a:lnTo>
                <a:lnTo>
                  <a:pt x="1678564" y="911117"/>
                </a:lnTo>
                <a:lnTo>
                  <a:pt x="1697857" y="903331"/>
                </a:lnTo>
                <a:lnTo>
                  <a:pt x="1717151" y="895579"/>
                </a:lnTo>
                <a:lnTo>
                  <a:pt x="1736445" y="887862"/>
                </a:lnTo>
                <a:lnTo>
                  <a:pt x="1755739" y="880181"/>
                </a:lnTo>
                <a:lnTo>
                  <a:pt x="1775033" y="872536"/>
                </a:lnTo>
                <a:lnTo>
                  <a:pt x="1794327" y="864927"/>
                </a:lnTo>
                <a:lnTo>
                  <a:pt x="1813620" y="857354"/>
                </a:lnTo>
                <a:lnTo>
                  <a:pt x="1832914" y="849819"/>
                </a:lnTo>
                <a:lnTo>
                  <a:pt x="1852208" y="842321"/>
                </a:lnTo>
                <a:lnTo>
                  <a:pt x="1871502" y="834861"/>
                </a:lnTo>
                <a:lnTo>
                  <a:pt x="1890796" y="827438"/>
                </a:lnTo>
                <a:lnTo>
                  <a:pt x="1910090" y="820054"/>
                </a:lnTo>
                <a:lnTo>
                  <a:pt x="1929384" y="812709"/>
                </a:lnTo>
                <a:lnTo>
                  <a:pt x="1948677" y="805402"/>
                </a:lnTo>
                <a:lnTo>
                  <a:pt x="1967971" y="798134"/>
                </a:lnTo>
                <a:lnTo>
                  <a:pt x="1987265" y="790905"/>
                </a:lnTo>
                <a:lnTo>
                  <a:pt x="2006559" y="783715"/>
                </a:lnTo>
                <a:lnTo>
                  <a:pt x="2025853" y="776565"/>
                </a:lnTo>
                <a:lnTo>
                  <a:pt x="2045147" y="769454"/>
                </a:lnTo>
                <a:lnTo>
                  <a:pt x="2064440" y="762383"/>
                </a:lnTo>
                <a:lnTo>
                  <a:pt x="2083734" y="755352"/>
                </a:lnTo>
                <a:lnTo>
                  <a:pt x="2103028" y="748360"/>
                </a:lnTo>
                <a:lnTo>
                  <a:pt x="2122322" y="741409"/>
                </a:lnTo>
                <a:lnTo>
                  <a:pt x="2141616" y="734497"/>
                </a:lnTo>
                <a:lnTo>
                  <a:pt x="2160910" y="727626"/>
                </a:lnTo>
                <a:lnTo>
                  <a:pt x="2180203" y="720795"/>
                </a:lnTo>
                <a:lnTo>
                  <a:pt x="2199497" y="714004"/>
                </a:lnTo>
                <a:lnTo>
                  <a:pt x="2218791" y="707253"/>
                </a:lnTo>
                <a:lnTo>
                  <a:pt x="2238085" y="700543"/>
                </a:lnTo>
                <a:lnTo>
                  <a:pt x="2257379" y="693872"/>
                </a:lnTo>
                <a:lnTo>
                  <a:pt x="2276673" y="687242"/>
                </a:lnTo>
                <a:lnTo>
                  <a:pt x="2295966" y="680652"/>
                </a:lnTo>
                <a:lnTo>
                  <a:pt x="2315260" y="674102"/>
                </a:lnTo>
                <a:lnTo>
                  <a:pt x="2334554" y="667592"/>
                </a:lnTo>
                <a:lnTo>
                  <a:pt x="2353848" y="661123"/>
                </a:lnTo>
                <a:lnTo>
                  <a:pt x="2373142" y="654693"/>
                </a:lnTo>
                <a:lnTo>
                  <a:pt x="2392436" y="648303"/>
                </a:lnTo>
                <a:lnTo>
                  <a:pt x="2411730" y="641954"/>
                </a:lnTo>
                <a:lnTo>
                  <a:pt x="2431023" y="635644"/>
                </a:lnTo>
                <a:lnTo>
                  <a:pt x="2450317" y="629374"/>
                </a:lnTo>
                <a:lnTo>
                  <a:pt x="2469611" y="623143"/>
                </a:lnTo>
                <a:lnTo>
                  <a:pt x="2488905" y="616952"/>
                </a:lnTo>
                <a:lnTo>
                  <a:pt x="2508199" y="610801"/>
                </a:lnTo>
                <a:lnTo>
                  <a:pt x="2527493" y="604689"/>
                </a:lnTo>
                <a:lnTo>
                  <a:pt x="2546786" y="598616"/>
                </a:lnTo>
                <a:lnTo>
                  <a:pt x="2566080" y="592582"/>
                </a:lnTo>
                <a:lnTo>
                  <a:pt x="2585374" y="586588"/>
                </a:lnTo>
                <a:lnTo>
                  <a:pt x="2604668" y="580632"/>
                </a:lnTo>
                <a:lnTo>
                  <a:pt x="2623962" y="574715"/>
                </a:lnTo>
                <a:lnTo>
                  <a:pt x="2643256" y="568837"/>
                </a:lnTo>
                <a:lnTo>
                  <a:pt x="2662549" y="562997"/>
                </a:lnTo>
                <a:lnTo>
                  <a:pt x="2681843" y="557196"/>
                </a:lnTo>
                <a:lnTo>
                  <a:pt x="2701137" y="551433"/>
                </a:lnTo>
                <a:lnTo>
                  <a:pt x="2720431" y="545708"/>
                </a:lnTo>
                <a:lnTo>
                  <a:pt x="2739725" y="540021"/>
                </a:lnTo>
                <a:lnTo>
                  <a:pt x="2759019" y="534372"/>
                </a:lnTo>
                <a:lnTo>
                  <a:pt x="2778312" y="528760"/>
                </a:lnTo>
                <a:lnTo>
                  <a:pt x="2797606" y="523186"/>
                </a:lnTo>
                <a:lnTo>
                  <a:pt x="2816900" y="517649"/>
                </a:lnTo>
                <a:lnTo>
                  <a:pt x="2836194" y="512150"/>
                </a:lnTo>
                <a:lnTo>
                  <a:pt x="2855488" y="506687"/>
                </a:lnTo>
                <a:lnTo>
                  <a:pt x="2874782" y="501261"/>
                </a:lnTo>
                <a:lnTo>
                  <a:pt x="2894076" y="495872"/>
                </a:lnTo>
                <a:lnTo>
                  <a:pt x="2913369" y="490519"/>
                </a:lnTo>
                <a:lnTo>
                  <a:pt x="2932663" y="485203"/>
                </a:lnTo>
                <a:lnTo>
                  <a:pt x="2951957" y="479922"/>
                </a:lnTo>
                <a:lnTo>
                  <a:pt x="2971251" y="474678"/>
                </a:lnTo>
                <a:lnTo>
                  <a:pt x="2990545" y="469469"/>
                </a:lnTo>
                <a:lnTo>
                  <a:pt x="3009839" y="464296"/>
                </a:lnTo>
                <a:lnTo>
                  <a:pt x="3029132" y="459159"/>
                </a:lnTo>
                <a:lnTo>
                  <a:pt x="3048426" y="454056"/>
                </a:lnTo>
                <a:lnTo>
                  <a:pt x="3067720" y="448989"/>
                </a:lnTo>
                <a:lnTo>
                  <a:pt x="3087014" y="443956"/>
                </a:lnTo>
                <a:lnTo>
                  <a:pt x="3106308" y="438959"/>
                </a:lnTo>
                <a:lnTo>
                  <a:pt x="3125602" y="433995"/>
                </a:lnTo>
                <a:lnTo>
                  <a:pt x="3144895" y="429066"/>
                </a:lnTo>
                <a:lnTo>
                  <a:pt x="3164189" y="424171"/>
                </a:lnTo>
                <a:lnTo>
                  <a:pt x="3183483" y="419310"/>
                </a:lnTo>
                <a:lnTo>
                  <a:pt x="3202777" y="414483"/>
                </a:lnTo>
                <a:lnTo>
                  <a:pt x="3222071" y="409689"/>
                </a:lnTo>
                <a:lnTo>
                  <a:pt x="3241365" y="404929"/>
                </a:lnTo>
                <a:lnTo>
                  <a:pt x="3260658" y="400201"/>
                </a:lnTo>
                <a:lnTo>
                  <a:pt x="3279952" y="395507"/>
                </a:lnTo>
                <a:lnTo>
                  <a:pt x="3299246" y="390845"/>
                </a:lnTo>
                <a:lnTo>
                  <a:pt x="3318540" y="386216"/>
                </a:lnTo>
                <a:lnTo>
                  <a:pt x="3337834" y="381620"/>
                </a:lnTo>
                <a:lnTo>
                  <a:pt x="3357128" y="377055"/>
                </a:lnTo>
                <a:lnTo>
                  <a:pt x="3376422" y="372523"/>
                </a:lnTo>
                <a:lnTo>
                  <a:pt x="3395715" y="368022"/>
                </a:lnTo>
                <a:lnTo>
                  <a:pt x="3415009" y="363553"/>
                </a:lnTo>
                <a:lnTo>
                  <a:pt x="3434303" y="359115"/>
                </a:lnTo>
                <a:lnTo>
                  <a:pt x="3453597" y="354709"/>
                </a:lnTo>
                <a:lnTo>
                  <a:pt x="3472891" y="350334"/>
                </a:lnTo>
                <a:lnTo>
                  <a:pt x="3492185" y="345989"/>
                </a:lnTo>
                <a:lnTo>
                  <a:pt x="3511478" y="341675"/>
                </a:lnTo>
                <a:lnTo>
                  <a:pt x="3530772" y="337392"/>
                </a:lnTo>
                <a:lnTo>
                  <a:pt x="3550066" y="333139"/>
                </a:lnTo>
                <a:lnTo>
                  <a:pt x="3569360" y="328916"/>
                </a:lnTo>
                <a:lnTo>
                  <a:pt x="3588654" y="324723"/>
                </a:lnTo>
                <a:lnTo>
                  <a:pt x="3607948" y="320559"/>
                </a:lnTo>
                <a:lnTo>
                  <a:pt x="3627241" y="316426"/>
                </a:lnTo>
                <a:lnTo>
                  <a:pt x="3646535" y="312321"/>
                </a:lnTo>
                <a:lnTo>
                  <a:pt x="3665829" y="308246"/>
                </a:lnTo>
                <a:lnTo>
                  <a:pt x="3685123" y="304199"/>
                </a:lnTo>
                <a:lnTo>
                  <a:pt x="3704417" y="300181"/>
                </a:lnTo>
                <a:lnTo>
                  <a:pt x="3723711" y="296192"/>
                </a:lnTo>
                <a:lnTo>
                  <a:pt x="3743004" y="292232"/>
                </a:lnTo>
                <a:lnTo>
                  <a:pt x="3762298" y="288299"/>
                </a:lnTo>
                <a:lnTo>
                  <a:pt x="3781592" y="284395"/>
                </a:lnTo>
                <a:lnTo>
                  <a:pt x="3800886" y="280518"/>
                </a:lnTo>
                <a:lnTo>
                  <a:pt x="3820180" y="276669"/>
                </a:lnTo>
                <a:lnTo>
                  <a:pt x="3839474" y="272847"/>
                </a:lnTo>
                <a:lnTo>
                  <a:pt x="3858768" y="269053"/>
                </a:lnTo>
                <a:lnTo>
                  <a:pt x="3878061" y="265286"/>
                </a:lnTo>
                <a:lnTo>
                  <a:pt x="3897355" y="261546"/>
                </a:lnTo>
                <a:lnTo>
                  <a:pt x="3916649" y="257832"/>
                </a:lnTo>
                <a:lnTo>
                  <a:pt x="3935943" y="254145"/>
                </a:lnTo>
                <a:lnTo>
                  <a:pt x="3955237" y="250485"/>
                </a:lnTo>
                <a:lnTo>
                  <a:pt x="3974531" y="246851"/>
                </a:lnTo>
                <a:lnTo>
                  <a:pt x="3993824" y="243242"/>
                </a:lnTo>
                <a:lnTo>
                  <a:pt x="4013118" y="239660"/>
                </a:lnTo>
                <a:lnTo>
                  <a:pt x="4032412" y="236103"/>
                </a:lnTo>
                <a:lnTo>
                  <a:pt x="4051706" y="232572"/>
                </a:lnTo>
                <a:lnTo>
                  <a:pt x="4071000" y="229067"/>
                </a:lnTo>
                <a:lnTo>
                  <a:pt x="4090294" y="225586"/>
                </a:lnTo>
                <a:lnTo>
                  <a:pt x="4109587" y="222130"/>
                </a:lnTo>
                <a:lnTo>
                  <a:pt x="4128881" y="218699"/>
                </a:lnTo>
                <a:lnTo>
                  <a:pt x="4148175" y="215293"/>
                </a:lnTo>
                <a:lnTo>
                  <a:pt x="4167469" y="211912"/>
                </a:lnTo>
                <a:lnTo>
                  <a:pt x="4186763" y="208554"/>
                </a:lnTo>
                <a:lnTo>
                  <a:pt x="4206057" y="205221"/>
                </a:lnTo>
                <a:lnTo>
                  <a:pt x="4225350" y="201912"/>
                </a:lnTo>
                <a:lnTo>
                  <a:pt x="4244644" y="198627"/>
                </a:lnTo>
                <a:lnTo>
                  <a:pt x="4263938" y="195365"/>
                </a:lnTo>
                <a:lnTo>
                  <a:pt x="4283232" y="192127"/>
                </a:lnTo>
                <a:lnTo>
                  <a:pt x="4302526" y="188912"/>
                </a:lnTo>
                <a:lnTo>
                  <a:pt x="4321820" y="185720"/>
                </a:lnTo>
                <a:lnTo>
                  <a:pt x="4341113" y="182551"/>
                </a:lnTo>
                <a:lnTo>
                  <a:pt x="4360407" y="179405"/>
                </a:lnTo>
                <a:lnTo>
                  <a:pt x="4379701" y="176282"/>
                </a:lnTo>
                <a:lnTo>
                  <a:pt x="4398995" y="173182"/>
                </a:lnTo>
                <a:lnTo>
                  <a:pt x="4418289" y="170103"/>
                </a:lnTo>
                <a:lnTo>
                  <a:pt x="4437583" y="167047"/>
                </a:lnTo>
                <a:lnTo>
                  <a:pt x="4456877" y="164013"/>
                </a:lnTo>
                <a:lnTo>
                  <a:pt x="4476170" y="161001"/>
                </a:lnTo>
                <a:lnTo>
                  <a:pt x="4495464" y="158011"/>
                </a:lnTo>
                <a:lnTo>
                  <a:pt x="4514758" y="155042"/>
                </a:lnTo>
                <a:lnTo>
                  <a:pt x="4534052" y="152095"/>
                </a:lnTo>
                <a:lnTo>
                  <a:pt x="4553346" y="149169"/>
                </a:lnTo>
                <a:lnTo>
                  <a:pt x="4572640" y="146264"/>
                </a:lnTo>
                <a:lnTo>
                  <a:pt x="4591933" y="143381"/>
                </a:lnTo>
                <a:lnTo>
                  <a:pt x="4611227" y="140518"/>
                </a:lnTo>
                <a:lnTo>
                  <a:pt x="4630521" y="137675"/>
                </a:lnTo>
                <a:lnTo>
                  <a:pt x="4649815" y="134854"/>
                </a:lnTo>
                <a:lnTo>
                  <a:pt x="4669109" y="132052"/>
                </a:lnTo>
                <a:lnTo>
                  <a:pt x="4688403" y="129271"/>
                </a:lnTo>
                <a:lnTo>
                  <a:pt x="4707696" y="126511"/>
                </a:lnTo>
                <a:lnTo>
                  <a:pt x="4726990" y="123770"/>
                </a:lnTo>
                <a:lnTo>
                  <a:pt x="4746284" y="121049"/>
                </a:lnTo>
                <a:lnTo>
                  <a:pt x="4765578" y="118347"/>
                </a:lnTo>
                <a:lnTo>
                  <a:pt x="4784872" y="115666"/>
                </a:lnTo>
                <a:lnTo>
                  <a:pt x="4804166" y="113003"/>
                </a:lnTo>
                <a:lnTo>
                  <a:pt x="4823459" y="110360"/>
                </a:lnTo>
                <a:lnTo>
                  <a:pt x="4842753" y="107736"/>
                </a:lnTo>
                <a:lnTo>
                  <a:pt x="4862047" y="105131"/>
                </a:lnTo>
                <a:lnTo>
                  <a:pt x="4881341" y="102545"/>
                </a:lnTo>
                <a:lnTo>
                  <a:pt x="4900635" y="99978"/>
                </a:lnTo>
                <a:lnTo>
                  <a:pt x="4919929" y="97430"/>
                </a:lnTo>
                <a:lnTo>
                  <a:pt x="4939223" y="94899"/>
                </a:lnTo>
                <a:lnTo>
                  <a:pt x="4958516" y="92388"/>
                </a:lnTo>
                <a:lnTo>
                  <a:pt x="4977810" y="89894"/>
                </a:lnTo>
                <a:lnTo>
                  <a:pt x="4997104" y="87418"/>
                </a:lnTo>
                <a:lnTo>
                  <a:pt x="5016398" y="84961"/>
                </a:lnTo>
                <a:lnTo>
                  <a:pt x="5035692" y="82521"/>
                </a:lnTo>
                <a:lnTo>
                  <a:pt x="5054986" y="80099"/>
                </a:lnTo>
                <a:lnTo>
                  <a:pt x="5074279" y="77695"/>
                </a:lnTo>
                <a:lnTo>
                  <a:pt x="5093573" y="75307"/>
                </a:lnTo>
                <a:lnTo>
                  <a:pt x="5112867" y="72938"/>
                </a:lnTo>
                <a:lnTo>
                  <a:pt x="5132161" y="70585"/>
                </a:lnTo>
                <a:lnTo>
                  <a:pt x="5151455" y="68250"/>
                </a:lnTo>
                <a:lnTo>
                  <a:pt x="5170749" y="65931"/>
                </a:lnTo>
                <a:lnTo>
                  <a:pt x="5190042" y="63630"/>
                </a:lnTo>
                <a:lnTo>
                  <a:pt x="5209336" y="61345"/>
                </a:lnTo>
                <a:lnTo>
                  <a:pt x="5228630" y="59076"/>
                </a:lnTo>
                <a:lnTo>
                  <a:pt x="5247924" y="56825"/>
                </a:lnTo>
                <a:lnTo>
                  <a:pt x="5267218" y="54589"/>
                </a:lnTo>
                <a:lnTo>
                  <a:pt x="5286512" y="52370"/>
                </a:lnTo>
                <a:lnTo>
                  <a:pt x="5305805" y="50166"/>
                </a:lnTo>
                <a:lnTo>
                  <a:pt x="5325099" y="47979"/>
                </a:lnTo>
                <a:lnTo>
                  <a:pt x="5344393" y="45808"/>
                </a:lnTo>
                <a:lnTo>
                  <a:pt x="5363687" y="43652"/>
                </a:lnTo>
                <a:lnTo>
                  <a:pt x="5382981" y="41513"/>
                </a:lnTo>
                <a:lnTo>
                  <a:pt x="5402275" y="39388"/>
                </a:lnTo>
                <a:lnTo>
                  <a:pt x="5421569" y="37279"/>
                </a:lnTo>
                <a:lnTo>
                  <a:pt x="5440862" y="35186"/>
                </a:lnTo>
                <a:lnTo>
                  <a:pt x="5460156" y="33108"/>
                </a:lnTo>
                <a:lnTo>
                  <a:pt x="5479450" y="31044"/>
                </a:lnTo>
                <a:lnTo>
                  <a:pt x="5498744" y="28996"/>
                </a:lnTo>
                <a:lnTo>
                  <a:pt x="5518038" y="26963"/>
                </a:lnTo>
                <a:lnTo>
                  <a:pt x="5537332" y="24944"/>
                </a:lnTo>
                <a:lnTo>
                  <a:pt x="5556625" y="22940"/>
                </a:lnTo>
                <a:lnTo>
                  <a:pt x="5575919" y="20951"/>
                </a:lnTo>
                <a:lnTo>
                  <a:pt x="5595213" y="18976"/>
                </a:lnTo>
                <a:lnTo>
                  <a:pt x="5614507" y="17015"/>
                </a:lnTo>
                <a:lnTo>
                  <a:pt x="5633801" y="15069"/>
                </a:lnTo>
                <a:lnTo>
                  <a:pt x="5653095" y="13137"/>
                </a:lnTo>
                <a:lnTo>
                  <a:pt x="5672388" y="11219"/>
                </a:lnTo>
                <a:lnTo>
                  <a:pt x="5691682" y="9315"/>
                </a:lnTo>
                <a:lnTo>
                  <a:pt x="5710976" y="7424"/>
                </a:lnTo>
                <a:lnTo>
                  <a:pt x="5730270" y="5548"/>
                </a:lnTo>
                <a:lnTo>
                  <a:pt x="5749564" y="3685"/>
                </a:lnTo>
                <a:lnTo>
                  <a:pt x="5768858" y="1836"/>
                </a:lnTo>
                <a:lnTo>
                  <a:pt x="5788151" y="0"/>
                </a:lnTo>
              </a:path>
            </a:pathLst>
          </a:custGeom>
          <a:noFill/>
          <a:ln w="279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896112" y="3310721"/>
            <a:ext cx="5788151" cy="1837351"/>
          </a:xfrm>
          <a:custGeom>
            <a:avLst/>
            <a:gdLst/>
            <a:ahLst/>
            <a:cxnLst/>
            <a:rect l="l" t="t" r="r" b="b"/>
            <a:pathLst>
              <a:path w="5788151" h="1837351">
                <a:moveTo>
                  <a:pt x="0" y="1837351"/>
                </a:moveTo>
                <a:lnTo>
                  <a:pt x="19293" y="1835907"/>
                </a:lnTo>
                <a:lnTo>
                  <a:pt x="38587" y="1833079"/>
                </a:lnTo>
                <a:lnTo>
                  <a:pt x="57881" y="1828925"/>
                </a:lnTo>
                <a:lnTo>
                  <a:pt x="77175" y="1823500"/>
                </a:lnTo>
                <a:lnTo>
                  <a:pt x="96469" y="1816860"/>
                </a:lnTo>
                <a:lnTo>
                  <a:pt x="115763" y="1809059"/>
                </a:lnTo>
                <a:lnTo>
                  <a:pt x="135056" y="1800150"/>
                </a:lnTo>
                <a:lnTo>
                  <a:pt x="154350" y="1790184"/>
                </a:lnTo>
                <a:lnTo>
                  <a:pt x="173644" y="1779213"/>
                </a:lnTo>
                <a:lnTo>
                  <a:pt x="192938" y="1767284"/>
                </a:lnTo>
                <a:lnTo>
                  <a:pt x="212232" y="1754447"/>
                </a:lnTo>
                <a:lnTo>
                  <a:pt x="231526" y="1740748"/>
                </a:lnTo>
                <a:lnTo>
                  <a:pt x="250819" y="1726232"/>
                </a:lnTo>
                <a:lnTo>
                  <a:pt x="270113" y="1710945"/>
                </a:lnTo>
                <a:lnTo>
                  <a:pt x="289407" y="1694930"/>
                </a:lnTo>
                <a:lnTo>
                  <a:pt x="308701" y="1678229"/>
                </a:lnTo>
                <a:lnTo>
                  <a:pt x="327995" y="1660883"/>
                </a:lnTo>
                <a:lnTo>
                  <a:pt x="347289" y="1642932"/>
                </a:lnTo>
                <a:lnTo>
                  <a:pt x="366582" y="1624415"/>
                </a:lnTo>
                <a:lnTo>
                  <a:pt x="385876" y="1605370"/>
                </a:lnTo>
                <a:lnTo>
                  <a:pt x="405170" y="1585834"/>
                </a:lnTo>
                <a:lnTo>
                  <a:pt x="424464" y="1565842"/>
                </a:lnTo>
                <a:lnTo>
                  <a:pt x="443758" y="1545429"/>
                </a:lnTo>
                <a:lnTo>
                  <a:pt x="463052" y="1524628"/>
                </a:lnTo>
                <a:lnTo>
                  <a:pt x="482346" y="1503473"/>
                </a:lnTo>
                <a:lnTo>
                  <a:pt x="501639" y="1481994"/>
                </a:lnTo>
                <a:lnTo>
                  <a:pt x="520933" y="1460222"/>
                </a:lnTo>
                <a:lnTo>
                  <a:pt x="540227" y="1438187"/>
                </a:lnTo>
                <a:lnTo>
                  <a:pt x="559521" y="1415917"/>
                </a:lnTo>
                <a:lnTo>
                  <a:pt x="578815" y="1393441"/>
                </a:lnTo>
                <a:lnTo>
                  <a:pt x="598109" y="1370784"/>
                </a:lnTo>
                <a:lnTo>
                  <a:pt x="617402" y="1347972"/>
                </a:lnTo>
                <a:lnTo>
                  <a:pt x="636696" y="1325031"/>
                </a:lnTo>
                <a:lnTo>
                  <a:pt x="655990" y="1301985"/>
                </a:lnTo>
                <a:lnTo>
                  <a:pt x="675284" y="1278855"/>
                </a:lnTo>
                <a:lnTo>
                  <a:pt x="694578" y="1255666"/>
                </a:lnTo>
                <a:lnTo>
                  <a:pt x="713872" y="1232437"/>
                </a:lnTo>
                <a:lnTo>
                  <a:pt x="733165" y="1209191"/>
                </a:lnTo>
                <a:lnTo>
                  <a:pt x="752459" y="1185946"/>
                </a:lnTo>
                <a:lnTo>
                  <a:pt x="771753" y="1162722"/>
                </a:lnTo>
                <a:lnTo>
                  <a:pt x="791047" y="1139536"/>
                </a:lnTo>
                <a:lnTo>
                  <a:pt x="810341" y="1116407"/>
                </a:lnTo>
                <a:lnTo>
                  <a:pt x="829635" y="1093350"/>
                </a:lnTo>
                <a:lnTo>
                  <a:pt x="848928" y="1070383"/>
                </a:lnTo>
                <a:lnTo>
                  <a:pt x="868222" y="1047520"/>
                </a:lnTo>
                <a:lnTo>
                  <a:pt x="887516" y="1024775"/>
                </a:lnTo>
                <a:lnTo>
                  <a:pt x="906810" y="1002164"/>
                </a:lnTo>
                <a:lnTo>
                  <a:pt x="926104" y="979698"/>
                </a:lnTo>
                <a:lnTo>
                  <a:pt x="945398" y="957391"/>
                </a:lnTo>
                <a:lnTo>
                  <a:pt x="964692" y="935254"/>
                </a:lnTo>
                <a:lnTo>
                  <a:pt x="983985" y="913299"/>
                </a:lnTo>
                <a:lnTo>
                  <a:pt x="1003279" y="891537"/>
                </a:lnTo>
                <a:lnTo>
                  <a:pt x="1022573" y="869977"/>
                </a:lnTo>
                <a:lnTo>
                  <a:pt x="1041867" y="848629"/>
                </a:lnTo>
                <a:lnTo>
                  <a:pt x="1061161" y="827503"/>
                </a:lnTo>
                <a:lnTo>
                  <a:pt x="1080455" y="806607"/>
                </a:lnTo>
                <a:lnTo>
                  <a:pt x="1099748" y="785948"/>
                </a:lnTo>
                <a:lnTo>
                  <a:pt x="1119042" y="765534"/>
                </a:lnTo>
                <a:lnTo>
                  <a:pt x="1138336" y="745373"/>
                </a:lnTo>
                <a:lnTo>
                  <a:pt x="1157630" y="725470"/>
                </a:lnTo>
                <a:lnTo>
                  <a:pt x="1176924" y="705831"/>
                </a:lnTo>
                <a:lnTo>
                  <a:pt x="1196218" y="686463"/>
                </a:lnTo>
                <a:lnTo>
                  <a:pt x="1215511" y="667369"/>
                </a:lnTo>
                <a:lnTo>
                  <a:pt x="1234805" y="648555"/>
                </a:lnTo>
                <a:lnTo>
                  <a:pt x="1254099" y="630026"/>
                </a:lnTo>
                <a:lnTo>
                  <a:pt x="1273393" y="611784"/>
                </a:lnTo>
                <a:lnTo>
                  <a:pt x="1292687" y="593833"/>
                </a:lnTo>
                <a:lnTo>
                  <a:pt x="1311981" y="576177"/>
                </a:lnTo>
                <a:lnTo>
                  <a:pt x="1331274" y="558817"/>
                </a:lnTo>
                <a:lnTo>
                  <a:pt x="1350568" y="541757"/>
                </a:lnTo>
                <a:lnTo>
                  <a:pt x="1369862" y="524999"/>
                </a:lnTo>
                <a:lnTo>
                  <a:pt x="1389156" y="508543"/>
                </a:lnTo>
                <a:lnTo>
                  <a:pt x="1408450" y="492392"/>
                </a:lnTo>
                <a:lnTo>
                  <a:pt x="1427744" y="476547"/>
                </a:lnTo>
                <a:lnTo>
                  <a:pt x="1447038" y="461008"/>
                </a:lnTo>
                <a:lnTo>
                  <a:pt x="1466331" y="445775"/>
                </a:lnTo>
                <a:lnTo>
                  <a:pt x="1485625" y="430850"/>
                </a:lnTo>
                <a:lnTo>
                  <a:pt x="1504919" y="416232"/>
                </a:lnTo>
                <a:lnTo>
                  <a:pt x="1524213" y="401920"/>
                </a:lnTo>
                <a:lnTo>
                  <a:pt x="1543507" y="387914"/>
                </a:lnTo>
                <a:lnTo>
                  <a:pt x="1562801" y="374214"/>
                </a:lnTo>
                <a:lnTo>
                  <a:pt x="1582094" y="360818"/>
                </a:lnTo>
                <a:lnTo>
                  <a:pt x="1601388" y="347726"/>
                </a:lnTo>
                <a:lnTo>
                  <a:pt x="1620682" y="334935"/>
                </a:lnTo>
                <a:lnTo>
                  <a:pt x="1639976" y="322444"/>
                </a:lnTo>
                <a:lnTo>
                  <a:pt x="1659270" y="310252"/>
                </a:lnTo>
                <a:lnTo>
                  <a:pt x="1678564" y="298357"/>
                </a:lnTo>
                <a:lnTo>
                  <a:pt x="1697857" y="286756"/>
                </a:lnTo>
                <a:lnTo>
                  <a:pt x="1717151" y="275447"/>
                </a:lnTo>
                <a:lnTo>
                  <a:pt x="1736445" y="264427"/>
                </a:lnTo>
                <a:lnTo>
                  <a:pt x="1755739" y="253695"/>
                </a:lnTo>
                <a:lnTo>
                  <a:pt x="1775033" y="243248"/>
                </a:lnTo>
                <a:lnTo>
                  <a:pt x="1794327" y="233082"/>
                </a:lnTo>
                <a:lnTo>
                  <a:pt x="1813620" y="223195"/>
                </a:lnTo>
                <a:lnTo>
                  <a:pt x="1832914" y="213583"/>
                </a:lnTo>
                <a:lnTo>
                  <a:pt x="1852208" y="204244"/>
                </a:lnTo>
                <a:lnTo>
                  <a:pt x="1871502" y="195175"/>
                </a:lnTo>
                <a:lnTo>
                  <a:pt x="1890796" y="186371"/>
                </a:lnTo>
                <a:lnTo>
                  <a:pt x="1910090" y="177830"/>
                </a:lnTo>
                <a:lnTo>
                  <a:pt x="1929384" y="169548"/>
                </a:lnTo>
                <a:lnTo>
                  <a:pt x="1948677" y="161522"/>
                </a:lnTo>
                <a:lnTo>
                  <a:pt x="1967971" y="153748"/>
                </a:lnTo>
                <a:lnTo>
                  <a:pt x="1987265" y="146221"/>
                </a:lnTo>
                <a:lnTo>
                  <a:pt x="2006559" y="138939"/>
                </a:lnTo>
                <a:lnTo>
                  <a:pt x="2025853" y="131898"/>
                </a:lnTo>
                <a:lnTo>
                  <a:pt x="2045147" y="125093"/>
                </a:lnTo>
                <a:lnTo>
                  <a:pt x="2064440" y="118521"/>
                </a:lnTo>
                <a:lnTo>
                  <a:pt x="2083734" y="112178"/>
                </a:lnTo>
                <a:lnTo>
                  <a:pt x="2103028" y="106060"/>
                </a:lnTo>
                <a:lnTo>
                  <a:pt x="2122322" y="100164"/>
                </a:lnTo>
                <a:lnTo>
                  <a:pt x="2141616" y="94484"/>
                </a:lnTo>
                <a:lnTo>
                  <a:pt x="2160910" y="89017"/>
                </a:lnTo>
                <a:lnTo>
                  <a:pt x="2180203" y="83759"/>
                </a:lnTo>
                <a:lnTo>
                  <a:pt x="2199497" y="78706"/>
                </a:lnTo>
                <a:lnTo>
                  <a:pt x="2218791" y="73853"/>
                </a:lnTo>
                <a:lnTo>
                  <a:pt x="2238085" y="69198"/>
                </a:lnTo>
                <a:lnTo>
                  <a:pt x="2257379" y="64735"/>
                </a:lnTo>
                <a:lnTo>
                  <a:pt x="2276673" y="60461"/>
                </a:lnTo>
                <a:lnTo>
                  <a:pt x="2295966" y="56371"/>
                </a:lnTo>
                <a:lnTo>
                  <a:pt x="2315260" y="52462"/>
                </a:lnTo>
                <a:lnTo>
                  <a:pt x="2334554" y="48730"/>
                </a:lnTo>
                <a:lnTo>
                  <a:pt x="2353848" y="45170"/>
                </a:lnTo>
                <a:lnTo>
                  <a:pt x="2373142" y="41779"/>
                </a:lnTo>
                <a:lnTo>
                  <a:pt x="2392436" y="38553"/>
                </a:lnTo>
                <a:lnTo>
                  <a:pt x="2411730" y="35487"/>
                </a:lnTo>
                <a:lnTo>
                  <a:pt x="2431023" y="32578"/>
                </a:lnTo>
                <a:lnTo>
                  <a:pt x="2450317" y="29822"/>
                </a:lnTo>
                <a:lnTo>
                  <a:pt x="2469611" y="27215"/>
                </a:lnTo>
                <a:lnTo>
                  <a:pt x="2488905" y="24753"/>
                </a:lnTo>
                <a:lnTo>
                  <a:pt x="2508199" y="22433"/>
                </a:lnTo>
                <a:lnTo>
                  <a:pt x="2527493" y="20250"/>
                </a:lnTo>
                <a:lnTo>
                  <a:pt x="2546786" y="18201"/>
                </a:lnTo>
                <a:lnTo>
                  <a:pt x="2566080" y="16282"/>
                </a:lnTo>
                <a:lnTo>
                  <a:pt x="2585374" y="14490"/>
                </a:lnTo>
                <a:lnTo>
                  <a:pt x="2604668" y="12822"/>
                </a:lnTo>
                <a:lnTo>
                  <a:pt x="2623962" y="11272"/>
                </a:lnTo>
                <a:lnTo>
                  <a:pt x="2643256" y="9839"/>
                </a:lnTo>
                <a:lnTo>
                  <a:pt x="2662549" y="8518"/>
                </a:lnTo>
                <a:lnTo>
                  <a:pt x="2681843" y="7306"/>
                </a:lnTo>
                <a:lnTo>
                  <a:pt x="2701137" y="6200"/>
                </a:lnTo>
                <a:lnTo>
                  <a:pt x="2720431" y="5196"/>
                </a:lnTo>
                <a:lnTo>
                  <a:pt x="2739725" y="4292"/>
                </a:lnTo>
                <a:lnTo>
                  <a:pt x="2759019" y="3483"/>
                </a:lnTo>
                <a:lnTo>
                  <a:pt x="2778312" y="2767"/>
                </a:lnTo>
                <a:lnTo>
                  <a:pt x="2797606" y="2141"/>
                </a:lnTo>
                <a:lnTo>
                  <a:pt x="2816900" y="1601"/>
                </a:lnTo>
                <a:lnTo>
                  <a:pt x="2836194" y="1145"/>
                </a:lnTo>
                <a:lnTo>
                  <a:pt x="2855488" y="770"/>
                </a:lnTo>
                <a:lnTo>
                  <a:pt x="2874782" y="472"/>
                </a:lnTo>
                <a:lnTo>
                  <a:pt x="2894076" y="248"/>
                </a:lnTo>
                <a:lnTo>
                  <a:pt x="2913369" y="97"/>
                </a:lnTo>
                <a:lnTo>
                  <a:pt x="2932663" y="15"/>
                </a:lnTo>
                <a:lnTo>
                  <a:pt x="2951957" y="0"/>
                </a:lnTo>
                <a:lnTo>
                  <a:pt x="2971251" y="48"/>
                </a:lnTo>
                <a:lnTo>
                  <a:pt x="2990545" y="158"/>
                </a:lnTo>
                <a:lnTo>
                  <a:pt x="3009839" y="326"/>
                </a:lnTo>
                <a:lnTo>
                  <a:pt x="3029132" y="550"/>
                </a:lnTo>
                <a:lnTo>
                  <a:pt x="3048426" y="829"/>
                </a:lnTo>
                <a:lnTo>
                  <a:pt x="3067720" y="1159"/>
                </a:lnTo>
                <a:lnTo>
                  <a:pt x="3087014" y="1538"/>
                </a:lnTo>
                <a:lnTo>
                  <a:pt x="3106308" y="1963"/>
                </a:lnTo>
                <a:lnTo>
                  <a:pt x="3125602" y="2434"/>
                </a:lnTo>
                <a:lnTo>
                  <a:pt x="3144895" y="2947"/>
                </a:lnTo>
                <a:lnTo>
                  <a:pt x="3164189" y="3500"/>
                </a:lnTo>
                <a:lnTo>
                  <a:pt x="3183483" y="4091"/>
                </a:lnTo>
                <a:lnTo>
                  <a:pt x="3202777" y="4719"/>
                </a:lnTo>
                <a:lnTo>
                  <a:pt x="3222071" y="5381"/>
                </a:lnTo>
                <a:lnTo>
                  <a:pt x="3241365" y="6075"/>
                </a:lnTo>
                <a:lnTo>
                  <a:pt x="3260658" y="6800"/>
                </a:lnTo>
                <a:lnTo>
                  <a:pt x="3279952" y="7553"/>
                </a:lnTo>
                <a:lnTo>
                  <a:pt x="3299246" y="8334"/>
                </a:lnTo>
                <a:lnTo>
                  <a:pt x="3318540" y="9139"/>
                </a:lnTo>
                <a:lnTo>
                  <a:pt x="3337834" y="9968"/>
                </a:lnTo>
                <a:lnTo>
                  <a:pt x="3357128" y="10819"/>
                </a:lnTo>
                <a:lnTo>
                  <a:pt x="3376422" y="11690"/>
                </a:lnTo>
                <a:lnTo>
                  <a:pt x="3395715" y="12581"/>
                </a:lnTo>
                <a:lnTo>
                  <a:pt x="3415009" y="13488"/>
                </a:lnTo>
                <a:lnTo>
                  <a:pt x="3434303" y="14411"/>
                </a:lnTo>
                <a:lnTo>
                  <a:pt x="3453597" y="15349"/>
                </a:lnTo>
                <a:lnTo>
                  <a:pt x="3472891" y="16300"/>
                </a:lnTo>
                <a:lnTo>
                  <a:pt x="3492185" y="17263"/>
                </a:lnTo>
                <a:lnTo>
                  <a:pt x="3511478" y="18236"/>
                </a:lnTo>
                <a:lnTo>
                  <a:pt x="3530772" y="19219"/>
                </a:lnTo>
                <a:lnTo>
                  <a:pt x="3550066" y="20210"/>
                </a:lnTo>
                <a:lnTo>
                  <a:pt x="3569360" y="21208"/>
                </a:lnTo>
                <a:lnTo>
                  <a:pt x="3588654" y="22212"/>
                </a:lnTo>
                <a:lnTo>
                  <a:pt x="3607948" y="23221"/>
                </a:lnTo>
                <a:lnTo>
                  <a:pt x="3627241" y="24233"/>
                </a:lnTo>
                <a:lnTo>
                  <a:pt x="3646535" y="25249"/>
                </a:lnTo>
                <a:lnTo>
                  <a:pt x="3665829" y="26266"/>
                </a:lnTo>
                <a:lnTo>
                  <a:pt x="3685123" y="27285"/>
                </a:lnTo>
                <a:lnTo>
                  <a:pt x="3704417" y="28303"/>
                </a:lnTo>
                <a:lnTo>
                  <a:pt x="3723711" y="29321"/>
                </a:lnTo>
                <a:lnTo>
                  <a:pt x="3743004" y="30338"/>
                </a:lnTo>
                <a:lnTo>
                  <a:pt x="3762298" y="31352"/>
                </a:lnTo>
                <a:lnTo>
                  <a:pt x="3781592" y="32363"/>
                </a:lnTo>
                <a:lnTo>
                  <a:pt x="3800886" y="33370"/>
                </a:lnTo>
                <a:lnTo>
                  <a:pt x="3820180" y="34373"/>
                </a:lnTo>
                <a:lnTo>
                  <a:pt x="3839474" y="35371"/>
                </a:lnTo>
                <a:lnTo>
                  <a:pt x="3858768" y="36363"/>
                </a:lnTo>
                <a:lnTo>
                  <a:pt x="3878061" y="37349"/>
                </a:lnTo>
                <a:lnTo>
                  <a:pt x="3897355" y="38328"/>
                </a:lnTo>
                <a:lnTo>
                  <a:pt x="3916649" y="39300"/>
                </a:lnTo>
                <a:lnTo>
                  <a:pt x="3935943" y="40264"/>
                </a:lnTo>
                <a:lnTo>
                  <a:pt x="3955237" y="41219"/>
                </a:lnTo>
                <a:lnTo>
                  <a:pt x="3974531" y="42166"/>
                </a:lnTo>
                <a:lnTo>
                  <a:pt x="3993824" y="43104"/>
                </a:lnTo>
                <a:lnTo>
                  <a:pt x="4013118" y="44032"/>
                </a:lnTo>
                <a:lnTo>
                  <a:pt x="4032412" y="44950"/>
                </a:lnTo>
                <a:lnTo>
                  <a:pt x="4051706" y="45858"/>
                </a:lnTo>
                <a:lnTo>
                  <a:pt x="4071000" y="46755"/>
                </a:lnTo>
                <a:lnTo>
                  <a:pt x="4090294" y="47641"/>
                </a:lnTo>
                <a:lnTo>
                  <a:pt x="4109587" y="48516"/>
                </a:lnTo>
                <a:lnTo>
                  <a:pt x="4128881" y="49379"/>
                </a:lnTo>
                <a:lnTo>
                  <a:pt x="4148175" y="50230"/>
                </a:lnTo>
                <a:lnTo>
                  <a:pt x="4167469" y="51070"/>
                </a:lnTo>
                <a:lnTo>
                  <a:pt x="4186763" y="51897"/>
                </a:lnTo>
                <a:lnTo>
                  <a:pt x="4206057" y="52712"/>
                </a:lnTo>
                <a:lnTo>
                  <a:pt x="4225350" y="53514"/>
                </a:lnTo>
                <a:lnTo>
                  <a:pt x="4244644" y="54304"/>
                </a:lnTo>
                <a:lnTo>
                  <a:pt x="4263938" y="55081"/>
                </a:lnTo>
                <a:lnTo>
                  <a:pt x="4283232" y="55844"/>
                </a:lnTo>
                <a:lnTo>
                  <a:pt x="4302526" y="56595"/>
                </a:lnTo>
                <a:lnTo>
                  <a:pt x="4321820" y="57332"/>
                </a:lnTo>
                <a:lnTo>
                  <a:pt x="4341113" y="58057"/>
                </a:lnTo>
                <a:lnTo>
                  <a:pt x="4360407" y="58767"/>
                </a:lnTo>
                <a:lnTo>
                  <a:pt x="4379701" y="59465"/>
                </a:lnTo>
                <a:lnTo>
                  <a:pt x="4398995" y="60149"/>
                </a:lnTo>
                <a:lnTo>
                  <a:pt x="4418289" y="60820"/>
                </a:lnTo>
                <a:lnTo>
                  <a:pt x="4437583" y="61477"/>
                </a:lnTo>
                <a:lnTo>
                  <a:pt x="4456877" y="62121"/>
                </a:lnTo>
                <a:lnTo>
                  <a:pt x="4476170" y="62751"/>
                </a:lnTo>
                <a:lnTo>
                  <a:pt x="4495464" y="63368"/>
                </a:lnTo>
                <a:lnTo>
                  <a:pt x="4514758" y="63971"/>
                </a:lnTo>
                <a:lnTo>
                  <a:pt x="4534052" y="64561"/>
                </a:lnTo>
                <a:lnTo>
                  <a:pt x="4553346" y="65138"/>
                </a:lnTo>
                <a:lnTo>
                  <a:pt x="4572640" y="65702"/>
                </a:lnTo>
                <a:lnTo>
                  <a:pt x="4591933" y="66252"/>
                </a:lnTo>
                <a:lnTo>
                  <a:pt x="4611227" y="66790"/>
                </a:lnTo>
                <a:lnTo>
                  <a:pt x="4630521" y="67314"/>
                </a:lnTo>
                <a:lnTo>
                  <a:pt x="4649815" y="67825"/>
                </a:lnTo>
                <a:lnTo>
                  <a:pt x="4669109" y="68324"/>
                </a:lnTo>
                <a:lnTo>
                  <a:pt x="4688403" y="68810"/>
                </a:lnTo>
                <a:lnTo>
                  <a:pt x="4707696" y="69283"/>
                </a:lnTo>
                <a:lnTo>
                  <a:pt x="4726990" y="69744"/>
                </a:lnTo>
                <a:lnTo>
                  <a:pt x="4746284" y="70192"/>
                </a:lnTo>
                <a:lnTo>
                  <a:pt x="4765578" y="70628"/>
                </a:lnTo>
                <a:lnTo>
                  <a:pt x="4784872" y="71052"/>
                </a:lnTo>
                <a:lnTo>
                  <a:pt x="4804166" y="71464"/>
                </a:lnTo>
                <a:lnTo>
                  <a:pt x="4823459" y="71864"/>
                </a:lnTo>
                <a:lnTo>
                  <a:pt x="4842753" y="72253"/>
                </a:lnTo>
                <a:lnTo>
                  <a:pt x="4862047" y="72630"/>
                </a:lnTo>
                <a:lnTo>
                  <a:pt x="4881341" y="72995"/>
                </a:lnTo>
                <a:lnTo>
                  <a:pt x="4900635" y="73350"/>
                </a:lnTo>
                <a:lnTo>
                  <a:pt x="4919929" y="73693"/>
                </a:lnTo>
                <a:lnTo>
                  <a:pt x="4939223" y="74025"/>
                </a:lnTo>
                <a:lnTo>
                  <a:pt x="4958516" y="74347"/>
                </a:lnTo>
                <a:lnTo>
                  <a:pt x="4977810" y="74658"/>
                </a:lnTo>
                <a:lnTo>
                  <a:pt x="4997104" y="74959"/>
                </a:lnTo>
                <a:lnTo>
                  <a:pt x="5016398" y="75249"/>
                </a:lnTo>
                <a:lnTo>
                  <a:pt x="5035692" y="75529"/>
                </a:lnTo>
                <a:lnTo>
                  <a:pt x="5054986" y="75800"/>
                </a:lnTo>
                <a:lnTo>
                  <a:pt x="5074279" y="76060"/>
                </a:lnTo>
                <a:lnTo>
                  <a:pt x="5093573" y="76311"/>
                </a:lnTo>
                <a:lnTo>
                  <a:pt x="5112867" y="76553"/>
                </a:lnTo>
                <a:lnTo>
                  <a:pt x="5132161" y="76786"/>
                </a:lnTo>
                <a:lnTo>
                  <a:pt x="5151455" y="77009"/>
                </a:lnTo>
                <a:lnTo>
                  <a:pt x="5170749" y="77224"/>
                </a:lnTo>
                <a:lnTo>
                  <a:pt x="5190042" y="77430"/>
                </a:lnTo>
                <a:lnTo>
                  <a:pt x="5209336" y="77628"/>
                </a:lnTo>
                <a:lnTo>
                  <a:pt x="5228630" y="77817"/>
                </a:lnTo>
                <a:lnTo>
                  <a:pt x="5247924" y="77998"/>
                </a:lnTo>
                <a:lnTo>
                  <a:pt x="5267218" y="78171"/>
                </a:lnTo>
                <a:lnTo>
                  <a:pt x="5286512" y="78336"/>
                </a:lnTo>
                <a:lnTo>
                  <a:pt x="5305805" y="78494"/>
                </a:lnTo>
                <a:lnTo>
                  <a:pt x="5325099" y="78645"/>
                </a:lnTo>
                <a:lnTo>
                  <a:pt x="5344393" y="78788"/>
                </a:lnTo>
                <a:lnTo>
                  <a:pt x="5363687" y="78924"/>
                </a:lnTo>
                <a:lnTo>
                  <a:pt x="5382981" y="79053"/>
                </a:lnTo>
                <a:lnTo>
                  <a:pt x="5402275" y="79175"/>
                </a:lnTo>
                <a:lnTo>
                  <a:pt x="5421569" y="79291"/>
                </a:lnTo>
                <a:lnTo>
                  <a:pt x="5440862" y="79400"/>
                </a:lnTo>
                <a:lnTo>
                  <a:pt x="5460156" y="79503"/>
                </a:lnTo>
                <a:lnTo>
                  <a:pt x="5479450" y="79600"/>
                </a:lnTo>
                <a:lnTo>
                  <a:pt x="5498744" y="79692"/>
                </a:lnTo>
                <a:lnTo>
                  <a:pt x="5518038" y="79777"/>
                </a:lnTo>
                <a:lnTo>
                  <a:pt x="5537332" y="79857"/>
                </a:lnTo>
                <a:lnTo>
                  <a:pt x="5556625" y="79931"/>
                </a:lnTo>
                <a:lnTo>
                  <a:pt x="5575919" y="80000"/>
                </a:lnTo>
                <a:lnTo>
                  <a:pt x="5595213" y="80064"/>
                </a:lnTo>
                <a:lnTo>
                  <a:pt x="5614507" y="80123"/>
                </a:lnTo>
                <a:lnTo>
                  <a:pt x="5633801" y="80178"/>
                </a:lnTo>
                <a:lnTo>
                  <a:pt x="5653095" y="80227"/>
                </a:lnTo>
                <a:lnTo>
                  <a:pt x="5672388" y="80272"/>
                </a:lnTo>
                <a:lnTo>
                  <a:pt x="5691682" y="80313"/>
                </a:lnTo>
                <a:lnTo>
                  <a:pt x="5710976" y="80349"/>
                </a:lnTo>
                <a:lnTo>
                  <a:pt x="5730270" y="80382"/>
                </a:lnTo>
                <a:lnTo>
                  <a:pt x="5749564" y="80410"/>
                </a:lnTo>
                <a:lnTo>
                  <a:pt x="5768858" y="80435"/>
                </a:lnTo>
                <a:lnTo>
                  <a:pt x="5788151" y="80455"/>
                </a:lnTo>
              </a:path>
            </a:pathLst>
          </a:custGeom>
          <a:noFill/>
          <a:ln w="3302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96112" y="2612073"/>
            <a:ext cx="5788151" cy="2535999"/>
          </a:xfrm>
          <a:custGeom>
            <a:avLst/>
            <a:gdLst/>
            <a:ahLst/>
            <a:cxnLst/>
            <a:rect l="l" t="t" r="r" b="b"/>
            <a:pathLst>
              <a:path w="5788151" h="2535999">
                <a:moveTo>
                  <a:pt x="0" y="2535999"/>
                </a:moveTo>
                <a:lnTo>
                  <a:pt x="19293" y="2524733"/>
                </a:lnTo>
                <a:lnTo>
                  <a:pt x="38587" y="2502725"/>
                </a:lnTo>
                <a:lnTo>
                  <a:pt x="57881" y="2470545"/>
                </a:lnTo>
                <a:lnTo>
                  <a:pt x="77175" y="2428805"/>
                </a:lnTo>
                <a:lnTo>
                  <a:pt x="96469" y="2378156"/>
                </a:lnTo>
                <a:lnTo>
                  <a:pt x="115763" y="2319277"/>
                </a:lnTo>
                <a:lnTo>
                  <a:pt x="135056" y="2252876"/>
                </a:lnTo>
                <a:lnTo>
                  <a:pt x="154350" y="2179676"/>
                </a:lnTo>
                <a:lnTo>
                  <a:pt x="173644" y="2100420"/>
                </a:lnTo>
                <a:lnTo>
                  <a:pt x="192938" y="2015857"/>
                </a:lnTo>
                <a:lnTo>
                  <a:pt x="212232" y="1926739"/>
                </a:lnTo>
                <a:lnTo>
                  <a:pt x="231526" y="1833820"/>
                </a:lnTo>
                <a:lnTo>
                  <a:pt x="250819" y="1737846"/>
                </a:lnTo>
                <a:lnTo>
                  <a:pt x="270113" y="1639554"/>
                </a:lnTo>
                <a:lnTo>
                  <a:pt x="289407" y="1539666"/>
                </a:lnTo>
                <a:lnTo>
                  <a:pt x="308701" y="1438884"/>
                </a:lnTo>
                <a:lnTo>
                  <a:pt x="327995" y="1337890"/>
                </a:lnTo>
                <a:lnTo>
                  <a:pt x="347289" y="1237337"/>
                </a:lnTo>
                <a:lnTo>
                  <a:pt x="366582" y="1137853"/>
                </a:lnTo>
                <a:lnTo>
                  <a:pt x="385876" y="1040031"/>
                </a:lnTo>
                <a:lnTo>
                  <a:pt x="405170" y="944431"/>
                </a:lnTo>
                <a:lnTo>
                  <a:pt x="424464" y="851575"/>
                </a:lnTo>
                <a:lnTo>
                  <a:pt x="443758" y="761949"/>
                </a:lnTo>
                <a:lnTo>
                  <a:pt x="463052" y="675996"/>
                </a:lnTo>
                <a:lnTo>
                  <a:pt x="482346" y="594120"/>
                </a:lnTo>
                <a:lnTo>
                  <a:pt x="501639" y="516681"/>
                </a:lnTo>
                <a:lnTo>
                  <a:pt x="520933" y="443998"/>
                </a:lnTo>
                <a:lnTo>
                  <a:pt x="540227" y="376346"/>
                </a:lnTo>
                <a:lnTo>
                  <a:pt x="559521" y="313957"/>
                </a:lnTo>
                <a:lnTo>
                  <a:pt x="578815" y="257018"/>
                </a:lnTo>
                <a:lnTo>
                  <a:pt x="598109" y="205677"/>
                </a:lnTo>
                <a:lnTo>
                  <a:pt x="617402" y="160039"/>
                </a:lnTo>
                <a:lnTo>
                  <a:pt x="636696" y="120167"/>
                </a:lnTo>
                <a:lnTo>
                  <a:pt x="655990" y="86085"/>
                </a:lnTo>
                <a:lnTo>
                  <a:pt x="675284" y="57781"/>
                </a:lnTo>
                <a:lnTo>
                  <a:pt x="694578" y="35204"/>
                </a:lnTo>
                <a:lnTo>
                  <a:pt x="713872" y="18270"/>
                </a:lnTo>
                <a:lnTo>
                  <a:pt x="733165" y="6861"/>
                </a:lnTo>
                <a:lnTo>
                  <a:pt x="752459" y="830"/>
                </a:lnTo>
                <a:lnTo>
                  <a:pt x="771753" y="0"/>
                </a:lnTo>
                <a:lnTo>
                  <a:pt x="791047" y="4168"/>
                </a:lnTo>
                <a:lnTo>
                  <a:pt x="810341" y="13107"/>
                </a:lnTo>
                <a:lnTo>
                  <a:pt x="829635" y="26570"/>
                </a:lnTo>
                <a:lnTo>
                  <a:pt x="848928" y="44290"/>
                </a:lnTo>
                <a:lnTo>
                  <a:pt x="868222" y="65982"/>
                </a:lnTo>
                <a:lnTo>
                  <a:pt x="887516" y="91349"/>
                </a:lnTo>
                <a:lnTo>
                  <a:pt x="906810" y="120082"/>
                </a:lnTo>
                <a:lnTo>
                  <a:pt x="926104" y="151862"/>
                </a:lnTo>
                <a:lnTo>
                  <a:pt x="945398" y="186364"/>
                </a:lnTo>
                <a:lnTo>
                  <a:pt x="964692" y="223258"/>
                </a:lnTo>
                <a:lnTo>
                  <a:pt x="983985" y="262212"/>
                </a:lnTo>
                <a:lnTo>
                  <a:pt x="1003279" y="302895"/>
                </a:lnTo>
                <a:lnTo>
                  <a:pt x="1022573" y="344977"/>
                </a:lnTo>
                <a:lnTo>
                  <a:pt x="1041867" y="388133"/>
                </a:lnTo>
                <a:lnTo>
                  <a:pt x="1061161" y="432044"/>
                </a:lnTo>
                <a:lnTo>
                  <a:pt x="1080455" y="476398"/>
                </a:lnTo>
                <a:lnTo>
                  <a:pt x="1099748" y="520894"/>
                </a:lnTo>
                <a:lnTo>
                  <a:pt x="1119042" y="565242"/>
                </a:lnTo>
                <a:lnTo>
                  <a:pt x="1138336" y="609163"/>
                </a:lnTo>
                <a:lnTo>
                  <a:pt x="1157630" y="652393"/>
                </a:lnTo>
                <a:lnTo>
                  <a:pt x="1176924" y="694684"/>
                </a:lnTo>
                <a:lnTo>
                  <a:pt x="1196218" y="735803"/>
                </a:lnTo>
                <a:lnTo>
                  <a:pt x="1215511" y="775532"/>
                </a:lnTo>
                <a:lnTo>
                  <a:pt x="1234805" y="813674"/>
                </a:lnTo>
                <a:lnTo>
                  <a:pt x="1254099" y="850047"/>
                </a:lnTo>
                <a:lnTo>
                  <a:pt x="1273393" y="884491"/>
                </a:lnTo>
                <a:lnTo>
                  <a:pt x="1292687" y="916861"/>
                </a:lnTo>
                <a:lnTo>
                  <a:pt x="1311981" y="947033"/>
                </a:lnTo>
                <a:lnTo>
                  <a:pt x="1331274" y="974902"/>
                </a:lnTo>
                <a:lnTo>
                  <a:pt x="1350568" y="1000382"/>
                </a:lnTo>
                <a:lnTo>
                  <a:pt x="1369862" y="1023405"/>
                </a:lnTo>
                <a:lnTo>
                  <a:pt x="1389156" y="1043923"/>
                </a:lnTo>
                <a:lnTo>
                  <a:pt x="1408450" y="1061904"/>
                </a:lnTo>
                <a:lnTo>
                  <a:pt x="1427744" y="1077334"/>
                </a:lnTo>
                <a:lnTo>
                  <a:pt x="1447038" y="1090218"/>
                </a:lnTo>
                <a:lnTo>
                  <a:pt x="1466331" y="1100573"/>
                </a:lnTo>
                <a:lnTo>
                  <a:pt x="1485625" y="1108436"/>
                </a:lnTo>
                <a:lnTo>
                  <a:pt x="1504919" y="1113855"/>
                </a:lnTo>
                <a:lnTo>
                  <a:pt x="1524213" y="1116893"/>
                </a:lnTo>
                <a:lnTo>
                  <a:pt x="1543507" y="1117627"/>
                </a:lnTo>
                <a:lnTo>
                  <a:pt x="1562801" y="1116144"/>
                </a:lnTo>
                <a:lnTo>
                  <a:pt x="1582094" y="1112542"/>
                </a:lnTo>
                <a:lnTo>
                  <a:pt x="1601388" y="1106928"/>
                </a:lnTo>
                <a:lnTo>
                  <a:pt x="1620682" y="1099420"/>
                </a:lnTo>
                <a:lnTo>
                  <a:pt x="1639976" y="1090141"/>
                </a:lnTo>
                <a:lnTo>
                  <a:pt x="1659270" y="1079221"/>
                </a:lnTo>
                <a:lnTo>
                  <a:pt x="1678564" y="1066795"/>
                </a:lnTo>
                <a:lnTo>
                  <a:pt x="1697857" y="1053005"/>
                </a:lnTo>
                <a:lnTo>
                  <a:pt x="1717151" y="1037991"/>
                </a:lnTo>
                <a:lnTo>
                  <a:pt x="1736445" y="1021900"/>
                </a:lnTo>
                <a:lnTo>
                  <a:pt x="1755739" y="1004878"/>
                </a:lnTo>
                <a:lnTo>
                  <a:pt x="1775033" y="987070"/>
                </a:lnTo>
                <a:lnTo>
                  <a:pt x="1794327" y="968622"/>
                </a:lnTo>
                <a:lnTo>
                  <a:pt x="1813620" y="949678"/>
                </a:lnTo>
                <a:lnTo>
                  <a:pt x="1832914" y="930379"/>
                </a:lnTo>
                <a:lnTo>
                  <a:pt x="1852208" y="910862"/>
                </a:lnTo>
                <a:lnTo>
                  <a:pt x="1871502" y="891261"/>
                </a:lnTo>
                <a:lnTo>
                  <a:pt x="1890796" y="871706"/>
                </a:lnTo>
                <a:lnTo>
                  <a:pt x="1910090" y="852318"/>
                </a:lnTo>
                <a:lnTo>
                  <a:pt x="1929384" y="833217"/>
                </a:lnTo>
                <a:lnTo>
                  <a:pt x="1948677" y="814511"/>
                </a:lnTo>
                <a:lnTo>
                  <a:pt x="1967971" y="796306"/>
                </a:lnTo>
                <a:lnTo>
                  <a:pt x="1987265" y="778698"/>
                </a:lnTo>
                <a:lnTo>
                  <a:pt x="2006559" y="761776"/>
                </a:lnTo>
                <a:lnTo>
                  <a:pt x="2025853" y="745620"/>
                </a:lnTo>
                <a:lnTo>
                  <a:pt x="2045147" y="730303"/>
                </a:lnTo>
                <a:lnTo>
                  <a:pt x="2064440" y="715890"/>
                </a:lnTo>
                <a:lnTo>
                  <a:pt x="2083734" y="702437"/>
                </a:lnTo>
                <a:lnTo>
                  <a:pt x="2103028" y="689991"/>
                </a:lnTo>
                <a:lnTo>
                  <a:pt x="2122322" y="678592"/>
                </a:lnTo>
                <a:lnTo>
                  <a:pt x="2141616" y="668271"/>
                </a:lnTo>
                <a:lnTo>
                  <a:pt x="2160910" y="659051"/>
                </a:lnTo>
                <a:lnTo>
                  <a:pt x="2180203" y="650947"/>
                </a:lnTo>
                <a:lnTo>
                  <a:pt x="2199497" y="643966"/>
                </a:lnTo>
                <a:lnTo>
                  <a:pt x="2218791" y="638108"/>
                </a:lnTo>
                <a:lnTo>
                  <a:pt x="2238085" y="633365"/>
                </a:lnTo>
                <a:lnTo>
                  <a:pt x="2257379" y="629723"/>
                </a:lnTo>
                <a:lnTo>
                  <a:pt x="2276673" y="627162"/>
                </a:lnTo>
                <a:lnTo>
                  <a:pt x="2295966" y="625655"/>
                </a:lnTo>
                <a:lnTo>
                  <a:pt x="2315260" y="625168"/>
                </a:lnTo>
                <a:lnTo>
                  <a:pt x="2334554" y="625665"/>
                </a:lnTo>
                <a:lnTo>
                  <a:pt x="2353848" y="627103"/>
                </a:lnTo>
                <a:lnTo>
                  <a:pt x="2373142" y="629434"/>
                </a:lnTo>
                <a:lnTo>
                  <a:pt x="2392436" y="632609"/>
                </a:lnTo>
                <a:lnTo>
                  <a:pt x="2411730" y="636574"/>
                </a:lnTo>
                <a:lnTo>
                  <a:pt x="2431023" y="641270"/>
                </a:lnTo>
                <a:lnTo>
                  <a:pt x="2450317" y="646640"/>
                </a:lnTo>
                <a:lnTo>
                  <a:pt x="2469611" y="652621"/>
                </a:lnTo>
                <a:lnTo>
                  <a:pt x="2488905" y="659152"/>
                </a:lnTo>
                <a:lnTo>
                  <a:pt x="2508199" y="666167"/>
                </a:lnTo>
                <a:lnTo>
                  <a:pt x="2527493" y="673603"/>
                </a:lnTo>
                <a:lnTo>
                  <a:pt x="2546786" y="681396"/>
                </a:lnTo>
                <a:lnTo>
                  <a:pt x="2566080" y="689482"/>
                </a:lnTo>
                <a:lnTo>
                  <a:pt x="2585374" y="697796"/>
                </a:lnTo>
                <a:lnTo>
                  <a:pt x="2604668" y="706276"/>
                </a:lnTo>
                <a:lnTo>
                  <a:pt x="2623962" y="714862"/>
                </a:lnTo>
                <a:lnTo>
                  <a:pt x="2643256" y="723495"/>
                </a:lnTo>
                <a:lnTo>
                  <a:pt x="2662549" y="732117"/>
                </a:lnTo>
                <a:lnTo>
                  <a:pt x="2681843" y="740673"/>
                </a:lnTo>
                <a:lnTo>
                  <a:pt x="2701137" y="749112"/>
                </a:lnTo>
                <a:lnTo>
                  <a:pt x="2720431" y="757384"/>
                </a:lnTo>
                <a:lnTo>
                  <a:pt x="2739725" y="765443"/>
                </a:lnTo>
                <a:lnTo>
                  <a:pt x="2759019" y="773246"/>
                </a:lnTo>
                <a:lnTo>
                  <a:pt x="2778312" y="780753"/>
                </a:lnTo>
                <a:lnTo>
                  <a:pt x="2797606" y="787927"/>
                </a:lnTo>
                <a:lnTo>
                  <a:pt x="2816900" y="794737"/>
                </a:lnTo>
                <a:lnTo>
                  <a:pt x="2836194" y="801153"/>
                </a:lnTo>
                <a:lnTo>
                  <a:pt x="2855488" y="807150"/>
                </a:lnTo>
                <a:lnTo>
                  <a:pt x="2874782" y="812707"/>
                </a:lnTo>
                <a:lnTo>
                  <a:pt x="2894076" y="817805"/>
                </a:lnTo>
                <a:lnTo>
                  <a:pt x="2913369" y="822430"/>
                </a:lnTo>
                <a:lnTo>
                  <a:pt x="2932663" y="826571"/>
                </a:lnTo>
                <a:lnTo>
                  <a:pt x="2951957" y="830222"/>
                </a:lnTo>
                <a:lnTo>
                  <a:pt x="2971251" y="833378"/>
                </a:lnTo>
                <a:lnTo>
                  <a:pt x="2990545" y="836039"/>
                </a:lnTo>
                <a:lnTo>
                  <a:pt x="3009839" y="838209"/>
                </a:lnTo>
                <a:lnTo>
                  <a:pt x="3029132" y="839891"/>
                </a:lnTo>
                <a:lnTo>
                  <a:pt x="3048426" y="841097"/>
                </a:lnTo>
                <a:lnTo>
                  <a:pt x="3067720" y="841836"/>
                </a:lnTo>
                <a:lnTo>
                  <a:pt x="3087014" y="842122"/>
                </a:lnTo>
                <a:lnTo>
                  <a:pt x="3106308" y="841973"/>
                </a:lnTo>
                <a:lnTo>
                  <a:pt x="3125602" y="841406"/>
                </a:lnTo>
                <a:lnTo>
                  <a:pt x="3144895" y="840442"/>
                </a:lnTo>
                <a:lnTo>
                  <a:pt x="3164189" y="839102"/>
                </a:lnTo>
                <a:lnTo>
                  <a:pt x="3183483" y="837411"/>
                </a:lnTo>
                <a:lnTo>
                  <a:pt x="3202777" y="835392"/>
                </a:lnTo>
                <a:lnTo>
                  <a:pt x="3222071" y="833073"/>
                </a:lnTo>
                <a:lnTo>
                  <a:pt x="3241365" y="830481"/>
                </a:lnTo>
                <a:lnTo>
                  <a:pt x="3260658" y="827641"/>
                </a:lnTo>
                <a:lnTo>
                  <a:pt x="3279952" y="824584"/>
                </a:lnTo>
                <a:lnTo>
                  <a:pt x="3299246" y="821336"/>
                </a:lnTo>
                <a:lnTo>
                  <a:pt x="3318540" y="817927"/>
                </a:lnTo>
                <a:lnTo>
                  <a:pt x="3337834" y="814384"/>
                </a:lnTo>
                <a:lnTo>
                  <a:pt x="3357128" y="810736"/>
                </a:lnTo>
                <a:lnTo>
                  <a:pt x="3376422" y="807010"/>
                </a:lnTo>
                <a:lnTo>
                  <a:pt x="3395715" y="803233"/>
                </a:lnTo>
                <a:lnTo>
                  <a:pt x="3415009" y="799432"/>
                </a:lnTo>
                <a:lnTo>
                  <a:pt x="3434303" y="795631"/>
                </a:lnTo>
                <a:lnTo>
                  <a:pt x="3453597" y="791856"/>
                </a:lnTo>
                <a:lnTo>
                  <a:pt x="3472891" y="788128"/>
                </a:lnTo>
                <a:lnTo>
                  <a:pt x="3492185" y="784471"/>
                </a:lnTo>
                <a:lnTo>
                  <a:pt x="3511478" y="780904"/>
                </a:lnTo>
                <a:lnTo>
                  <a:pt x="3530772" y="777447"/>
                </a:lnTo>
                <a:lnTo>
                  <a:pt x="3550066" y="774117"/>
                </a:lnTo>
                <a:lnTo>
                  <a:pt x="3569360" y="770932"/>
                </a:lnTo>
                <a:lnTo>
                  <a:pt x="3588654" y="767905"/>
                </a:lnTo>
                <a:lnTo>
                  <a:pt x="3607948" y="765049"/>
                </a:lnTo>
                <a:lnTo>
                  <a:pt x="3627241" y="762376"/>
                </a:lnTo>
                <a:lnTo>
                  <a:pt x="3646535" y="759896"/>
                </a:lnTo>
                <a:lnTo>
                  <a:pt x="3665829" y="757617"/>
                </a:lnTo>
                <a:lnTo>
                  <a:pt x="3685123" y="755545"/>
                </a:lnTo>
                <a:lnTo>
                  <a:pt x="3704417" y="753686"/>
                </a:lnTo>
                <a:lnTo>
                  <a:pt x="3723711" y="752042"/>
                </a:lnTo>
                <a:lnTo>
                  <a:pt x="3743004" y="750616"/>
                </a:lnTo>
                <a:lnTo>
                  <a:pt x="3762298" y="749408"/>
                </a:lnTo>
                <a:lnTo>
                  <a:pt x="3781592" y="748417"/>
                </a:lnTo>
                <a:lnTo>
                  <a:pt x="3800886" y="747641"/>
                </a:lnTo>
                <a:lnTo>
                  <a:pt x="3820180" y="747076"/>
                </a:lnTo>
                <a:lnTo>
                  <a:pt x="3839474" y="746718"/>
                </a:lnTo>
                <a:lnTo>
                  <a:pt x="3858768" y="746559"/>
                </a:lnTo>
                <a:lnTo>
                  <a:pt x="3878061" y="746594"/>
                </a:lnTo>
                <a:lnTo>
                  <a:pt x="3897355" y="746815"/>
                </a:lnTo>
                <a:lnTo>
                  <a:pt x="3916649" y="747211"/>
                </a:lnTo>
                <a:lnTo>
                  <a:pt x="3935943" y="747775"/>
                </a:lnTo>
                <a:lnTo>
                  <a:pt x="3955237" y="748496"/>
                </a:lnTo>
                <a:lnTo>
                  <a:pt x="3974531" y="749362"/>
                </a:lnTo>
                <a:lnTo>
                  <a:pt x="3993824" y="750363"/>
                </a:lnTo>
                <a:lnTo>
                  <a:pt x="4013118" y="751486"/>
                </a:lnTo>
                <a:lnTo>
                  <a:pt x="4032412" y="752720"/>
                </a:lnTo>
                <a:lnTo>
                  <a:pt x="4051706" y="754052"/>
                </a:lnTo>
                <a:lnTo>
                  <a:pt x="4071000" y="755470"/>
                </a:lnTo>
                <a:lnTo>
                  <a:pt x="4090294" y="756961"/>
                </a:lnTo>
                <a:lnTo>
                  <a:pt x="4109587" y="758513"/>
                </a:lnTo>
                <a:lnTo>
                  <a:pt x="4128881" y="760114"/>
                </a:lnTo>
                <a:lnTo>
                  <a:pt x="4148175" y="761750"/>
                </a:lnTo>
                <a:lnTo>
                  <a:pt x="4167469" y="763411"/>
                </a:lnTo>
                <a:lnTo>
                  <a:pt x="4186763" y="765085"/>
                </a:lnTo>
                <a:lnTo>
                  <a:pt x="4206057" y="766760"/>
                </a:lnTo>
                <a:lnTo>
                  <a:pt x="4225350" y="768426"/>
                </a:lnTo>
                <a:lnTo>
                  <a:pt x="4244644" y="770072"/>
                </a:lnTo>
                <a:lnTo>
                  <a:pt x="4263938" y="771689"/>
                </a:lnTo>
                <a:lnTo>
                  <a:pt x="4283232" y="773267"/>
                </a:lnTo>
                <a:lnTo>
                  <a:pt x="4302526" y="774799"/>
                </a:lnTo>
                <a:lnTo>
                  <a:pt x="4321820" y="776275"/>
                </a:lnTo>
                <a:lnTo>
                  <a:pt x="4341113" y="777689"/>
                </a:lnTo>
                <a:lnTo>
                  <a:pt x="4360407" y="779034"/>
                </a:lnTo>
                <a:lnTo>
                  <a:pt x="4379701" y="780305"/>
                </a:lnTo>
                <a:lnTo>
                  <a:pt x="4398995" y="781496"/>
                </a:lnTo>
                <a:lnTo>
                  <a:pt x="4418289" y="782603"/>
                </a:lnTo>
                <a:lnTo>
                  <a:pt x="4437583" y="783621"/>
                </a:lnTo>
                <a:lnTo>
                  <a:pt x="4456877" y="784549"/>
                </a:lnTo>
                <a:lnTo>
                  <a:pt x="4476170" y="785384"/>
                </a:lnTo>
                <a:lnTo>
                  <a:pt x="4495464" y="786123"/>
                </a:lnTo>
                <a:lnTo>
                  <a:pt x="4514758" y="786767"/>
                </a:lnTo>
                <a:lnTo>
                  <a:pt x="4534052" y="787315"/>
                </a:lnTo>
                <a:lnTo>
                  <a:pt x="4553346" y="787767"/>
                </a:lnTo>
                <a:lnTo>
                  <a:pt x="4572640" y="788124"/>
                </a:lnTo>
                <a:lnTo>
                  <a:pt x="4591933" y="788388"/>
                </a:lnTo>
                <a:lnTo>
                  <a:pt x="4611227" y="788561"/>
                </a:lnTo>
                <a:lnTo>
                  <a:pt x="4630521" y="788645"/>
                </a:lnTo>
                <a:lnTo>
                  <a:pt x="4649815" y="788643"/>
                </a:lnTo>
                <a:lnTo>
                  <a:pt x="4669109" y="788559"/>
                </a:lnTo>
                <a:lnTo>
                  <a:pt x="4688403" y="788397"/>
                </a:lnTo>
                <a:lnTo>
                  <a:pt x="4707696" y="788160"/>
                </a:lnTo>
                <a:lnTo>
                  <a:pt x="4726990" y="787854"/>
                </a:lnTo>
                <a:lnTo>
                  <a:pt x="4746284" y="787482"/>
                </a:lnTo>
                <a:lnTo>
                  <a:pt x="4765578" y="787051"/>
                </a:lnTo>
                <a:lnTo>
                  <a:pt x="4784872" y="786564"/>
                </a:lnTo>
                <a:lnTo>
                  <a:pt x="4804166" y="786028"/>
                </a:lnTo>
                <a:lnTo>
                  <a:pt x="4823459" y="785448"/>
                </a:lnTo>
                <a:lnTo>
                  <a:pt x="4842753" y="784829"/>
                </a:lnTo>
                <a:lnTo>
                  <a:pt x="4862047" y="784177"/>
                </a:lnTo>
                <a:lnTo>
                  <a:pt x="4881341" y="783498"/>
                </a:lnTo>
                <a:lnTo>
                  <a:pt x="4900635" y="782796"/>
                </a:lnTo>
                <a:lnTo>
                  <a:pt x="4919929" y="782077"/>
                </a:lnTo>
                <a:lnTo>
                  <a:pt x="4939223" y="781347"/>
                </a:lnTo>
                <a:lnTo>
                  <a:pt x="4958516" y="780610"/>
                </a:lnTo>
                <a:lnTo>
                  <a:pt x="4977810" y="779872"/>
                </a:lnTo>
                <a:lnTo>
                  <a:pt x="4997104" y="779137"/>
                </a:lnTo>
                <a:lnTo>
                  <a:pt x="5016398" y="778410"/>
                </a:lnTo>
                <a:lnTo>
                  <a:pt x="5035692" y="777695"/>
                </a:lnTo>
                <a:lnTo>
                  <a:pt x="5054986" y="776997"/>
                </a:lnTo>
                <a:lnTo>
                  <a:pt x="5074279" y="776319"/>
                </a:lnTo>
                <a:lnTo>
                  <a:pt x="5093573" y="775664"/>
                </a:lnTo>
                <a:lnTo>
                  <a:pt x="5112867" y="775036"/>
                </a:lnTo>
                <a:lnTo>
                  <a:pt x="5132161" y="774439"/>
                </a:lnTo>
                <a:lnTo>
                  <a:pt x="5151455" y="773873"/>
                </a:lnTo>
                <a:lnTo>
                  <a:pt x="5170749" y="773343"/>
                </a:lnTo>
                <a:lnTo>
                  <a:pt x="5190042" y="772849"/>
                </a:lnTo>
                <a:lnTo>
                  <a:pt x="5209336" y="772394"/>
                </a:lnTo>
                <a:lnTo>
                  <a:pt x="5228630" y="771979"/>
                </a:lnTo>
                <a:lnTo>
                  <a:pt x="5247924" y="771604"/>
                </a:lnTo>
                <a:lnTo>
                  <a:pt x="5267218" y="771272"/>
                </a:lnTo>
                <a:lnTo>
                  <a:pt x="5286512" y="770981"/>
                </a:lnTo>
                <a:lnTo>
                  <a:pt x="5305805" y="770733"/>
                </a:lnTo>
                <a:lnTo>
                  <a:pt x="5325099" y="770527"/>
                </a:lnTo>
                <a:lnTo>
                  <a:pt x="5344393" y="770363"/>
                </a:lnTo>
                <a:lnTo>
                  <a:pt x="5363687" y="770240"/>
                </a:lnTo>
                <a:lnTo>
                  <a:pt x="5382981" y="770157"/>
                </a:lnTo>
                <a:lnTo>
                  <a:pt x="5402275" y="770114"/>
                </a:lnTo>
                <a:lnTo>
                  <a:pt x="5421569" y="770108"/>
                </a:lnTo>
                <a:lnTo>
                  <a:pt x="5440862" y="770140"/>
                </a:lnTo>
                <a:lnTo>
                  <a:pt x="5460156" y="770206"/>
                </a:lnTo>
                <a:lnTo>
                  <a:pt x="5479450" y="770305"/>
                </a:lnTo>
                <a:lnTo>
                  <a:pt x="5498744" y="770435"/>
                </a:lnTo>
                <a:lnTo>
                  <a:pt x="5518038" y="770594"/>
                </a:lnTo>
                <a:lnTo>
                  <a:pt x="5537332" y="770780"/>
                </a:lnTo>
                <a:lnTo>
                  <a:pt x="5556625" y="770991"/>
                </a:lnTo>
                <a:lnTo>
                  <a:pt x="5575919" y="771223"/>
                </a:lnTo>
                <a:lnTo>
                  <a:pt x="5595213" y="771476"/>
                </a:lnTo>
                <a:lnTo>
                  <a:pt x="5614507" y="771746"/>
                </a:lnTo>
                <a:lnTo>
                  <a:pt x="5633801" y="772031"/>
                </a:lnTo>
                <a:lnTo>
                  <a:pt x="5653095" y="772328"/>
                </a:lnTo>
                <a:lnTo>
                  <a:pt x="5672388" y="772636"/>
                </a:lnTo>
                <a:lnTo>
                  <a:pt x="5691682" y="772952"/>
                </a:lnTo>
                <a:lnTo>
                  <a:pt x="5710976" y="773273"/>
                </a:lnTo>
                <a:lnTo>
                  <a:pt x="5730270" y="773597"/>
                </a:lnTo>
                <a:lnTo>
                  <a:pt x="5749564" y="773922"/>
                </a:lnTo>
                <a:lnTo>
                  <a:pt x="5768858" y="774246"/>
                </a:lnTo>
                <a:lnTo>
                  <a:pt x="5788151" y="774567"/>
                </a:lnTo>
              </a:path>
            </a:pathLst>
          </a:custGeom>
          <a:noFill/>
          <a:ln w="279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6112" y="5358384"/>
            <a:ext cx="1828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5294376"/>
            <a:ext cx="14520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kP baixo: lento, nao chega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4795" y="5358384"/>
            <a:ext cx="18288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51683" y="5294376"/>
            <a:ext cx="6565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kP ajustado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17950" y="5358384"/>
            <a:ext cx="182880" cy="411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64838" y="5294376"/>
            <a:ext cx="150510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kP alto: oscila (overshoot)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5294376"/>
            <a:ext cx="5788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>
                <a:solidFill>
                  <a:srgbClr val="8DA2C0"/>
                </a:solidFill>
                <a:latin typeface="Segoe UI"/>
              </a:rPr>
              <a:t>tempo (s)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3" y="209397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DA2C0"/>
                </a:solidFill>
                <a:latin typeface="Segoe UI"/>
              </a:rPr>
              <a:t>posicao (normalizada)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86600" y="1874519"/>
            <a:ext cx="4773168" cy="16002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86600" y="1874519"/>
            <a:ext cx="50292" cy="1600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60920" y="2002535"/>
            <a:ext cx="4224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o termo 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24344" y="2386583"/>
            <a:ext cx="4389120" cy="1014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P puro, na mao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erro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alvo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atual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saida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kP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* erro;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kP = 0.05 e erro = 500 mm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-&gt; saida = 25  (satura em 1.0)</a:t>
            </a:r>
          </a:p>
        </p:txBody>
      </p:sp>
      <p:sp>
        <p:nvSpPr>
          <p:cNvPr id="46" name="Oval 45"/>
          <p:cNvSpPr/>
          <p:nvPr/>
        </p:nvSpPr>
        <p:spPr>
          <a:xfrm>
            <a:off x="7086600" y="375818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42631" y="3657600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Sozinho, quase sempre basta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2631" y="3931920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Para giro e translação simples, P puro resolve muita coisa.</a:t>
            </a:r>
          </a:p>
        </p:txBody>
      </p:sp>
      <p:sp>
        <p:nvSpPr>
          <p:cNvPr id="49" name="Oval 48"/>
          <p:cNvSpPr/>
          <p:nvPr/>
        </p:nvSpPr>
        <p:spPr>
          <a:xfrm>
            <a:off x="7086600" y="458114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42631" y="4480560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kP alto = oscilação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2631" y="4754880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Ele passa do alvo, volta, passa de novo.</a:t>
            </a:r>
          </a:p>
        </p:txBody>
      </p:sp>
      <p:sp>
        <p:nvSpPr>
          <p:cNvPr id="52" name="Oval 51"/>
          <p:cNvSpPr/>
          <p:nvPr/>
        </p:nvSpPr>
        <p:spPr>
          <a:xfrm>
            <a:off x="7086600" y="540410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42631" y="5303520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kP baixo = não chega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42631" y="5577840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Perto do alvo o erro é pequeno, a saída não vence o atrito.</a:t>
            </a:r>
          </a:p>
        </p:txBody>
      </p:sp>
      <p:sp>
        <p:nvSpPr>
          <p:cNvPr id="55" name="Oval 54"/>
          <p:cNvSpPr/>
          <p:nvPr/>
        </p:nvSpPr>
        <p:spPr>
          <a:xfrm>
            <a:off x="7086600" y="622706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42631" y="6126480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Unidade importa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42631" y="6400800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Erro em mm pede kP 1000× menor que erro em 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INTEGRAL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termo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I — mata o erro que sobra, e cria problemas novos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Acumula o erro no tempo. Resolve o “parou 3 cm antes” — com juros.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74519"/>
            <a:ext cx="6583680" cy="36576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2002536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com atrito constante empurrando contra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5148072"/>
            <a:ext cx="5788152" cy="7315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" y="506577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4443983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436168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3739896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365760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035807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3" y="2953511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331720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3" y="224942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0804" y="2331720"/>
            <a:ext cx="7315" cy="28163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86484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25496" y="2331720"/>
            <a:ext cx="7315" cy="28163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51176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0187" y="2331720"/>
            <a:ext cx="7315" cy="28163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5868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3.0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79" y="2331720"/>
            <a:ext cx="7315" cy="28163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59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4.0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9572" y="2331720"/>
            <a:ext cx="7315" cy="28163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5252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5.0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84264" y="2331720"/>
            <a:ext cx="7315" cy="28163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9944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6.0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" y="2331720"/>
            <a:ext cx="7315" cy="2816352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6112" y="3387852"/>
            <a:ext cx="5788152" cy="1097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4064" y="319582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78BFA"/>
                </a:solidFill>
                <a:latin typeface="Consolas"/>
              </a:rPr>
              <a:t>alvo</a:t>
            </a:r>
          </a:p>
        </p:txBody>
      </p:sp>
      <p:sp>
        <p:nvSpPr>
          <p:cNvPr id="37" name="Freeform 36"/>
          <p:cNvSpPr/>
          <p:nvPr/>
        </p:nvSpPr>
        <p:spPr>
          <a:xfrm>
            <a:off x="896112" y="3599194"/>
            <a:ext cx="5788151" cy="1548878"/>
          </a:xfrm>
          <a:custGeom>
            <a:avLst/>
            <a:gdLst/>
            <a:ahLst/>
            <a:cxnLst/>
            <a:rect l="l" t="t" r="r" b="b"/>
            <a:pathLst>
              <a:path w="5788151" h="1548878">
                <a:moveTo>
                  <a:pt x="0" y="1548878"/>
                </a:moveTo>
                <a:lnTo>
                  <a:pt x="9646" y="1548411"/>
                </a:lnTo>
                <a:lnTo>
                  <a:pt x="19293" y="1547497"/>
                </a:lnTo>
                <a:lnTo>
                  <a:pt x="28940" y="1546153"/>
                </a:lnTo>
                <a:lnTo>
                  <a:pt x="38587" y="1544398"/>
                </a:lnTo>
                <a:lnTo>
                  <a:pt x="48234" y="1542247"/>
                </a:lnTo>
                <a:lnTo>
                  <a:pt x="57881" y="1539719"/>
                </a:lnTo>
                <a:lnTo>
                  <a:pt x="67528" y="1536827"/>
                </a:lnTo>
                <a:lnTo>
                  <a:pt x="77175" y="1533589"/>
                </a:lnTo>
                <a:lnTo>
                  <a:pt x="86822" y="1530018"/>
                </a:lnTo>
                <a:lnTo>
                  <a:pt x="96469" y="1526129"/>
                </a:lnTo>
                <a:lnTo>
                  <a:pt x="106116" y="1521936"/>
                </a:lnTo>
                <a:lnTo>
                  <a:pt x="115763" y="1517452"/>
                </a:lnTo>
                <a:lnTo>
                  <a:pt x="125409" y="1512691"/>
                </a:lnTo>
                <a:lnTo>
                  <a:pt x="135056" y="1507664"/>
                </a:lnTo>
                <a:lnTo>
                  <a:pt x="144703" y="1502385"/>
                </a:lnTo>
                <a:lnTo>
                  <a:pt x="154350" y="1496864"/>
                </a:lnTo>
                <a:lnTo>
                  <a:pt x="163997" y="1491113"/>
                </a:lnTo>
                <a:lnTo>
                  <a:pt x="173644" y="1485143"/>
                </a:lnTo>
                <a:lnTo>
                  <a:pt x="183291" y="1478965"/>
                </a:lnTo>
                <a:lnTo>
                  <a:pt x="192938" y="1472588"/>
                </a:lnTo>
                <a:lnTo>
                  <a:pt x="202585" y="1466023"/>
                </a:lnTo>
                <a:lnTo>
                  <a:pt x="212232" y="1459278"/>
                </a:lnTo>
                <a:lnTo>
                  <a:pt x="221879" y="1452364"/>
                </a:lnTo>
                <a:lnTo>
                  <a:pt x="231526" y="1445289"/>
                </a:lnTo>
                <a:lnTo>
                  <a:pt x="241173" y="1438062"/>
                </a:lnTo>
                <a:lnTo>
                  <a:pt x="250819" y="1430690"/>
                </a:lnTo>
                <a:lnTo>
                  <a:pt x="260466" y="1423183"/>
                </a:lnTo>
                <a:lnTo>
                  <a:pt x="270113" y="1415546"/>
                </a:lnTo>
                <a:lnTo>
                  <a:pt x="279760" y="1407789"/>
                </a:lnTo>
                <a:lnTo>
                  <a:pt x="289407" y="1399918"/>
                </a:lnTo>
                <a:lnTo>
                  <a:pt x="299054" y="1391940"/>
                </a:lnTo>
                <a:lnTo>
                  <a:pt x="308701" y="1383862"/>
                </a:lnTo>
                <a:lnTo>
                  <a:pt x="318348" y="1375690"/>
                </a:lnTo>
                <a:lnTo>
                  <a:pt x="327995" y="1367431"/>
                </a:lnTo>
                <a:lnTo>
                  <a:pt x="337642" y="1359089"/>
                </a:lnTo>
                <a:lnTo>
                  <a:pt x="347289" y="1350672"/>
                </a:lnTo>
                <a:lnTo>
                  <a:pt x="356936" y="1342185"/>
                </a:lnTo>
                <a:lnTo>
                  <a:pt x="366582" y="1333632"/>
                </a:lnTo>
                <a:lnTo>
                  <a:pt x="376229" y="1325020"/>
                </a:lnTo>
                <a:lnTo>
                  <a:pt x="385876" y="1316353"/>
                </a:lnTo>
                <a:lnTo>
                  <a:pt x="395523" y="1307636"/>
                </a:lnTo>
                <a:lnTo>
                  <a:pt x="405170" y="1298874"/>
                </a:lnTo>
                <a:lnTo>
                  <a:pt x="414817" y="1290070"/>
                </a:lnTo>
                <a:lnTo>
                  <a:pt x="424464" y="1281230"/>
                </a:lnTo>
                <a:lnTo>
                  <a:pt x="434111" y="1272358"/>
                </a:lnTo>
                <a:lnTo>
                  <a:pt x="443758" y="1263456"/>
                </a:lnTo>
                <a:lnTo>
                  <a:pt x="453405" y="1254530"/>
                </a:lnTo>
                <a:lnTo>
                  <a:pt x="463052" y="1245583"/>
                </a:lnTo>
                <a:lnTo>
                  <a:pt x="472699" y="1236618"/>
                </a:lnTo>
                <a:lnTo>
                  <a:pt x="482346" y="1227640"/>
                </a:lnTo>
                <a:lnTo>
                  <a:pt x="491992" y="1218650"/>
                </a:lnTo>
                <a:lnTo>
                  <a:pt x="501639" y="1209652"/>
                </a:lnTo>
                <a:lnTo>
                  <a:pt x="511286" y="1200650"/>
                </a:lnTo>
                <a:lnTo>
                  <a:pt x="520933" y="1191645"/>
                </a:lnTo>
                <a:lnTo>
                  <a:pt x="530580" y="1182642"/>
                </a:lnTo>
                <a:lnTo>
                  <a:pt x="540227" y="1173642"/>
                </a:lnTo>
                <a:lnTo>
                  <a:pt x="549874" y="1164648"/>
                </a:lnTo>
                <a:lnTo>
                  <a:pt x="559521" y="1155663"/>
                </a:lnTo>
                <a:lnTo>
                  <a:pt x="569168" y="1146689"/>
                </a:lnTo>
                <a:lnTo>
                  <a:pt x="578815" y="1137728"/>
                </a:lnTo>
                <a:lnTo>
                  <a:pt x="588462" y="1128782"/>
                </a:lnTo>
                <a:lnTo>
                  <a:pt x="598109" y="1119853"/>
                </a:lnTo>
                <a:lnTo>
                  <a:pt x="607755" y="1110944"/>
                </a:lnTo>
                <a:lnTo>
                  <a:pt x="617402" y="1102057"/>
                </a:lnTo>
                <a:lnTo>
                  <a:pt x="627049" y="1093192"/>
                </a:lnTo>
                <a:lnTo>
                  <a:pt x="636696" y="1084352"/>
                </a:lnTo>
                <a:lnTo>
                  <a:pt x="646343" y="1075539"/>
                </a:lnTo>
                <a:lnTo>
                  <a:pt x="655990" y="1066754"/>
                </a:lnTo>
                <a:lnTo>
                  <a:pt x="665637" y="1057998"/>
                </a:lnTo>
                <a:lnTo>
                  <a:pt x="675284" y="1049274"/>
                </a:lnTo>
                <a:lnTo>
                  <a:pt x="684931" y="1040581"/>
                </a:lnTo>
                <a:lnTo>
                  <a:pt x="694578" y="1031923"/>
                </a:lnTo>
                <a:lnTo>
                  <a:pt x="704225" y="1023299"/>
                </a:lnTo>
                <a:lnTo>
                  <a:pt x="713872" y="1014712"/>
                </a:lnTo>
                <a:lnTo>
                  <a:pt x="723519" y="1006162"/>
                </a:lnTo>
                <a:lnTo>
                  <a:pt x="733165" y="997650"/>
                </a:lnTo>
                <a:lnTo>
                  <a:pt x="742812" y="989178"/>
                </a:lnTo>
                <a:lnTo>
                  <a:pt x="752459" y="980746"/>
                </a:lnTo>
                <a:lnTo>
                  <a:pt x="762106" y="972355"/>
                </a:lnTo>
                <a:lnTo>
                  <a:pt x="771753" y="964007"/>
                </a:lnTo>
                <a:lnTo>
                  <a:pt x="781400" y="955701"/>
                </a:lnTo>
                <a:lnTo>
                  <a:pt x="791047" y="947439"/>
                </a:lnTo>
                <a:lnTo>
                  <a:pt x="800694" y="939221"/>
                </a:lnTo>
                <a:lnTo>
                  <a:pt x="810341" y="931049"/>
                </a:lnTo>
                <a:lnTo>
                  <a:pt x="819988" y="922923"/>
                </a:lnTo>
                <a:lnTo>
                  <a:pt x="829635" y="914842"/>
                </a:lnTo>
                <a:lnTo>
                  <a:pt x="839282" y="906809"/>
                </a:lnTo>
                <a:lnTo>
                  <a:pt x="848928" y="898823"/>
                </a:lnTo>
                <a:lnTo>
                  <a:pt x="858575" y="890886"/>
                </a:lnTo>
                <a:lnTo>
                  <a:pt x="868222" y="882996"/>
                </a:lnTo>
                <a:lnTo>
                  <a:pt x="877869" y="875156"/>
                </a:lnTo>
                <a:lnTo>
                  <a:pt x="887516" y="867365"/>
                </a:lnTo>
                <a:lnTo>
                  <a:pt x="897163" y="859623"/>
                </a:lnTo>
                <a:lnTo>
                  <a:pt x="906810" y="851932"/>
                </a:lnTo>
                <a:lnTo>
                  <a:pt x="916457" y="844291"/>
                </a:lnTo>
                <a:lnTo>
                  <a:pt x="926104" y="836700"/>
                </a:lnTo>
                <a:lnTo>
                  <a:pt x="935751" y="829160"/>
                </a:lnTo>
                <a:lnTo>
                  <a:pt x="945398" y="821671"/>
                </a:lnTo>
                <a:lnTo>
                  <a:pt x="955045" y="814234"/>
                </a:lnTo>
                <a:lnTo>
                  <a:pt x="964692" y="806848"/>
                </a:lnTo>
                <a:lnTo>
                  <a:pt x="974338" y="799513"/>
                </a:lnTo>
                <a:lnTo>
                  <a:pt x="983985" y="792230"/>
                </a:lnTo>
                <a:lnTo>
                  <a:pt x="993632" y="785000"/>
                </a:lnTo>
                <a:lnTo>
                  <a:pt x="1003279" y="777821"/>
                </a:lnTo>
                <a:lnTo>
                  <a:pt x="1012926" y="770694"/>
                </a:lnTo>
                <a:lnTo>
                  <a:pt x="1022573" y="763619"/>
                </a:lnTo>
                <a:lnTo>
                  <a:pt x="1032220" y="756596"/>
                </a:lnTo>
                <a:lnTo>
                  <a:pt x="1041867" y="749625"/>
                </a:lnTo>
                <a:lnTo>
                  <a:pt x="1051514" y="742707"/>
                </a:lnTo>
                <a:lnTo>
                  <a:pt x="1061161" y="735840"/>
                </a:lnTo>
                <a:lnTo>
                  <a:pt x="1070808" y="729026"/>
                </a:lnTo>
                <a:lnTo>
                  <a:pt x="1080455" y="722264"/>
                </a:lnTo>
                <a:lnTo>
                  <a:pt x="1090101" y="715554"/>
                </a:lnTo>
                <a:lnTo>
                  <a:pt x="1099748" y="708896"/>
                </a:lnTo>
                <a:lnTo>
                  <a:pt x="1109395" y="702289"/>
                </a:lnTo>
                <a:lnTo>
                  <a:pt x="1119042" y="695735"/>
                </a:lnTo>
                <a:lnTo>
                  <a:pt x="1128689" y="689232"/>
                </a:lnTo>
                <a:lnTo>
                  <a:pt x="1138336" y="682780"/>
                </a:lnTo>
                <a:lnTo>
                  <a:pt x="1147983" y="676380"/>
                </a:lnTo>
                <a:lnTo>
                  <a:pt x="1157630" y="670032"/>
                </a:lnTo>
                <a:lnTo>
                  <a:pt x="1167277" y="663734"/>
                </a:lnTo>
                <a:lnTo>
                  <a:pt x="1176924" y="657488"/>
                </a:lnTo>
                <a:lnTo>
                  <a:pt x="1186571" y="651292"/>
                </a:lnTo>
                <a:lnTo>
                  <a:pt x="1196218" y="645147"/>
                </a:lnTo>
                <a:lnTo>
                  <a:pt x="1205865" y="639052"/>
                </a:lnTo>
                <a:lnTo>
                  <a:pt x="1215511" y="633008"/>
                </a:lnTo>
                <a:lnTo>
                  <a:pt x="1225158" y="627014"/>
                </a:lnTo>
                <a:lnTo>
                  <a:pt x="1234805" y="621069"/>
                </a:lnTo>
                <a:lnTo>
                  <a:pt x="1244452" y="615175"/>
                </a:lnTo>
                <a:lnTo>
                  <a:pt x="1254099" y="609329"/>
                </a:lnTo>
                <a:lnTo>
                  <a:pt x="1263746" y="603533"/>
                </a:lnTo>
                <a:lnTo>
                  <a:pt x="1273393" y="597786"/>
                </a:lnTo>
                <a:lnTo>
                  <a:pt x="1283040" y="592088"/>
                </a:lnTo>
                <a:lnTo>
                  <a:pt x="1292687" y="586438"/>
                </a:lnTo>
                <a:lnTo>
                  <a:pt x="1302334" y="580837"/>
                </a:lnTo>
                <a:lnTo>
                  <a:pt x="1311981" y="575283"/>
                </a:lnTo>
                <a:lnTo>
                  <a:pt x="1321628" y="569777"/>
                </a:lnTo>
                <a:lnTo>
                  <a:pt x="1331274" y="564319"/>
                </a:lnTo>
                <a:lnTo>
                  <a:pt x="1340921" y="558908"/>
                </a:lnTo>
                <a:lnTo>
                  <a:pt x="1350568" y="553544"/>
                </a:lnTo>
                <a:lnTo>
                  <a:pt x="1360215" y="548227"/>
                </a:lnTo>
                <a:lnTo>
                  <a:pt x="1369862" y="542956"/>
                </a:lnTo>
                <a:lnTo>
                  <a:pt x="1379509" y="537731"/>
                </a:lnTo>
                <a:lnTo>
                  <a:pt x="1389156" y="532552"/>
                </a:lnTo>
                <a:lnTo>
                  <a:pt x="1398803" y="527419"/>
                </a:lnTo>
                <a:lnTo>
                  <a:pt x="1408450" y="522331"/>
                </a:lnTo>
                <a:lnTo>
                  <a:pt x="1418097" y="517288"/>
                </a:lnTo>
                <a:lnTo>
                  <a:pt x="1427744" y="512290"/>
                </a:lnTo>
                <a:lnTo>
                  <a:pt x="1437391" y="507336"/>
                </a:lnTo>
                <a:lnTo>
                  <a:pt x="1447038" y="502426"/>
                </a:lnTo>
                <a:lnTo>
                  <a:pt x="1456684" y="497560"/>
                </a:lnTo>
                <a:lnTo>
                  <a:pt x="1466331" y="492738"/>
                </a:lnTo>
                <a:lnTo>
                  <a:pt x="1475978" y="487959"/>
                </a:lnTo>
                <a:lnTo>
                  <a:pt x="1485625" y="483223"/>
                </a:lnTo>
                <a:lnTo>
                  <a:pt x="1495272" y="478530"/>
                </a:lnTo>
                <a:lnTo>
                  <a:pt x="1504919" y="473879"/>
                </a:lnTo>
                <a:lnTo>
                  <a:pt x="1514566" y="469270"/>
                </a:lnTo>
                <a:lnTo>
                  <a:pt x="1524213" y="464703"/>
                </a:lnTo>
                <a:lnTo>
                  <a:pt x="1533860" y="460178"/>
                </a:lnTo>
                <a:lnTo>
                  <a:pt x="1543507" y="455693"/>
                </a:lnTo>
                <a:lnTo>
                  <a:pt x="1553154" y="451250"/>
                </a:lnTo>
                <a:lnTo>
                  <a:pt x="1562801" y="446847"/>
                </a:lnTo>
                <a:lnTo>
                  <a:pt x="1572447" y="442484"/>
                </a:lnTo>
                <a:lnTo>
                  <a:pt x="1582094" y="438162"/>
                </a:lnTo>
                <a:lnTo>
                  <a:pt x="1591741" y="433878"/>
                </a:lnTo>
                <a:lnTo>
                  <a:pt x="1601388" y="429635"/>
                </a:lnTo>
                <a:lnTo>
                  <a:pt x="1611035" y="425430"/>
                </a:lnTo>
                <a:lnTo>
                  <a:pt x="1620682" y="421264"/>
                </a:lnTo>
                <a:lnTo>
                  <a:pt x="1630329" y="417137"/>
                </a:lnTo>
                <a:lnTo>
                  <a:pt x="1639976" y="413048"/>
                </a:lnTo>
                <a:lnTo>
                  <a:pt x="1649623" y="408996"/>
                </a:lnTo>
                <a:lnTo>
                  <a:pt x="1659270" y="404982"/>
                </a:lnTo>
                <a:lnTo>
                  <a:pt x="1668917" y="401006"/>
                </a:lnTo>
                <a:lnTo>
                  <a:pt x="1678564" y="397066"/>
                </a:lnTo>
                <a:lnTo>
                  <a:pt x="1688211" y="393163"/>
                </a:lnTo>
                <a:lnTo>
                  <a:pt x="1697857" y="389297"/>
                </a:lnTo>
                <a:lnTo>
                  <a:pt x="1707504" y="385466"/>
                </a:lnTo>
                <a:lnTo>
                  <a:pt x="1717151" y="381672"/>
                </a:lnTo>
                <a:lnTo>
                  <a:pt x="1726798" y="377913"/>
                </a:lnTo>
                <a:lnTo>
                  <a:pt x="1736445" y="374189"/>
                </a:lnTo>
                <a:lnTo>
                  <a:pt x="1746092" y="370499"/>
                </a:lnTo>
                <a:lnTo>
                  <a:pt x="1755739" y="366845"/>
                </a:lnTo>
                <a:lnTo>
                  <a:pt x="1765386" y="363225"/>
                </a:lnTo>
                <a:lnTo>
                  <a:pt x="1775033" y="359639"/>
                </a:lnTo>
                <a:lnTo>
                  <a:pt x="1784680" y="356086"/>
                </a:lnTo>
                <a:lnTo>
                  <a:pt x="1794327" y="352568"/>
                </a:lnTo>
                <a:lnTo>
                  <a:pt x="1803974" y="349082"/>
                </a:lnTo>
                <a:lnTo>
                  <a:pt x="1813620" y="345629"/>
                </a:lnTo>
                <a:lnTo>
                  <a:pt x="1823267" y="342209"/>
                </a:lnTo>
                <a:lnTo>
                  <a:pt x="1832914" y="338821"/>
                </a:lnTo>
                <a:lnTo>
                  <a:pt x="1842561" y="335465"/>
                </a:lnTo>
                <a:lnTo>
                  <a:pt x="1852208" y="332141"/>
                </a:lnTo>
                <a:lnTo>
                  <a:pt x="1861855" y="328849"/>
                </a:lnTo>
                <a:lnTo>
                  <a:pt x="1871502" y="325588"/>
                </a:lnTo>
                <a:lnTo>
                  <a:pt x="1881149" y="322358"/>
                </a:lnTo>
                <a:lnTo>
                  <a:pt x="1890796" y="319158"/>
                </a:lnTo>
                <a:lnTo>
                  <a:pt x="1900443" y="315989"/>
                </a:lnTo>
                <a:lnTo>
                  <a:pt x="1910090" y="312850"/>
                </a:lnTo>
                <a:lnTo>
                  <a:pt x="1919737" y="309741"/>
                </a:lnTo>
                <a:lnTo>
                  <a:pt x="1929384" y="306662"/>
                </a:lnTo>
                <a:lnTo>
                  <a:pt x="1939030" y="303612"/>
                </a:lnTo>
                <a:lnTo>
                  <a:pt x="1948677" y="300591"/>
                </a:lnTo>
                <a:lnTo>
                  <a:pt x="1958324" y="297599"/>
                </a:lnTo>
                <a:lnTo>
                  <a:pt x="1967971" y="294636"/>
                </a:lnTo>
                <a:lnTo>
                  <a:pt x="1977618" y="291701"/>
                </a:lnTo>
                <a:lnTo>
                  <a:pt x="1987265" y="288794"/>
                </a:lnTo>
                <a:lnTo>
                  <a:pt x="1996912" y="285915"/>
                </a:lnTo>
                <a:lnTo>
                  <a:pt x="2006559" y="283063"/>
                </a:lnTo>
                <a:lnTo>
                  <a:pt x="2016206" y="280239"/>
                </a:lnTo>
                <a:lnTo>
                  <a:pt x="2025853" y="277442"/>
                </a:lnTo>
                <a:lnTo>
                  <a:pt x="2035500" y="274672"/>
                </a:lnTo>
                <a:lnTo>
                  <a:pt x="2045147" y="271928"/>
                </a:lnTo>
                <a:lnTo>
                  <a:pt x="2054793" y="269211"/>
                </a:lnTo>
                <a:lnTo>
                  <a:pt x="2064440" y="266520"/>
                </a:lnTo>
                <a:lnTo>
                  <a:pt x="2074087" y="263855"/>
                </a:lnTo>
                <a:lnTo>
                  <a:pt x="2083734" y="261215"/>
                </a:lnTo>
                <a:lnTo>
                  <a:pt x="2093381" y="258601"/>
                </a:lnTo>
                <a:lnTo>
                  <a:pt x="2103028" y="256012"/>
                </a:lnTo>
                <a:lnTo>
                  <a:pt x="2112675" y="253448"/>
                </a:lnTo>
                <a:lnTo>
                  <a:pt x="2122322" y="250909"/>
                </a:lnTo>
                <a:lnTo>
                  <a:pt x="2131969" y="248394"/>
                </a:lnTo>
                <a:lnTo>
                  <a:pt x="2141616" y="245904"/>
                </a:lnTo>
                <a:lnTo>
                  <a:pt x="2151263" y="243438"/>
                </a:lnTo>
                <a:lnTo>
                  <a:pt x="2160910" y="240995"/>
                </a:lnTo>
                <a:lnTo>
                  <a:pt x="2170556" y="238576"/>
                </a:lnTo>
                <a:lnTo>
                  <a:pt x="2180203" y="236181"/>
                </a:lnTo>
                <a:lnTo>
                  <a:pt x="2189850" y="233808"/>
                </a:lnTo>
                <a:lnTo>
                  <a:pt x="2199497" y="231459"/>
                </a:lnTo>
                <a:lnTo>
                  <a:pt x="2209144" y="229132"/>
                </a:lnTo>
                <a:lnTo>
                  <a:pt x="2218791" y="226828"/>
                </a:lnTo>
                <a:lnTo>
                  <a:pt x="2228438" y="224546"/>
                </a:lnTo>
                <a:lnTo>
                  <a:pt x="2238085" y="222286"/>
                </a:lnTo>
                <a:lnTo>
                  <a:pt x="2247732" y="220048"/>
                </a:lnTo>
                <a:lnTo>
                  <a:pt x="2257379" y="217832"/>
                </a:lnTo>
                <a:lnTo>
                  <a:pt x="2267026" y="215638"/>
                </a:lnTo>
                <a:lnTo>
                  <a:pt x="2276673" y="213464"/>
                </a:lnTo>
                <a:lnTo>
                  <a:pt x="2286320" y="211312"/>
                </a:lnTo>
                <a:lnTo>
                  <a:pt x="2295966" y="209181"/>
                </a:lnTo>
                <a:lnTo>
                  <a:pt x="2305613" y="207070"/>
                </a:lnTo>
                <a:lnTo>
                  <a:pt x="2315260" y="204980"/>
                </a:lnTo>
                <a:lnTo>
                  <a:pt x="2324907" y="202910"/>
                </a:lnTo>
                <a:lnTo>
                  <a:pt x="2334554" y="200861"/>
                </a:lnTo>
                <a:lnTo>
                  <a:pt x="2344201" y="198831"/>
                </a:lnTo>
                <a:lnTo>
                  <a:pt x="2353848" y="196821"/>
                </a:lnTo>
                <a:lnTo>
                  <a:pt x="2363495" y="194831"/>
                </a:lnTo>
                <a:lnTo>
                  <a:pt x="2373142" y="192859"/>
                </a:lnTo>
                <a:lnTo>
                  <a:pt x="2382789" y="190908"/>
                </a:lnTo>
                <a:lnTo>
                  <a:pt x="2392436" y="188975"/>
                </a:lnTo>
                <a:lnTo>
                  <a:pt x="2402083" y="187061"/>
                </a:lnTo>
                <a:lnTo>
                  <a:pt x="2411729" y="185165"/>
                </a:lnTo>
                <a:lnTo>
                  <a:pt x="2421376" y="183288"/>
                </a:lnTo>
                <a:lnTo>
                  <a:pt x="2431023" y="181430"/>
                </a:lnTo>
                <a:lnTo>
                  <a:pt x="2440670" y="179589"/>
                </a:lnTo>
                <a:lnTo>
                  <a:pt x="2450317" y="177767"/>
                </a:lnTo>
                <a:lnTo>
                  <a:pt x="2459964" y="175962"/>
                </a:lnTo>
                <a:lnTo>
                  <a:pt x="2469611" y="174175"/>
                </a:lnTo>
                <a:lnTo>
                  <a:pt x="2479258" y="172405"/>
                </a:lnTo>
                <a:lnTo>
                  <a:pt x="2488905" y="170653"/>
                </a:lnTo>
                <a:lnTo>
                  <a:pt x="2498552" y="168917"/>
                </a:lnTo>
                <a:lnTo>
                  <a:pt x="2508199" y="167199"/>
                </a:lnTo>
                <a:lnTo>
                  <a:pt x="2517846" y="165497"/>
                </a:lnTo>
                <a:lnTo>
                  <a:pt x="2527493" y="163812"/>
                </a:lnTo>
                <a:lnTo>
                  <a:pt x="2537139" y="162144"/>
                </a:lnTo>
                <a:lnTo>
                  <a:pt x="2546786" y="160491"/>
                </a:lnTo>
                <a:lnTo>
                  <a:pt x="2556433" y="158855"/>
                </a:lnTo>
                <a:lnTo>
                  <a:pt x="2566080" y="157235"/>
                </a:lnTo>
                <a:lnTo>
                  <a:pt x="2575727" y="155631"/>
                </a:lnTo>
                <a:lnTo>
                  <a:pt x="2585374" y="154042"/>
                </a:lnTo>
                <a:lnTo>
                  <a:pt x="2595021" y="152469"/>
                </a:lnTo>
                <a:lnTo>
                  <a:pt x="2604668" y="150912"/>
                </a:lnTo>
                <a:lnTo>
                  <a:pt x="2614315" y="149369"/>
                </a:lnTo>
                <a:lnTo>
                  <a:pt x="2623962" y="147842"/>
                </a:lnTo>
                <a:lnTo>
                  <a:pt x="2633609" y="146330"/>
                </a:lnTo>
                <a:lnTo>
                  <a:pt x="2643256" y="144832"/>
                </a:lnTo>
                <a:lnTo>
                  <a:pt x="2652902" y="143349"/>
                </a:lnTo>
                <a:lnTo>
                  <a:pt x="2662549" y="141881"/>
                </a:lnTo>
                <a:lnTo>
                  <a:pt x="2672196" y="140427"/>
                </a:lnTo>
                <a:lnTo>
                  <a:pt x="2681843" y="138987"/>
                </a:lnTo>
                <a:lnTo>
                  <a:pt x="2691490" y="137561"/>
                </a:lnTo>
                <a:lnTo>
                  <a:pt x="2701137" y="136150"/>
                </a:lnTo>
                <a:lnTo>
                  <a:pt x="2710784" y="134752"/>
                </a:lnTo>
                <a:lnTo>
                  <a:pt x="2720431" y="133367"/>
                </a:lnTo>
                <a:lnTo>
                  <a:pt x="2730078" y="131997"/>
                </a:lnTo>
                <a:lnTo>
                  <a:pt x="2739725" y="130640"/>
                </a:lnTo>
                <a:lnTo>
                  <a:pt x="2749372" y="129296"/>
                </a:lnTo>
                <a:lnTo>
                  <a:pt x="2759019" y="127965"/>
                </a:lnTo>
                <a:lnTo>
                  <a:pt x="2768666" y="126647"/>
                </a:lnTo>
                <a:lnTo>
                  <a:pt x="2778312" y="125342"/>
                </a:lnTo>
                <a:lnTo>
                  <a:pt x="2787959" y="124051"/>
                </a:lnTo>
                <a:lnTo>
                  <a:pt x="2797606" y="122771"/>
                </a:lnTo>
                <a:lnTo>
                  <a:pt x="2807253" y="121504"/>
                </a:lnTo>
                <a:lnTo>
                  <a:pt x="2816900" y="120250"/>
                </a:lnTo>
                <a:lnTo>
                  <a:pt x="2826547" y="119008"/>
                </a:lnTo>
                <a:lnTo>
                  <a:pt x="2836194" y="117778"/>
                </a:lnTo>
                <a:lnTo>
                  <a:pt x="2845841" y="116560"/>
                </a:lnTo>
                <a:lnTo>
                  <a:pt x="2855488" y="115355"/>
                </a:lnTo>
                <a:lnTo>
                  <a:pt x="2865135" y="114161"/>
                </a:lnTo>
                <a:lnTo>
                  <a:pt x="2874782" y="112978"/>
                </a:lnTo>
                <a:lnTo>
                  <a:pt x="2884429" y="111808"/>
                </a:lnTo>
                <a:lnTo>
                  <a:pt x="2894075" y="110648"/>
                </a:lnTo>
                <a:lnTo>
                  <a:pt x="2903722" y="109501"/>
                </a:lnTo>
                <a:lnTo>
                  <a:pt x="2913369" y="108364"/>
                </a:lnTo>
                <a:lnTo>
                  <a:pt x="2923016" y="107239"/>
                </a:lnTo>
                <a:lnTo>
                  <a:pt x="2932663" y="106124"/>
                </a:lnTo>
                <a:lnTo>
                  <a:pt x="2942310" y="105021"/>
                </a:lnTo>
                <a:lnTo>
                  <a:pt x="2951957" y="103928"/>
                </a:lnTo>
                <a:lnTo>
                  <a:pt x="2961604" y="102847"/>
                </a:lnTo>
                <a:lnTo>
                  <a:pt x="2971251" y="101775"/>
                </a:lnTo>
                <a:lnTo>
                  <a:pt x="2980898" y="100715"/>
                </a:lnTo>
                <a:lnTo>
                  <a:pt x="2990545" y="99664"/>
                </a:lnTo>
                <a:lnTo>
                  <a:pt x="3000192" y="98624"/>
                </a:lnTo>
                <a:lnTo>
                  <a:pt x="3009839" y="97595"/>
                </a:lnTo>
                <a:lnTo>
                  <a:pt x="3019485" y="96575"/>
                </a:lnTo>
                <a:lnTo>
                  <a:pt x="3029132" y="95565"/>
                </a:lnTo>
                <a:lnTo>
                  <a:pt x="3038779" y="94566"/>
                </a:lnTo>
                <a:lnTo>
                  <a:pt x="3048426" y="93576"/>
                </a:lnTo>
                <a:lnTo>
                  <a:pt x="3058073" y="92596"/>
                </a:lnTo>
                <a:lnTo>
                  <a:pt x="3067720" y="91625"/>
                </a:lnTo>
                <a:lnTo>
                  <a:pt x="3077367" y="90664"/>
                </a:lnTo>
                <a:lnTo>
                  <a:pt x="3087014" y="89713"/>
                </a:lnTo>
                <a:lnTo>
                  <a:pt x="3096661" y="88771"/>
                </a:lnTo>
                <a:lnTo>
                  <a:pt x="3106308" y="87838"/>
                </a:lnTo>
                <a:lnTo>
                  <a:pt x="3115955" y="86914"/>
                </a:lnTo>
                <a:lnTo>
                  <a:pt x="3125602" y="85999"/>
                </a:lnTo>
                <a:lnTo>
                  <a:pt x="3135248" y="85094"/>
                </a:lnTo>
                <a:lnTo>
                  <a:pt x="3144895" y="84197"/>
                </a:lnTo>
                <a:lnTo>
                  <a:pt x="3154542" y="83309"/>
                </a:lnTo>
                <a:lnTo>
                  <a:pt x="3164189" y="82430"/>
                </a:lnTo>
                <a:lnTo>
                  <a:pt x="3173836" y="81559"/>
                </a:lnTo>
                <a:lnTo>
                  <a:pt x="3183483" y="80697"/>
                </a:lnTo>
                <a:lnTo>
                  <a:pt x="3193130" y="79844"/>
                </a:lnTo>
                <a:lnTo>
                  <a:pt x="3202777" y="78998"/>
                </a:lnTo>
                <a:lnTo>
                  <a:pt x="3212424" y="78162"/>
                </a:lnTo>
                <a:lnTo>
                  <a:pt x="3222071" y="77333"/>
                </a:lnTo>
                <a:lnTo>
                  <a:pt x="3231718" y="76513"/>
                </a:lnTo>
                <a:lnTo>
                  <a:pt x="3241365" y="75700"/>
                </a:lnTo>
                <a:lnTo>
                  <a:pt x="3251012" y="74896"/>
                </a:lnTo>
                <a:lnTo>
                  <a:pt x="3260658" y="74099"/>
                </a:lnTo>
                <a:lnTo>
                  <a:pt x="3270305" y="73311"/>
                </a:lnTo>
                <a:lnTo>
                  <a:pt x="3279952" y="72530"/>
                </a:lnTo>
                <a:lnTo>
                  <a:pt x="3289599" y="71756"/>
                </a:lnTo>
                <a:lnTo>
                  <a:pt x="3299246" y="70991"/>
                </a:lnTo>
                <a:lnTo>
                  <a:pt x="3308893" y="70233"/>
                </a:lnTo>
                <a:lnTo>
                  <a:pt x="3318540" y="69482"/>
                </a:lnTo>
                <a:lnTo>
                  <a:pt x="3328187" y="68739"/>
                </a:lnTo>
                <a:lnTo>
                  <a:pt x="3337834" y="68003"/>
                </a:lnTo>
                <a:lnTo>
                  <a:pt x="3347481" y="67274"/>
                </a:lnTo>
                <a:lnTo>
                  <a:pt x="3357128" y="66553"/>
                </a:lnTo>
                <a:lnTo>
                  <a:pt x="3366775" y="65838"/>
                </a:lnTo>
                <a:lnTo>
                  <a:pt x="3376421" y="65131"/>
                </a:lnTo>
                <a:lnTo>
                  <a:pt x="3386068" y="64431"/>
                </a:lnTo>
                <a:lnTo>
                  <a:pt x="3395715" y="63737"/>
                </a:lnTo>
                <a:lnTo>
                  <a:pt x="3405362" y="63050"/>
                </a:lnTo>
                <a:lnTo>
                  <a:pt x="3415009" y="62371"/>
                </a:lnTo>
                <a:lnTo>
                  <a:pt x="3424656" y="61697"/>
                </a:lnTo>
                <a:lnTo>
                  <a:pt x="3434303" y="61031"/>
                </a:lnTo>
                <a:lnTo>
                  <a:pt x="3443950" y="60371"/>
                </a:lnTo>
                <a:lnTo>
                  <a:pt x="3453597" y="59717"/>
                </a:lnTo>
                <a:lnTo>
                  <a:pt x="3463244" y="59070"/>
                </a:lnTo>
                <a:lnTo>
                  <a:pt x="3472891" y="58429"/>
                </a:lnTo>
                <a:lnTo>
                  <a:pt x="3482538" y="57795"/>
                </a:lnTo>
                <a:lnTo>
                  <a:pt x="3492185" y="57166"/>
                </a:lnTo>
                <a:lnTo>
                  <a:pt x="3501831" y="56544"/>
                </a:lnTo>
                <a:lnTo>
                  <a:pt x="3511478" y="55929"/>
                </a:lnTo>
                <a:lnTo>
                  <a:pt x="3521125" y="55319"/>
                </a:lnTo>
                <a:lnTo>
                  <a:pt x="3530772" y="54715"/>
                </a:lnTo>
                <a:lnTo>
                  <a:pt x="3540419" y="54117"/>
                </a:lnTo>
                <a:lnTo>
                  <a:pt x="3550066" y="53525"/>
                </a:lnTo>
                <a:lnTo>
                  <a:pt x="3559713" y="52939"/>
                </a:lnTo>
                <a:lnTo>
                  <a:pt x="3569360" y="52358"/>
                </a:lnTo>
                <a:lnTo>
                  <a:pt x="3579007" y="51784"/>
                </a:lnTo>
                <a:lnTo>
                  <a:pt x="3588654" y="51215"/>
                </a:lnTo>
                <a:lnTo>
                  <a:pt x="3598301" y="50651"/>
                </a:lnTo>
                <a:lnTo>
                  <a:pt x="3607948" y="50093"/>
                </a:lnTo>
                <a:lnTo>
                  <a:pt x="3617594" y="49541"/>
                </a:lnTo>
                <a:lnTo>
                  <a:pt x="3627241" y="48994"/>
                </a:lnTo>
                <a:lnTo>
                  <a:pt x="3636888" y="48452"/>
                </a:lnTo>
                <a:lnTo>
                  <a:pt x="3646535" y="47916"/>
                </a:lnTo>
                <a:lnTo>
                  <a:pt x="3656182" y="47385"/>
                </a:lnTo>
                <a:lnTo>
                  <a:pt x="3665829" y="46859"/>
                </a:lnTo>
                <a:lnTo>
                  <a:pt x="3675476" y="46339"/>
                </a:lnTo>
                <a:lnTo>
                  <a:pt x="3685123" y="45823"/>
                </a:lnTo>
                <a:lnTo>
                  <a:pt x="3694770" y="45313"/>
                </a:lnTo>
                <a:lnTo>
                  <a:pt x="3704417" y="44808"/>
                </a:lnTo>
                <a:lnTo>
                  <a:pt x="3714064" y="44307"/>
                </a:lnTo>
                <a:lnTo>
                  <a:pt x="3723711" y="43812"/>
                </a:lnTo>
                <a:lnTo>
                  <a:pt x="3733358" y="43321"/>
                </a:lnTo>
                <a:lnTo>
                  <a:pt x="3743004" y="42836"/>
                </a:lnTo>
                <a:lnTo>
                  <a:pt x="3752651" y="42355"/>
                </a:lnTo>
                <a:lnTo>
                  <a:pt x="3762298" y="41879"/>
                </a:lnTo>
                <a:lnTo>
                  <a:pt x="3771945" y="41407"/>
                </a:lnTo>
                <a:lnTo>
                  <a:pt x="3781592" y="40940"/>
                </a:lnTo>
                <a:lnTo>
                  <a:pt x="3791239" y="40478"/>
                </a:lnTo>
                <a:lnTo>
                  <a:pt x="3800886" y="40020"/>
                </a:lnTo>
                <a:lnTo>
                  <a:pt x="3810533" y="39567"/>
                </a:lnTo>
                <a:lnTo>
                  <a:pt x="3820180" y="39118"/>
                </a:lnTo>
                <a:lnTo>
                  <a:pt x="3829827" y="38674"/>
                </a:lnTo>
                <a:lnTo>
                  <a:pt x="3839474" y="38234"/>
                </a:lnTo>
                <a:lnTo>
                  <a:pt x="3849121" y="37798"/>
                </a:lnTo>
                <a:lnTo>
                  <a:pt x="3858767" y="37367"/>
                </a:lnTo>
                <a:lnTo>
                  <a:pt x="3868414" y="36940"/>
                </a:lnTo>
                <a:lnTo>
                  <a:pt x="3878061" y="36517"/>
                </a:lnTo>
                <a:lnTo>
                  <a:pt x="3887708" y="36098"/>
                </a:lnTo>
                <a:lnTo>
                  <a:pt x="3897355" y="35684"/>
                </a:lnTo>
                <a:lnTo>
                  <a:pt x="3907002" y="35273"/>
                </a:lnTo>
                <a:lnTo>
                  <a:pt x="3916649" y="34867"/>
                </a:lnTo>
                <a:lnTo>
                  <a:pt x="3926296" y="34464"/>
                </a:lnTo>
                <a:lnTo>
                  <a:pt x="3935943" y="34066"/>
                </a:lnTo>
                <a:lnTo>
                  <a:pt x="3945590" y="33671"/>
                </a:lnTo>
                <a:lnTo>
                  <a:pt x="3955237" y="33281"/>
                </a:lnTo>
                <a:lnTo>
                  <a:pt x="3964884" y="32894"/>
                </a:lnTo>
                <a:lnTo>
                  <a:pt x="3974531" y="32511"/>
                </a:lnTo>
                <a:lnTo>
                  <a:pt x="3984177" y="32131"/>
                </a:lnTo>
                <a:lnTo>
                  <a:pt x="3993824" y="31756"/>
                </a:lnTo>
                <a:lnTo>
                  <a:pt x="4003471" y="31384"/>
                </a:lnTo>
                <a:lnTo>
                  <a:pt x="4013118" y="31016"/>
                </a:lnTo>
                <a:lnTo>
                  <a:pt x="4022765" y="30651"/>
                </a:lnTo>
                <a:lnTo>
                  <a:pt x="4032412" y="30290"/>
                </a:lnTo>
                <a:lnTo>
                  <a:pt x="4042059" y="29933"/>
                </a:lnTo>
                <a:lnTo>
                  <a:pt x="4051706" y="29579"/>
                </a:lnTo>
                <a:lnTo>
                  <a:pt x="4061353" y="29229"/>
                </a:lnTo>
                <a:lnTo>
                  <a:pt x="4071000" y="28882"/>
                </a:lnTo>
                <a:lnTo>
                  <a:pt x="4080647" y="28538"/>
                </a:lnTo>
                <a:lnTo>
                  <a:pt x="4090294" y="28198"/>
                </a:lnTo>
                <a:lnTo>
                  <a:pt x="4099940" y="27862"/>
                </a:lnTo>
                <a:lnTo>
                  <a:pt x="4109587" y="27528"/>
                </a:lnTo>
                <a:lnTo>
                  <a:pt x="4119234" y="27198"/>
                </a:lnTo>
                <a:lnTo>
                  <a:pt x="4128881" y="26871"/>
                </a:lnTo>
                <a:lnTo>
                  <a:pt x="4138528" y="26547"/>
                </a:lnTo>
                <a:lnTo>
                  <a:pt x="4148175" y="26227"/>
                </a:lnTo>
                <a:lnTo>
                  <a:pt x="4157822" y="25909"/>
                </a:lnTo>
                <a:lnTo>
                  <a:pt x="4167469" y="25595"/>
                </a:lnTo>
                <a:lnTo>
                  <a:pt x="4177116" y="25284"/>
                </a:lnTo>
                <a:lnTo>
                  <a:pt x="4186763" y="24976"/>
                </a:lnTo>
                <a:lnTo>
                  <a:pt x="4196410" y="24671"/>
                </a:lnTo>
                <a:lnTo>
                  <a:pt x="4206057" y="24369"/>
                </a:lnTo>
                <a:lnTo>
                  <a:pt x="4215704" y="24070"/>
                </a:lnTo>
                <a:lnTo>
                  <a:pt x="4225350" y="23774"/>
                </a:lnTo>
                <a:lnTo>
                  <a:pt x="4234997" y="23481"/>
                </a:lnTo>
                <a:lnTo>
                  <a:pt x="4244644" y="23190"/>
                </a:lnTo>
                <a:lnTo>
                  <a:pt x="4254291" y="22903"/>
                </a:lnTo>
                <a:lnTo>
                  <a:pt x="4263938" y="22618"/>
                </a:lnTo>
                <a:lnTo>
                  <a:pt x="4273585" y="22336"/>
                </a:lnTo>
                <a:lnTo>
                  <a:pt x="4283232" y="22057"/>
                </a:lnTo>
                <a:lnTo>
                  <a:pt x="4292879" y="21781"/>
                </a:lnTo>
                <a:lnTo>
                  <a:pt x="4302526" y="21508"/>
                </a:lnTo>
                <a:lnTo>
                  <a:pt x="4312173" y="21237"/>
                </a:lnTo>
                <a:lnTo>
                  <a:pt x="4321820" y="20969"/>
                </a:lnTo>
                <a:lnTo>
                  <a:pt x="4331467" y="20703"/>
                </a:lnTo>
                <a:lnTo>
                  <a:pt x="4341113" y="20440"/>
                </a:lnTo>
                <a:lnTo>
                  <a:pt x="4350760" y="20180"/>
                </a:lnTo>
                <a:lnTo>
                  <a:pt x="4360407" y="19922"/>
                </a:lnTo>
                <a:lnTo>
                  <a:pt x="4370054" y="19667"/>
                </a:lnTo>
                <a:lnTo>
                  <a:pt x="4379701" y="19414"/>
                </a:lnTo>
                <a:lnTo>
                  <a:pt x="4389348" y="19164"/>
                </a:lnTo>
                <a:lnTo>
                  <a:pt x="4398995" y="18916"/>
                </a:lnTo>
                <a:lnTo>
                  <a:pt x="4408642" y="18671"/>
                </a:lnTo>
                <a:lnTo>
                  <a:pt x="4418289" y="18428"/>
                </a:lnTo>
                <a:lnTo>
                  <a:pt x="4427936" y="18187"/>
                </a:lnTo>
                <a:lnTo>
                  <a:pt x="4437583" y="17949"/>
                </a:lnTo>
                <a:lnTo>
                  <a:pt x="4447230" y="17713"/>
                </a:lnTo>
                <a:lnTo>
                  <a:pt x="4456877" y="17480"/>
                </a:lnTo>
                <a:lnTo>
                  <a:pt x="4466523" y="17249"/>
                </a:lnTo>
                <a:lnTo>
                  <a:pt x="4476170" y="17020"/>
                </a:lnTo>
                <a:lnTo>
                  <a:pt x="4485817" y="16793"/>
                </a:lnTo>
                <a:lnTo>
                  <a:pt x="4495464" y="16569"/>
                </a:lnTo>
                <a:lnTo>
                  <a:pt x="4505111" y="16346"/>
                </a:lnTo>
                <a:lnTo>
                  <a:pt x="4514758" y="16126"/>
                </a:lnTo>
                <a:lnTo>
                  <a:pt x="4524405" y="15909"/>
                </a:lnTo>
                <a:lnTo>
                  <a:pt x="4534052" y="15693"/>
                </a:lnTo>
                <a:lnTo>
                  <a:pt x="4543699" y="15479"/>
                </a:lnTo>
                <a:lnTo>
                  <a:pt x="4553346" y="15268"/>
                </a:lnTo>
                <a:lnTo>
                  <a:pt x="4562993" y="15058"/>
                </a:lnTo>
                <a:lnTo>
                  <a:pt x="4572640" y="14851"/>
                </a:lnTo>
                <a:lnTo>
                  <a:pt x="4582286" y="14646"/>
                </a:lnTo>
                <a:lnTo>
                  <a:pt x="4591933" y="14443"/>
                </a:lnTo>
                <a:lnTo>
                  <a:pt x="4601580" y="14241"/>
                </a:lnTo>
                <a:lnTo>
                  <a:pt x="4611227" y="14042"/>
                </a:lnTo>
                <a:lnTo>
                  <a:pt x="4620874" y="13845"/>
                </a:lnTo>
                <a:lnTo>
                  <a:pt x="4630521" y="13649"/>
                </a:lnTo>
                <a:lnTo>
                  <a:pt x="4640168" y="13456"/>
                </a:lnTo>
                <a:lnTo>
                  <a:pt x="4649815" y="13264"/>
                </a:lnTo>
                <a:lnTo>
                  <a:pt x="4659462" y="13075"/>
                </a:lnTo>
                <a:lnTo>
                  <a:pt x="4669109" y="12887"/>
                </a:lnTo>
                <a:lnTo>
                  <a:pt x="4678756" y="12701"/>
                </a:lnTo>
                <a:lnTo>
                  <a:pt x="4688403" y="12517"/>
                </a:lnTo>
                <a:lnTo>
                  <a:pt x="4698050" y="12335"/>
                </a:lnTo>
                <a:lnTo>
                  <a:pt x="4707696" y="12154"/>
                </a:lnTo>
                <a:lnTo>
                  <a:pt x="4717343" y="11975"/>
                </a:lnTo>
                <a:lnTo>
                  <a:pt x="4726990" y="11798"/>
                </a:lnTo>
                <a:lnTo>
                  <a:pt x="4736637" y="11623"/>
                </a:lnTo>
                <a:lnTo>
                  <a:pt x="4746284" y="11450"/>
                </a:lnTo>
                <a:lnTo>
                  <a:pt x="4755931" y="11278"/>
                </a:lnTo>
                <a:lnTo>
                  <a:pt x="4765578" y="11108"/>
                </a:lnTo>
                <a:lnTo>
                  <a:pt x="4775225" y="10940"/>
                </a:lnTo>
                <a:lnTo>
                  <a:pt x="4784872" y="10773"/>
                </a:lnTo>
                <a:lnTo>
                  <a:pt x="4794519" y="10608"/>
                </a:lnTo>
                <a:lnTo>
                  <a:pt x="4804166" y="10444"/>
                </a:lnTo>
                <a:lnTo>
                  <a:pt x="4813813" y="10282"/>
                </a:lnTo>
                <a:lnTo>
                  <a:pt x="4823459" y="10122"/>
                </a:lnTo>
                <a:lnTo>
                  <a:pt x="4833106" y="9963"/>
                </a:lnTo>
                <a:lnTo>
                  <a:pt x="4842753" y="9806"/>
                </a:lnTo>
                <a:lnTo>
                  <a:pt x="4852400" y="9651"/>
                </a:lnTo>
                <a:lnTo>
                  <a:pt x="4862047" y="9497"/>
                </a:lnTo>
                <a:lnTo>
                  <a:pt x="4871694" y="9344"/>
                </a:lnTo>
                <a:lnTo>
                  <a:pt x="4881341" y="9193"/>
                </a:lnTo>
                <a:lnTo>
                  <a:pt x="4890988" y="9044"/>
                </a:lnTo>
                <a:lnTo>
                  <a:pt x="4900635" y="8895"/>
                </a:lnTo>
                <a:lnTo>
                  <a:pt x="4910282" y="8749"/>
                </a:lnTo>
                <a:lnTo>
                  <a:pt x="4919929" y="8604"/>
                </a:lnTo>
                <a:lnTo>
                  <a:pt x="4929576" y="8460"/>
                </a:lnTo>
                <a:lnTo>
                  <a:pt x="4939223" y="8318"/>
                </a:lnTo>
                <a:lnTo>
                  <a:pt x="4948869" y="8177"/>
                </a:lnTo>
                <a:lnTo>
                  <a:pt x="4958516" y="8037"/>
                </a:lnTo>
                <a:lnTo>
                  <a:pt x="4968163" y="7899"/>
                </a:lnTo>
                <a:lnTo>
                  <a:pt x="4977810" y="7762"/>
                </a:lnTo>
                <a:lnTo>
                  <a:pt x="4987457" y="7627"/>
                </a:lnTo>
                <a:lnTo>
                  <a:pt x="4997104" y="7493"/>
                </a:lnTo>
                <a:lnTo>
                  <a:pt x="5006751" y="7360"/>
                </a:lnTo>
                <a:lnTo>
                  <a:pt x="5016398" y="7228"/>
                </a:lnTo>
                <a:lnTo>
                  <a:pt x="5026045" y="7098"/>
                </a:lnTo>
                <a:lnTo>
                  <a:pt x="5035692" y="6969"/>
                </a:lnTo>
                <a:lnTo>
                  <a:pt x="5045339" y="6842"/>
                </a:lnTo>
                <a:lnTo>
                  <a:pt x="5054986" y="6715"/>
                </a:lnTo>
                <a:lnTo>
                  <a:pt x="5064632" y="6590"/>
                </a:lnTo>
                <a:lnTo>
                  <a:pt x="5074279" y="6466"/>
                </a:lnTo>
                <a:lnTo>
                  <a:pt x="5083926" y="6344"/>
                </a:lnTo>
                <a:lnTo>
                  <a:pt x="5093573" y="6222"/>
                </a:lnTo>
                <a:lnTo>
                  <a:pt x="5103220" y="6102"/>
                </a:lnTo>
                <a:lnTo>
                  <a:pt x="5112867" y="5983"/>
                </a:lnTo>
                <a:lnTo>
                  <a:pt x="5122514" y="5865"/>
                </a:lnTo>
                <a:lnTo>
                  <a:pt x="5132161" y="5748"/>
                </a:lnTo>
                <a:lnTo>
                  <a:pt x="5141808" y="5633"/>
                </a:lnTo>
                <a:lnTo>
                  <a:pt x="5151455" y="5518"/>
                </a:lnTo>
                <a:lnTo>
                  <a:pt x="5161102" y="5405"/>
                </a:lnTo>
                <a:lnTo>
                  <a:pt x="5170749" y="5293"/>
                </a:lnTo>
                <a:lnTo>
                  <a:pt x="5180396" y="5182"/>
                </a:lnTo>
                <a:lnTo>
                  <a:pt x="5190042" y="5072"/>
                </a:lnTo>
                <a:lnTo>
                  <a:pt x="5199689" y="4963"/>
                </a:lnTo>
                <a:lnTo>
                  <a:pt x="5209336" y="4855"/>
                </a:lnTo>
                <a:lnTo>
                  <a:pt x="5218983" y="4748"/>
                </a:lnTo>
                <a:lnTo>
                  <a:pt x="5228630" y="4642"/>
                </a:lnTo>
                <a:lnTo>
                  <a:pt x="5238277" y="4538"/>
                </a:lnTo>
                <a:lnTo>
                  <a:pt x="5247924" y="4434"/>
                </a:lnTo>
                <a:lnTo>
                  <a:pt x="5257571" y="4331"/>
                </a:lnTo>
                <a:lnTo>
                  <a:pt x="5267218" y="4230"/>
                </a:lnTo>
                <a:lnTo>
                  <a:pt x="5276865" y="4129"/>
                </a:lnTo>
                <a:lnTo>
                  <a:pt x="5286512" y="4029"/>
                </a:lnTo>
                <a:lnTo>
                  <a:pt x="5296159" y="3931"/>
                </a:lnTo>
                <a:lnTo>
                  <a:pt x="5305805" y="3833"/>
                </a:lnTo>
                <a:lnTo>
                  <a:pt x="5315452" y="3736"/>
                </a:lnTo>
                <a:lnTo>
                  <a:pt x="5325099" y="3640"/>
                </a:lnTo>
                <a:lnTo>
                  <a:pt x="5334746" y="3546"/>
                </a:lnTo>
                <a:lnTo>
                  <a:pt x="5344393" y="3452"/>
                </a:lnTo>
                <a:lnTo>
                  <a:pt x="5354040" y="3359"/>
                </a:lnTo>
                <a:lnTo>
                  <a:pt x="5363687" y="3267"/>
                </a:lnTo>
                <a:lnTo>
                  <a:pt x="5373334" y="3176"/>
                </a:lnTo>
                <a:lnTo>
                  <a:pt x="5382981" y="3085"/>
                </a:lnTo>
                <a:lnTo>
                  <a:pt x="5392628" y="2996"/>
                </a:lnTo>
                <a:lnTo>
                  <a:pt x="5402275" y="2908"/>
                </a:lnTo>
                <a:lnTo>
                  <a:pt x="5411922" y="2820"/>
                </a:lnTo>
                <a:lnTo>
                  <a:pt x="5421569" y="2733"/>
                </a:lnTo>
                <a:lnTo>
                  <a:pt x="5431215" y="2647"/>
                </a:lnTo>
                <a:lnTo>
                  <a:pt x="5440862" y="2562"/>
                </a:lnTo>
                <a:lnTo>
                  <a:pt x="5450509" y="2478"/>
                </a:lnTo>
                <a:lnTo>
                  <a:pt x="5460156" y="2395"/>
                </a:lnTo>
                <a:lnTo>
                  <a:pt x="5469803" y="2312"/>
                </a:lnTo>
                <a:lnTo>
                  <a:pt x="5479450" y="2230"/>
                </a:lnTo>
                <a:lnTo>
                  <a:pt x="5489097" y="2149"/>
                </a:lnTo>
                <a:lnTo>
                  <a:pt x="5498744" y="2069"/>
                </a:lnTo>
                <a:lnTo>
                  <a:pt x="5508391" y="1990"/>
                </a:lnTo>
                <a:lnTo>
                  <a:pt x="5518038" y="1911"/>
                </a:lnTo>
                <a:lnTo>
                  <a:pt x="5527685" y="1834"/>
                </a:lnTo>
                <a:lnTo>
                  <a:pt x="5537332" y="1757"/>
                </a:lnTo>
                <a:lnTo>
                  <a:pt x="5546978" y="1680"/>
                </a:lnTo>
                <a:lnTo>
                  <a:pt x="5556625" y="1605"/>
                </a:lnTo>
                <a:lnTo>
                  <a:pt x="5566272" y="1530"/>
                </a:lnTo>
                <a:lnTo>
                  <a:pt x="5575919" y="1456"/>
                </a:lnTo>
                <a:lnTo>
                  <a:pt x="5585566" y="1383"/>
                </a:lnTo>
                <a:lnTo>
                  <a:pt x="5595213" y="1310"/>
                </a:lnTo>
                <a:lnTo>
                  <a:pt x="5604860" y="1238"/>
                </a:lnTo>
                <a:lnTo>
                  <a:pt x="5614507" y="1167"/>
                </a:lnTo>
                <a:lnTo>
                  <a:pt x="5624154" y="1097"/>
                </a:lnTo>
                <a:lnTo>
                  <a:pt x="5633801" y="1027"/>
                </a:lnTo>
                <a:lnTo>
                  <a:pt x="5643448" y="958"/>
                </a:lnTo>
                <a:lnTo>
                  <a:pt x="5653095" y="889"/>
                </a:lnTo>
                <a:lnTo>
                  <a:pt x="5662742" y="822"/>
                </a:lnTo>
                <a:lnTo>
                  <a:pt x="5672388" y="755"/>
                </a:lnTo>
                <a:lnTo>
                  <a:pt x="5682035" y="688"/>
                </a:lnTo>
                <a:lnTo>
                  <a:pt x="5691682" y="623"/>
                </a:lnTo>
                <a:lnTo>
                  <a:pt x="5701329" y="557"/>
                </a:lnTo>
                <a:lnTo>
                  <a:pt x="5710976" y="493"/>
                </a:lnTo>
                <a:lnTo>
                  <a:pt x="5720623" y="429"/>
                </a:lnTo>
                <a:lnTo>
                  <a:pt x="5730270" y="366"/>
                </a:lnTo>
                <a:lnTo>
                  <a:pt x="5739917" y="303"/>
                </a:lnTo>
                <a:lnTo>
                  <a:pt x="5749564" y="241"/>
                </a:lnTo>
                <a:lnTo>
                  <a:pt x="5759211" y="180"/>
                </a:lnTo>
                <a:lnTo>
                  <a:pt x="5768858" y="119"/>
                </a:lnTo>
                <a:lnTo>
                  <a:pt x="5778505" y="59"/>
                </a:lnTo>
                <a:lnTo>
                  <a:pt x="5788151" y="0"/>
                </a:lnTo>
              </a:path>
            </a:pathLst>
          </a:custGeom>
          <a:noFill/>
          <a:ln w="279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896112" y="3257822"/>
            <a:ext cx="5788151" cy="1890250"/>
          </a:xfrm>
          <a:custGeom>
            <a:avLst/>
            <a:gdLst/>
            <a:ahLst/>
            <a:cxnLst/>
            <a:rect l="l" t="t" r="r" b="b"/>
            <a:pathLst>
              <a:path w="5788151" h="1890250">
                <a:moveTo>
                  <a:pt x="0" y="1890250"/>
                </a:moveTo>
                <a:lnTo>
                  <a:pt x="9646" y="1889782"/>
                </a:lnTo>
                <a:lnTo>
                  <a:pt x="19293" y="1888865"/>
                </a:lnTo>
                <a:lnTo>
                  <a:pt x="28940" y="1887517"/>
                </a:lnTo>
                <a:lnTo>
                  <a:pt x="38587" y="1885753"/>
                </a:lnTo>
                <a:lnTo>
                  <a:pt x="48234" y="1883590"/>
                </a:lnTo>
                <a:lnTo>
                  <a:pt x="57881" y="1881044"/>
                </a:lnTo>
                <a:lnTo>
                  <a:pt x="67528" y="1878130"/>
                </a:lnTo>
                <a:lnTo>
                  <a:pt x="77175" y="1874862"/>
                </a:lnTo>
                <a:lnTo>
                  <a:pt x="86822" y="1871256"/>
                </a:lnTo>
                <a:lnTo>
                  <a:pt x="96469" y="1867324"/>
                </a:lnTo>
                <a:lnTo>
                  <a:pt x="106116" y="1863080"/>
                </a:lnTo>
                <a:lnTo>
                  <a:pt x="115763" y="1858538"/>
                </a:lnTo>
                <a:lnTo>
                  <a:pt x="125409" y="1853708"/>
                </a:lnTo>
                <a:lnTo>
                  <a:pt x="135056" y="1848605"/>
                </a:lnTo>
                <a:lnTo>
                  <a:pt x="144703" y="1843238"/>
                </a:lnTo>
                <a:lnTo>
                  <a:pt x="154350" y="1837619"/>
                </a:lnTo>
                <a:lnTo>
                  <a:pt x="163997" y="1831760"/>
                </a:lnTo>
                <a:lnTo>
                  <a:pt x="173644" y="1825671"/>
                </a:lnTo>
                <a:lnTo>
                  <a:pt x="183291" y="1819362"/>
                </a:lnTo>
                <a:lnTo>
                  <a:pt x="192938" y="1812842"/>
                </a:lnTo>
                <a:lnTo>
                  <a:pt x="202585" y="1806122"/>
                </a:lnTo>
                <a:lnTo>
                  <a:pt x="212232" y="1799211"/>
                </a:lnTo>
                <a:lnTo>
                  <a:pt x="221879" y="1792117"/>
                </a:lnTo>
                <a:lnTo>
                  <a:pt x="231526" y="1784848"/>
                </a:lnTo>
                <a:lnTo>
                  <a:pt x="241173" y="1777415"/>
                </a:lnTo>
                <a:lnTo>
                  <a:pt x="250819" y="1769824"/>
                </a:lnTo>
                <a:lnTo>
                  <a:pt x="260466" y="1762082"/>
                </a:lnTo>
                <a:lnTo>
                  <a:pt x="270113" y="1754199"/>
                </a:lnTo>
                <a:lnTo>
                  <a:pt x="279760" y="1746181"/>
                </a:lnTo>
                <a:lnTo>
                  <a:pt x="289407" y="1738034"/>
                </a:lnTo>
                <a:lnTo>
                  <a:pt x="299054" y="1729766"/>
                </a:lnTo>
                <a:lnTo>
                  <a:pt x="308701" y="1721383"/>
                </a:lnTo>
                <a:lnTo>
                  <a:pt x="318348" y="1712892"/>
                </a:lnTo>
                <a:lnTo>
                  <a:pt x="327995" y="1704299"/>
                </a:lnTo>
                <a:lnTo>
                  <a:pt x="337642" y="1695608"/>
                </a:lnTo>
                <a:lnTo>
                  <a:pt x="347289" y="1686828"/>
                </a:lnTo>
                <a:lnTo>
                  <a:pt x="356936" y="1677961"/>
                </a:lnTo>
                <a:lnTo>
                  <a:pt x="366582" y="1669015"/>
                </a:lnTo>
                <a:lnTo>
                  <a:pt x="376229" y="1659994"/>
                </a:lnTo>
                <a:lnTo>
                  <a:pt x="385876" y="1650903"/>
                </a:lnTo>
                <a:lnTo>
                  <a:pt x="395523" y="1641746"/>
                </a:lnTo>
                <a:lnTo>
                  <a:pt x="405170" y="1632529"/>
                </a:lnTo>
                <a:lnTo>
                  <a:pt x="414817" y="1623256"/>
                </a:lnTo>
                <a:lnTo>
                  <a:pt x="424464" y="1613931"/>
                </a:lnTo>
                <a:lnTo>
                  <a:pt x="434111" y="1604558"/>
                </a:lnTo>
                <a:lnTo>
                  <a:pt x="443758" y="1595142"/>
                </a:lnTo>
                <a:lnTo>
                  <a:pt x="453405" y="1585685"/>
                </a:lnTo>
                <a:lnTo>
                  <a:pt x="463052" y="1576193"/>
                </a:lnTo>
                <a:lnTo>
                  <a:pt x="472699" y="1566667"/>
                </a:lnTo>
                <a:lnTo>
                  <a:pt x="482346" y="1557113"/>
                </a:lnTo>
                <a:lnTo>
                  <a:pt x="491992" y="1547532"/>
                </a:lnTo>
                <a:lnTo>
                  <a:pt x="501639" y="1537929"/>
                </a:lnTo>
                <a:lnTo>
                  <a:pt x="511286" y="1528307"/>
                </a:lnTo>
                <a:lnTo>
                  <a:pt x="520933" y="1518667"/>
                </a:lnTo>
                <a:lnTo>
                  <a:pt x="530580" y="1509014"/>
                </a:lnTo>
                <a:lnTo>
                  <a:pt x="540227" y="1499350"/>
                </a:lnTo>
                <a:lnTo>
                  <a:pt x="549874" y="1489677"/>
                </a:lnTo>
                <a:lnTo>
                  <a:pt x="559521" y="1479999"/>
                </a:lnTo>
                <a:lnTo>
                  <a:pt x="569168" y="1470318"/>
                </a:lnTo>
                <a:lnTo>
                  <a:pt x="578815" y="1460635"/>
                </a:lnTo>
                <a:lnTo>
                  <a:pt x="588462" y="1450954"/>
                </a:lnTo>
                <a:lnTo>
                  <a:pt x="598109" y="1441276"/>
                </a:lnTo>
                <a:lnTo>
                  <a:pt x="607755" y="1431604"/>
                </a:lnTo>
                <a:lnTo>
                  <a:pt x="617402" y="1421939"/>
                </a:lnTo>
                <a:lnTo>
                  <a:pt x="627049" y="1412284"/>
                </a:lnTo>
                <a:lnTo>
                  <a:pt x="636696" y="1402641"/>
                </a:lnTo>
                <a:lnTo>
                  <a:pt x="646343" y="1393011"/>
                </a:lnTo>
                <a:lnTo>
                  <a:pt x="655990" y="1383395"/>
                </a:lnTo>
                <a:lnTo>
                  <a:pt x="665637" y="1373797"/>
                </a:lnTo>
                <a:lnTo>
                  <a:pt x="675284" y="1364216"/>
                </a:lnTo>
                <a:lnTo>
                  <a:pt x="684931" y="1354656"/>
                </a:lnTo>
                <a:lnTo>
                  <a:pt x="694578" y="1345116"/>
                </a:lnTo>
                <a:lnTo>
                  <a:pt x="704225" y="1335600"/>
                </a:lnTo>
                <a:lnTo>
                  <a:pt x="713872" y="1326107"/>
                </a:lnTo>
                <a:lnTo>
                  <a:pt x="723519" y="1316639"/>
                </a:lnTo>
                <a:lnTo>
                  <a:pt x="733165" y="1307198"/>
                </a:lnTo>
                <a:lnTo>
                  <a:pt x="742812" y="1297785"/>
                </a:lnTo>
                <a:lnTo>
                  <a:pt x="752459" y="1288401"/>
                </a:lnTo>
                <a:lnTo>
                  <a:pt x="762106" y="1279046"/>
                </a:lnTo>
                <a:lnTo>
                  <a:pt x="771753" y="1269722"/>
                </a:lnTo>
                <a:lnTo>
                  <a:pt x="781400" y="1260431"/>
                </a:lnTo>
                <a:lnTo>
                  <a:pt x="791047" y="1251172"/>
                </a:lnTo>
                <a:lnTo>
                  <a:pt x="800694" y="1241947"/>
                </a:lnTo>
                <a:lnTo>
                  <a:pt x="810341" y="1232756"/>
                </a:lnTo>
                <a:lnTo>
                  <a:pt x="819988" y="1223601"/>
                </a:lnTo>
                <a:lnTo>
                  <a:pt x="829635" y="1214483"/>
                </a:lnTo>
                <a:lnTo>
                  <a:pt x="839282" y="1205401"/>
                </a:lnTo>
                <a:lnTo>
                  <a:pt x="848928" y="1196357"/>
                </a:lnTo>
                <a:lnTo>
                  <a:pt x="858575" y="1187351"/>
                </a:lnTo>
                <a:lnTo>
                  <a:pt x="868222" y="1178384"/>
                </a:lnTo>
                <a:lnTo>
                  <a:pt x="877869" y="1169457"/>
                </a:lnTo>
                <a:lnTo>
                  <a:pt x="887516" y="1160570"/>
                </a:lnTo>
                <a:lnTo>
                  <a:pt x="897163" y="1151724"/>
                </a:lnTo>
                <a:lnTo>
                  <a:pt x="906810" y="1142919"/>
                </a:lnTo>
                <a:lnTo>
                  <a:pt x="916457" y="1134156"/>
                </a:lnTo>
                <a:lnTo>
                  <a:pt x="926104" y="1125435"/>
                </a:lnTo>
                <a:lnTo>
                  <a:pt x="935751" y="1116757"/>
                </a:lnTo>
                <a:lnTo>
                  <a:pt x="945398" y="1108121"/>
                </a:lnTo>
                <a:lnTo>
                  <a:pt x="955045" y="1099529"/>
                </a:lnTo>
                <a:lnTo>
                  <a:pt x="964692" y="1090981"/>
                </a:lnTo>
                <a:lnTo>
                  <a:pt x="974338" y="1082477"/>
                </a:lnTo>
                <a:lnTo>
                  <a:pt x="983985" y="1074017"/>
                </a:lnTo>
                <a:lnTo>
                  <a:pt x="993632" y="1065602"/>
                </a:lnTo>
                <a:lnTo>
                  <a:pt x="1003279" y="1057232"/>
                </a:lnTo>
                <a:lnTo>
                  <a:pt x="1012926" y="1048907"/>
                </a:lnTo>
                <a:lnTo>
                  <a:pt x="1022573" y="1040627"/>
                </a:lnTo>
                <a:lnTo>
                  <a:pt x="1032220" y="1032394"/>
                </a:lnTo>
                <a:lnTo>
                  <a:pt x="1041867" y="1024206"/>
                </a:lnTo>
                <a:lnTo>
                  <a:pt x="1051514" y="1016064"/>
                </a:lnTo>
                <a:lnTo>
                  <a:pt x="1061161" y="1007968"/>
                </a:lnTo>
                <a:lnTo>
                  <a:pt x="1070808" y="999919"/>
                </a:lnTo>
                <a:lnTo>
                  <a:pt x="1080455" y="991916"/>
                </a:lnTo>
                <a:lnTo>
                  <a:pt x="1090101" y="983959"/>
                </a:lnTo>
                <a:lnTo>
                  <a:pt x="1099748" y="976049"/>
                </a:lnTo>
                <a:lnTo>
                  <a:pt x="1109395" y="968186"/>
                </a:lnTo>
                <a:lnTo>
                  <a:pt x="1119042" y="960370"/>
                </a:lnTo>
                <a:lnTo>
                  <a:pt x="1128689" y="952601"/>
                </a:lnTo>
                <a:lnTo>
                  <a:pt x="1138336" y="944878"/>
                </a:lnTo>
                <a:lnTo>
                  <a:pt x="1147983" y="937203"/>
                </a:lnTo>
                <a:lnTo>
                  <a:pt x="1157630" y="929574"/>
                </a:lnTo>
                <a:lnTo>
                  <a:pt x="1167277" y="921993"/>
                </a:lnTo>
                <a:lnTo>
                  <a:pt x="1176924" y="914458"/>
                </a:lnTo>
                <a:lnTo>
                  <a:pt x="1186571" y="906970"/>
                </a:lnTo>
                <a:lnTo>
                  <a:pt x="1196218" y="899530"/>
                </a:lnTo>
                <a:lnTo>
                  <a:pt x="1205865" y="892136"/>
                </a:lnTo>
                <a:lnTo>
                  <a:pt x="1215511" y="884789"/>
                </a:lnTo>
                <a:lnTo>
                  <a:pt x="1225158" y="877489"/>
                </a:lnTo>
                <a:lnTo>
                  <a:pt x="1234805" y="870236"/>
                </a:lnTo>
                <a:lnTo>
                  <a:pt x="1244452" y="863029"/>
                </a:lnTo>
                <a:lnTo>
                  <a:pt x="1254099" y="855869"/>
                </a:lnTo>
                <a:lnTo>
                  <a:pt x="1263746" y="848756"/>
                </a:lnTo>
                <a:lnTo>
                  <a:pt x="1273393" y="841689"/>
                </a:lnTo>
                <a:lnTo>
                  <a:pt x="1283040" y="834668"/>
                </a:lnTo>
                <a:lnTo>
                  <a:pt x="1292687" y="827694"/>
                </a:lnTo>
                <a:lnTo>
                  <a:pt x="1302334" y="820766"/>
                </a:lnTo>
                <a:lnTo>
                  <a:pt x="1311981" y="813884"/>
                </a:lnTo>
                <a:lnTo>
                  <a:pt x="1321628" y="807048"/>
                </a:lnTo>
                <a:lnTo>
                  <a:pt x="1331274" y="800257"/>
                </a:lnTo>
                <a:lnTo>
                  <a:pt x="1340921" y="793513"/>
                </a:lnTo>
                <a:lnTo>
                  <a:pt x="1350568" y="786814"/>
                </a:lnTo>
                <a:lnTo>
                  <a:pt x="1360215" y="780160"/>
                </a:lnTo>
                <a:lnTo>
                  <a:pt x="1369862" y="773551"/>
                </a:lnTo>
                <a:lnTo>
                  <a:pt x="1379509" y="766988"/>
                </a:lnTo>
                <a:lnTo>
                  <a:pt x="1389156" y="760469"/>
                </a:lnTo>
                <a:lnTo>
                  <a:pt x="1398803" y="753996"/>
                </a:lnTo>
                <a:lnTo>
                  <a:pt x="1408450" y="747567"/>
                </a:lnTo>
                <a:lnTo>
                  <a:pt x="1418097" y="741182"/>
                </a:lnTo>
                <a:lnTo>
                  <a:pt x="1427744" y="734842"/>
                </a:lnTo>
                <a:lnTo>
                  <a:pt x="1437391" y="728546"/>
                </a:lnTo>
                <a:lnTo>
                  <a:pt x="1447038" y="722294"/>
                </a:lnTo>
                <a:lnTo>
                  <a:pt x="1456684" y="716085"/>
                </a:lnTo>
                <a:lnTo>
                  <a:pt x="1466331" y="709921"/>
                </a:lnTo>
                <a:lnTo>
                  <a:pt x="1475978" y="703799"/>
                </a:lnTo>
                <a:lnTo>
                  <a:pt x="1485625" y="697721"/>
                </a:lnTo>
                <a:lnTo>
                  <a:pt x="1495272" y="691686"/>
                </a:lnTo>
                <a:lnTo>
                  <a:pt x="1504919" y="685694"/>
                </a:lnTo>
                <a:lnTo>
                  <a:pt x="1514566" y="679744"/>
                </a:lnTo>
                <a:lnTo>
                  <a:pt x="1524213" y="673837"/>
                </a:lnTo>
                <a:lnTo>
                  <a:pt x="1533860" y="667972"/>
                </a:lnTo>
                <a:lnTo>
                  <a:pt x="1543507" y="662149"/>
                </a:lnTo>
                <a:lnTo>
                  <a:pt x="1553154" y="656368"/>
                </a:lnTo>
                <a:lnTo>
                  <a:pt x="1562801" y="650628"/>
                </a:lnTo>
                <a:lnTo>
                  <a:pt x="1572447" y="644930"/>
                </a:lnTo>
                <a:lnTo>
                  <a:pt x="1582094" y="639274"/>
                </a:lnTo>
                <a:lnTo>
                  <a:pt x="1591741" y="633658"/>
                </a:lnTo>
                <a:lnTo>
                  <a:pt x="1601388" y="628083"/>
                </a:lnTo>
                <a:lnTo>
                  <a:pt x="1611035" y="622549"/>
                </a:lnTo>
                <a:lnTo>
                  <a:pt x="1620682" y="617055"/>
                </a:lnTo>
                <a:lnTo>
                  <a:pt x="1630329" y="611601"/>
                </a:lnTo>
                <a:lnTo>
                  <a:pt x="1639976" y="606188"/>
                </a:lnTo>
                <a:lnTo>
                  <a:pt x="1649623" y="600814"/>
                </a:lnTo>
                <a:lnTo>
                  <a:pt x="1659270" y="595479"/>
                </a:lnTo>
                <a:lnTo>
                  <a:pt x="1668917" y="590184"/>
                </a:lnTo>
                <a:lnTo>
                  <a:pt x="1678564" y="584928"/>
                </a:lnTo>
                <a:lnTo>
                  <a:pt x="1688211" y="579711"/>
                </a:lnTo>
                <a:lnTo>
                  <a:pt x="1697857" y="574533"/>
                </a:lnTo>
                <a:lnTo>
                  <a:pt x="1707504" y="569393"/>
                </a:lnTo>
                <a:lnTo>
                  <a:pt x="1717151" y="564291"/>
                </a:lnTo>
                <a:lnTo>
                  <a:pt x="1726798" y="559228"/>
                </a:lnTo>
                <a:lnTo>
                  <a:pt x="1736445" y="554202"/>
                </a:lnTo>
                <a:lnTo>
                  <a:pt x="1746092" y="549214"/>
                </a:lnTo>
                <a:lnTo>
                  <a:pt x="1755739" y="544263"/>
                </a:lnTo>
                <a:lnTo>
                  <a:pt x="1765386" y="539350"/>
                </a:lnTo>
                <a:lnTo>
                  <a:pt x="1775033" y="534473"/>
                </a:lnTo>
                <a:lnTo>
                  <a:pt x="1784680" y="529633"/>
                </a:lnTo>
                <a:lnTo>
                  <a:pt x="1794327" y="524830"/>
                </a:lnTo>
                <a:lnTo>
                  <a:pt x="1803974" y="520063"/>
                </a:lnTo>
                <a:lnTo>
                  <a:pt x="1813620" y="515332"/>
                </a:lnTo>
                <a:lnTo>
                  <a:pt x="1823267" y="510637"/>
                </a:lnTo>
                <a:lnTo>
                  <a:pt x="1832914" y="505977"/>
                </a:lnTo>
                <a:lnTo>
                  <a:pt x="1842561" y="501353"/>
                </a:lnTo>
                <a:lnTo>
                  <a:pt x="1852208" y="496765"/>
                </a:lnTo>
                <a:lnTo>
                  <a:pt x="1861855" y="492211"/>
                </a:lnTo>
                <a:lnTo>
                  <a:pt x="1871502" y="487692"/>
                </a:lnTo>
                <a:lnTo>
                  <a:pt x="1881149" y="483207"/>
                </a:lnTo>
                <a:lnTo>
                  <a:pt x="1890796" y="478757"/>
                </a:lnTo>
                <a:lnTo>
                  <a:pt x="1900443" y="474341"/>
                </a:lnTo>
                <a:lnTo>
                  <a:pt x="1910090" y="469959"/>
                </a:lnTo>
                <a:lnTo>
                  <a:pt x="1919737" y="465611"/>
                </a:lnTo>
                <a:lnTo>
                  <a:pt x="1929384" y="461296"/>
                </a:lnTo>
                <a:lnTo>
                  <a:pt x="1939030" y="457015"/>
                </a:lnTo>
                <a:lnTo>
                  <a:pt x="1948677" y="452766"/>
                </a:lnTo>
                <a:lnTo>
                  <a:pt x="1958324" y="448551"/>
                </a:lnTo>
                <a:lnTo>
                  <a:pt x="1967971" y="444368"/>
                </a:lnTo>
                <a:lnTo>
                  <a:pt x="1977618" y="440218"/>
                </a:lnTo>
                <a:lnTo>
                  <a:pt x="1987265" y="436100"/>
                </a:lnTo>
                <a:lnTo>
                  <a:pt x="1996912" y="432014"/>
                </a:lnTo>
                <a:lnTo>
                  <a:pt x="2006559" y="427959"/>
                </a:lnTo>
                <a:lnTo>
                  <a:pt x="2016206" y="423937"/>
                </a:lnTo>
                <a:lnTo>
                  <a:pt x="2025853" y="419945"/>
                </a:lnTo>
                <a:lnTo>
                  <a:pt x="2035500" y="415985"/>
                </a:lnTo>
                <a:lnTo>
                  <a:pt x="2045147" y="412056"/>
                </a:lnTo>
                <a:lnTo>
                  <a:pt x="2054793" y="408158"/>
                </a:lnTo>
                <a:lnTo>
                  <a:pt x="2064440" y="404291"/>
                </a:lnTo>
                <a:lnTo>
                  <a:pt x="2074087" y="400454"/>
                </a:lnTo>
                <a:lnTo>
                  <a:pt x="2083734" y="396647"/>
                </a:lnTo>
                <a:lnTo>
                  <a:pt x="2093381" y="392870"/>
                </a:lnTo>
                <a:lnTo>
                  <a:pt x="2103028" y="389123"/>
                </a:lnTo>
                <a:lnTo>
                  <a:pt x="2112675" y="385405"/>
                </a:lnTo>
                <a:lnTo>
                  <a:pt x="2122322" y="381717"/>
                </a:lnTo>
                <a:lnTo>
                  <a:pt x="2131969" y="378058"/>
                </a:lnTo>
                <a:lnTo>
                  <a:pt x="2141616" y="374428"/>
                </a:lnTo>
                <a:lnTo>
                  <a:pt x="2151263" y="370827"/>
                </a:lnTo>
                <a:lnTo>
                  <a:pt x="2160910" y="367255"/>
                </a:lnTo>
                <a:lnTo>
                  <a:pt x="2170556" y="363711"/>
                </a:lnTo>
                <a:lnTo>
                  <a:pt x="2180203" y="360195"/>
                </a:lnTo>
                <a:lnTo>
                  <a:pt x="2189850" y="356708"/>
                </a:lnTo>
                <a:lnTo>
                  <a:pt x="2199497" y="353248"/>
                </a:lnTo>
                <a:lnTo>
                  <a:pt x="2209144" y="349816"/>
                </a:lnTo>
                <a:lnTo>
                  <a:pt x="2218791" y="346411"/>
                </a:lnTo>
                <a:lnTo>
                  <a:pt x="2228438" y="343034"/>
                </a:lnTo>
                <a:lnTo>
                  <a:pt x="2238085" y="339684"/>
                </a:lnTo>
                <a:lnTo>
                  <a:pt x="2247732" y="336361"/>
                </a:lnTo>
                <a:lnTo>
                  <a:pt x="2257379" y="333064"/>
                </a:lnTo>
                <a:lnTo>
                  <a:pt x="2267026" y="329794"/>
                </a:lnTo>
                <a:lnTo>
                  <a:pt x="2276673" y="326551"/>
                </a:lnTo>
                <a:lnTo>
                  <a:pt x="2286320" y="323334"/>
                </a:lnTo>
                <a:lnTo>
                  <a:pt x="2295966" y="320143"/>
                </a:lnTo>
                <a:lnTo>
                  <a:pt x="2305613" y="316977"/>
                </a:lnTo>
                <a:lnTo>
                  <a:pt x="2315260" y="313837"/>
                </a:lnTo>
                <a:lnTo>
                  <a:pt x="2324907" y="310723"/>
                </a:lnTo>
                <a:lnTo>
                  <a:pt x="2334554" y="307634"/>
                </a:lnTo>
                <a:lnTo>
                  <a:pt x="2344201" y="304571"/>
                </a:lnTo>
                <a:lnTo>
                  <a:pt x="2353848" y="301532"/>
                </a:lnTo>
                <a:lnTo>
                  <a:pt x="2363495" y="298518"/>
                </a:lnTo>
                <a:lnTo>
                  <a:pt x="2373142" y="295528"/>
                </a:lnTo>
                <a:lnTo>
                  <a:pt x="2382789" y="292564"/>
                </a:lnTo>
                <a:lnTo>
                  <a:pt x="2392436" y="289623"/>
                </a:lnTo>
                <a:lnTo>
                  <a:pt x="2402083" y="286706"/>
                </a:lnTo>
                <a:lnTo>
                  <a:pt x="2411729" y="283814"/>
                </a:lnTo>
                <a:lnTo>
                  <a:pt x="2421376" y="280945"/>
                </a:lnTo>
                <a:lnTo>
                  <a:pt x="2431023" y="278100"/>
                </a:lnTo>
                <a:lnTo>
                  <a:pt x="2440670" y="275278"/>
                </a:lnTo>
                <a:lnTo>
                  <a:pt x="2450317" y="272480"/>
                </a:lnTo>
                <a:lnTo>
                  <a:pt x="2459964" y="269705"/>
                </a:lnTo>
                <a:lnTo>
                  <a:pt x="2469611" y="266952"/>
                </a:lnTo>
                <a:lnTo>
                  <a:pt x="2479258" y="264223"/>
                </a:lnTo>
                <a:lnTo>
                  <a:pt x="2488905" y="261516"/>
                </a:lnTo>
                <a:lnTo>
                  <a:pt x="2498552" y="258831"/>
                </a:lnTo>
                <a:lnTo>
                  <a:pt x="2508199" y="256169"/>
                </a:lnTo>
                <a:lnTo>
                  <a:pt x="2517846" y="253529"/>
                </a:lnTo>
                <a:lnTo>
                  <a:pt x="2527493" y="250912"/>
                </a:lnTo>
                <a:lnTo>
                  <a:pt x="2537139" y="248315"/>
                </a:lnTo>
                <a:lnTo>
                  <a:pt x="2546786" y="245741"/>
                </a:lnTo>
                <a:lnTo>
                  <a:pt x="2556433" y="243188"/>
                </a:lnTo>
                <a:lnTo>
                  <a:pt x="2566080" y="240657"/>
                </a:lnTo>
                <a:lnTo>
                  <a:pt x="2575727" y="238147"/>
                </a:lnTo>
                <a:lnTo>
                  <a:pt x="2585374" y="235658"/>
                </a:lnTo>
                <a:lnTo>
                  <a:pt x="2595021" y="233189"/>
                </a:lnTo>
                <a:lnTo>
                  <a:pt x="2604668" y="230742"/>
                </a:lnTo>
                <a:lnTo>
                  <a:pt x="2614315" y="228315"/>
                </a:lnTo>
                <a:lnTo>
                  <a:pt x="2623962" y="225909"/>
                </a:lnTo>
                <a:lnTo>
                  <a:pt x="2633609" y="223523"/>
                </a:lnTo>
                <a:lnTo>
                  <a:pt x="2643256" y="221158"/>
                </a:lnTo>
                <a:lnTo>
                  <a:pt x="2652902" y="218812"/>
                </a:lnTo>
                <a:lnTo>
                  <a:pt x="2662549" y="216486"/>
                </a:lnTo>
                <a:lnTo>
                  <a:pt x="2672196" y="214180"/>
                </a:lnTo>
                <a:lnTo>
                  <a:pt x="2681843" y="211894"/>
                </a:lnTo>
                <a:lnTo>
                  <a:pt x="2691490" y="209627"/>
                </a:lnTo>
                <a:lnTo>
                  <a:pt x="2701137" y="207380"/>
                </a:lnTo>
                <a:lnTo>
                  <a:pt x="2710784" y="205152"/>
                </a:lnTo>
                <a:lnTo>
                  <a:pt x="2720431" y="202943"/>
                </a:lnTo>
                <a:lnTo>
                  <a:pt x="2730078" y="200752"/>
                </a:lnTo>
                <a:lnTo>
                  <a:pt x="2739725" y="198581"/>
                </a:lnTo>
                <a:lnTo>
                  <a:pt x="2749372" y="196428"/>
                </a:lnTo>
                <a:lnTo>
                  <a:pt x="2759019" y="194294"/>
                </a:lnTo>
                <a:lnTo>
                  <a:pt x="2768666" y="192178"/>
                </a:lnTo>
                <a:lnTo>
                  <a:pt x="2778312" y="190081"/>
                </a:lnTo>
                <a:lnTo>
                  <a:pt x="2787959" y="188002"/>
                </a:lnTo>
                <a:lnTo>
                  <a:pt x="2797606" y="185940"/>
                </a:lnTo>
                <a:lnTo>
                  <a:pt x="2807253" y="183897"/>
                </a:lnTo>
                <a:lnTo>
                  <a:pt x="2816900" y="181871"/>
                </a:lnTo>
                <a:lnTo>
                  <a:pt x="2826547" y="179863"/>
                </a:lnTo>
                <a:lnTo>
                  <a:pt x="2836194" y="177872"/>
                </a:lnTo>
                <a:lnTo>
                  <a:pt x="2845841" y="175899"/>
                </a:lnTo>
                <a:lnTo>
                  <a:pt x="2855488" y="173943"/>
                </a:lnTo>
                <a:lnTo>
                  <a:pt x="2865135" y="172004"/>
                </a:lnTo>
                <a:lnTo>
                  <a:pt x="2874782" y="170082"/>
                </a:lnTo>
                <a:lnTo>
                  <a:pt x="2884429" y="168177"/>
                </a:lnTo>
                <a:lnTo>
                  <a:pt x="2894075" y="166289"/>
                </a:lnTo>
                <a:lnTo>
                  <a:pt x="2903722" y="164417"/>
                </a:lnTo>
                <a:lnTo>
                  <a:pt x="2913369" y="162562"/>
                </a:lnTo>
                <a:lnTo>
                  <a:pt x="2923016" y="160723"/>
                </a:lnTo>
                <a:lnTo>
                  <a:pt x="2932663" y="158901"/>
                </a:lnTo>
                <a:lnTo>
                  <a:pt x="2942310" y="157095"/>
                </a:lnTo>
                <a:lnTo>
                  <a:pt x="2951957" y="155304"/>
                </a:lnTo>
                <a:lnTo>
                  <a:pt x="2961604" y="153530"/>
                </a:lnTo>
                <a:lnTo>
                  <a:pt x="2971251" y="151771"/>
                </a:lnTo>
                <a:lnTo>
                  <a:pt x="2980898" y="150028"/>
                </a:lnTo>
                <a:lnTo>
                  <a:pt x="2990545" y="148301"/>
                </a:lnTo>
                <a:lnTo>
                  <a:pt x="3000192" y="146589"/>
                </a:lnTo>
                <a:lnTo>
                  <a:pt x="3009839" y="144893"/>
                </a:lnTo>
                <a:lnTo>
                  <a:pt x="3019485" y="143211"/>
                </a:lnTo>
                <a:lnTo>
                  <a:pt x="3029132" y="141545"/>
                </a:lnTo>
                <a:lnTo>
                  <a:pt x="3038779" y="139894"/>
                </a:lnTo>
                <a:lnTo>
                  <a:pt x="3048426" y="138258"/>
                </a:lnTo>
                <a:lnTo>
                  <a:pt x="3058073" y="136636"/>
                </a:lnTo>
                <a:lnTo>
                  <a:pt x="3067720" y="135029"/>
                </a:lnTo>
                <a:lnTo>
                  <a:pt x="3077367" y="133437"/>
                </a:lnTo>
                <a:lnTo>
                  <a:pt x="3087014" y="131859"/>
                </a:lnTo>
                <a:lnTo>
                  <a:pt x="3096661" y="130296"/>
                </a:lnTo>
                <a:lnTo>
                  <a:pt x="3106308" y="128746"/>
                </a:lnTo>
                <a:lnTo>
                  <a:pt x="3115955" y="127211"/>
                </a:lnTo>
                <a:lnTo>
                  <a:pt x="3125602" y="125690"/>
                </a:lnTo>
                <a:lnTo>
                  <a:pt x="3135248" y="124183"/>
                </a:lnTo>
                <a:lnTo>
                  <a:pt x="3144895" y="122690"/>
                </a:lnTo>
                <a:lnTo>
                  <a:pt x="3154542" y="121211"/>
                </a:lnTo>
                <a:lnTo>
                  <a:pt x="3164189" y="119745"/>
                </a:lnTo>
                <a:lnTo>
                  <a:pt x="3173836" y="118293"/>
                </a:lnTo>
                <a:lnTo>
                  <a:pt x="3183483" y="116854"/>
                </a:lnTo>
                <a:lnTo>
                  <a:pt x="3193130" y="115428"/>
                </a:lnTo>
                <a:lnTo>
                  <a:pt x="3202777" y="114016"/>
                </a:lnTo>
                <a:lnTo>
                  <a:pt x="3212424" y="112617"/>
                </a:lnTo>
                <a:lnTo>
                  <a:pt x="3222071" y="111231"/>
                </a:lnTo>
                <a:lnTo>
                  <a:pt x="3231718" y="109857"/>
                </a:lnTo>
                <a:lnTo>
                  <a:pt x="3241365" y="108497"/>
                </a:lnTo>
                <a:lnTo>
                  <a:pt x="3251012" y="107150"/>
                </a:lnTo>
                <a:lnTo>
                  <a:pt x="3260658" y="105815"/>
                </a:lnTo>
                <a:lnTo>
                  <a:pt x="3270305" y="104492"/>
                </a:lnTo>
                <a:lnTo>
                  <a:pt x="3279952" y="103182"/>
                </a:lnTo>
                <a:lnTo>
                  <a:pt x="3289599" y="101885"/>
                </a:lnTo>
                <a:lnTo>
                  <a:pt x="3299246" y="100600"/>
                </a:lnTo>
                <a:lnTo>
                  <a:pt x="3308893" y="99327"/>
                </a:lnTo>
                <a:lnTo>
                  <a:pt x="3318540" y="98066"/>
                </a:lnTo>
                <a:lnTo>
                  <a:pt x="3328187" y="96817"/>
                </a:lnTo>
                <a:lnTo>
                  <a:pt x="3337834" y="95580"/>
                </a:lnTo>
                <a:lnTo>
                  <a:pt x="3347481" y="94355"/>
                </a:lnTo>
                <a:lnTo>
                  <a:pt x="3357128" y="93142"/>
                </a:lnTo>
                <a:lnTo>
                  <a:pt x="3366775" y="91940"/>
                </a:lnTo>
                <a:lnTo>
                  <a:pt x="3376421" y="90750"/>
                </a:lnTo>
                <a:lnTo>
                  <a:pt x="3386068" y="89571"/>
                </a:lnTo>
                <a:lnTo>
                  <a:pt x="3395715" y="88404"/>
                </a:lnTo>
                <a:lnTo>
                  <a:pt x="3405362" y="87248"/>
                </a:lnTo>
                <a:lnTo>
                  <a:pt x="3415009" y="86104"/>
                </a:lnTo>
                <a:lnTo>
                  <a:pt x="3424656" y="84970"/>
                </a:lnTo>
                <a:lnTo>
                  <a:pt x="3434303" y="83848"/>
                </a:lnTo>
                <a:lnTo>
                  <a:pt x="3443950" y="82736"/>
                </a:lnTo>
                <a:lnTo>
                  <a:pt x="3453597" y="81636"/>
                </a:lnTo>
                <a:lnTo>
                  <a:pt x="3463244" y="80546"/>
                </a:lnTo>
                <a:lnTo>
                  <a:pt x="3472891" y="79467"/>
                </a:lnTo>
                <a:lnTo>
                  <a:pt x="3482538" y="78398"/>
                </a:lnTo>
                <a:lnTo>
                  <a:pt x="3492185" y="77341"/>
                </a:lnTo>
                <a:lnTo>
                  <a:pt x="3501831" y="76293"/>
                </a:lnTo>
                <a:lnTo>
                  <a:pt x="3511478" y="75257"/>
                </a:lnTo>
                <a:lnTo>
                  <a:pt x="3521125" y="74230"/>
                </a:lnTo>
                <a:lnTo>
                  <a:pt x="3530772" y="73214"/>
                </a:lnTo>
                <a:lnTo>
                  <a:pt x="3540419" y="72208"/>
                </a:lnTo>
                <a:lnTo>
                  <a:pt x="3550066" y="71212"/>
                </a:lnTo>
                <a:lnTo>
                  <a:pt x="3559713" y="70226"/>
                </a:lnTo>
                <a:lnTo>
                  <a:pt x="3569360" y="69250"/>
                </a:lnTo>
                <a:lnTo>
                  <a:pt x="3579007" y="68284"/>
                </a:lnTo>
                <a:lnTo>
                  <a:pt x="3588654" y="67328"/>
                </a:lnTo>
                <a:lnTo>
                  <a:pt x="3598301" y="66381"/>
                </a:lnTo>
                <a:lnTo>
                  <a:pt x="3607948" y="65444"/>
                </a:lnTo>
                <a:lnTo>
                  <a:pt x="3617594" y="64517"/>
                </a:lnTo>
                <a:lnTo>
                  <a:pt x="3627241" y="63599"/>
                </a:lnTo>
                <a:lnTo>
                  <a:pt x="3636888" y="62691"/>
                </a:lnTo>
                <a:lnTo>
                  <a:pt x="3646535" y="61792"/>
                </a:lnTo>
                <a:lnTo>
                  <a:pt x="3656182" y="60902"/>
                </a:lnTo>
                <a:lnTo>
                  <a:pt x="3665829" y="60022"/>
                </a:lnTo>
                <a:lnTo>
                  <a:pt x="3675476" y="59151"/>
                </a:lnTo>
                <a:lnTo>
                  <a:pt x="3685123" y="58289"/>
                </a:lnTo>
                <a:lnTo>
                  <a:pt x="3694770" y="57435"/>
                </a:lnTo>
                <a:lnTo>
                  <a:pt x="3704417" y="56591"/>
                </a:lnTo>
                <a:lnTo>
                  <a:pt x="3714064" y="55756"/>
                </a:lnTo>
                <a:lnTo>
                  <a:pt x="3723711" y="54929"/>
                </a:lnTo>
                <a:lnTo>
                  <a:pt x="3733358" y="54112"/>
                </a:lnTo>
                <a:lnTo>
                  <a:pt x="3743004" y="53303"/>
                </a:lnTo>
                <a:lnTo>
                  <a:pt x="3752651" y="52502"/>
                </a:lnTo>
                <a:lnTo>
                  <a:pt x="3762298" y="51710"/>
                </a:lnTo>
                <a:lnTo>
                  <a:pt x="3771945" y="50927"/>
                </a:lnTo>
                <a:lnTo>
                  <a:pt x="3781592" y="50152"/>
                </a:lnTo>
                <a:lnTo>
                  <a:pt x="3791239" y="49385"/>
                </a:lnTo>
                <a:lnTo>
                  <a:pt x="3800886" y="48627"/>
                </a:lnTo>
                <a:lnTo>
                  <a:pt x="3810533" y="47877"/>
                </a:lnTo>
                <a:lnTo>
                  <a:pt x="3820180" y="47135"/>
                </a:lnTo>
                <a:lnTo>
                  <a:pt x="3829827" y="46401"/>
                </a:lnTo>
                <a:lnTo>
                  <a:pt x="3839474" y="45675"/>
                </a:lnTo>
                <a:lnTo>
                  <a:pt x="3849121" y="44957"/>
                </a:lnTo>
                <a:lnTo>
                  <a:pt x="3858767" y="44247"/>
                </a:lnTo>
                <a:lnTo>
                  <a:pt x="3868414" y="43545"/>
                </a:lnTo>
                <a:lnTo>
                  <a:pt x="3878061" y="42851"/>
                </a:lnTo>
                <a:lnTo>
                  <a:pt x="3887708" y="42165"/>
                </a:lnTo>
                <a:lnTo>
                  <a:pt x="3897355" y="41486"/>
                </a:lnTo>
                <a:lnTo>
                  <a:pt x="3907002" y="40815"/>
                </a:lnTo>
                <a:lnTo>
                  <a:pt x="3916649" y="40151"/>
                </a:lnTo>
                <a:lnTo>
                  <a:pt x="3926296" y="39495"/>
                </a:lnTo>
                <a:lnTo>
                  <a:pt x="3935943" y="38846"/>
                </a:lnTo>
                <a:lnTo>
                  <a:pt x="3945590" y="38205"/>
                </a:lnTo>
                <a:lnTo>
                  <a:pt x="3955237" y="37571"/>
                </a:lnTo>
                <a:lnTo>
                  <a:pt x="3964884" y="36944"/>
                </a:lnTo>
                <a:lnTo>
                  <a:pt x="3974531" y="36324"/>
                </a:lnTo>
                <a:lnTo>
                  <a:pt x="3984177" y="35712"/>
                </a:lnTo>
                <a:lnTo>
                  <a:pt x="3993824" y="35107"/>
                </a:lnTo>
                <a:lnTo>
                  <a:pt x="4003471" y="34509"/>
                </a:lnTo>
                <a:lnTo>
                  <a:pt x="4013118" y="33917"/>
                </a:lnTo>
                <a:lnTo>
                  <a:pt x="4022765" y="33333"/>
                </a:lnTo>
                <a:lnTo>
                  <a:pt x="4032412" y="32756"/>
                </a:lnTo>
                <a:lnTo>
                  <a:pt x="4042059" y="32185"/>
                </a:lnTo>
                <a:lnTo>
                  <a:pt x="4051706" y="31621"/>
                </a:lnTo>
                <a:lnTo>
                  <a:pt x="4061353" y="31064"/>
                </a:lnTo>
                <a:lnTo>
                  <a:pt x="4071000" y="30514"/>
                </a:lnTo>
                <a:lnTo>
                  <a:pt x="4080647" y="29970"/>
                </a:lnTo>
                <a:lnTo>
                  <a:pt x="4090294" y="29433"/>
                </a:lnTo>
                <a:lnTo>
                  <a:pt x="4099940" y="28902"/>
                </a:lnTo>
                <a:lnTo>
                  <a:pt x="4109587" y="28378"/>
                </a:lnTo>
                <a:lnTo>
                  <a:pt x="4119234" y="27860"/>
                </a:lnTo>
                <a:lnTo>
                  <a:pt x="4128881" y="27349"/>
                </a:lnTo>
                <a:lnTo>
                  <a:pt x="4138528" y="26844"/>
                </a:lnTo>
                <a:lnTo>
                  <a:pt x="4148175" y="26345"/>
                </a:lnTo>
                <a:lnTo>
                  <a:pt x="4157822" y="25853"/>
                </a:lnTo>
                <a:lnTo>
                  <a:pt x="4167469" y="25366"/>
                </a:lnTo>
                <a:lnTo>
                  <a:pt x="4177116" y="24886"/>
                </a:lnTo>
                <a:lnTo>
                  <a:pt x="4186763" y="24411"/>
                </a:lnTo>
                <a:lnTo>
                  <a:pt x="4196410" y="23943"/>
                </a:lnTo>
                <a:lnTo>
                  <a:pt x="4206057" y="23481"/>
                </a:lnTo>
                <a:lnTo>
                  <a:pt x="4215704" y="23025"/>
                </a:lnTo>
                <a:lnTo>
                  <a:pt x="4225350" y="22574"/>
                </a:lnTo>
                <a:lnTo>
                  <a:pt x="4234997" y="22130"/>
                </a:lnTo>
                <a:lnTo>
                  <a:pt x="4244644" y="21691"/>
                </a:lnTo>
                <a:lnTo>
                  <a:pt x="4254291" y="21258"/>
                </a:lnTo>
                <a:lnTo>
                  <a:pt x="4263938" y="20830"/>
                </a:lnTo>
                <a:lnTo>
                  <a:pt x="4273585" y="20409"/>
                </a:lnTo>
                <a:lnTo>
                  <a:pt x="4283232" y="19993"/>
                </a:lnTo>
                <a:lnTo>
                  <a:pt x="4292879" y="19582"/>
                </a:lnTo>
                <a:lnTo>
                  <a:pt x="4302526" y="19177"/>
                </a:lnTo>
                <a:lnTo>
                  <a:pt x="4312173" y="18778"/>
                </a:lnTo>
                <a:lnTo>
                  <a:pt x="4321820" y="18383"/>
                </a:lnTo>
                <a:lnTo>
                  <a:pt x="4331467" y="17995"/>
                </a:lnTo>
                <a:lnTo>
                  <a:pt x="4341113" y="17611"/>
                </a:lnTo>
                <a:lnTo>
                  <a:pt x="4350760" y="17233"/>
                </a:lnTo>
                <a:lnTo>
                  <a:pt x="4360407" y="16861"/>
                </a:lnTo>
                <a:lnTo>
                  <a:pt x="4370054" y="16493"/>
                </a:lnTo>
                <a:lnTo>
                  <a:pt x="4379701" y="16131"/>
                </a:lnTo>
                <a:lnTo>
                  <a:pt x="4389348" y="15773"/>
                </a:lnTo>
                <a:lnTo>
                  <a:pt x="4398995" y="15421"/>
                </a:lnTo>
                <a:lnTo>
                  <a:pt x="4408642" y="15074"/>
                </a:lnTo>
                <a:lnTo>
                  <a:pt x="4418289" y="14732"/>
                </a:lnTo>
                <a:lnTo>
                  <a:pt x="4427936" y="14395"/>
                </a:lnTo>
                <a:lnTo>
                  <a:pt x="4437583" y="14063"/>
                </a:lnTo>
                <a:lnTo>
                  <a:pt x="4447230" y="13735"/>
                </a:lnTo>
                <a:lnTo>
                  <a:pt x="4456877" y="13413"/>
                </a:lnTo>
                <a:lnTo>
                  <a:pt x="4466523" y="13095"/>
                </a:lnTo>
                <a:lnTo>
                  <a:pt x="4476170" y="12782"/>
                </a:lnTo>
                <a:lnTo>
                  <a:pt x="4485817" y="12474"/>
                </a:lnTo>
                <a:lnTo>
                  <a:pt x="4495464" y="12171"/>
                </a:lnTo>
                <a:lnTo>
                  <a:pt x="4505111" y="11872"/>
                </a:lnTo>
                <a:lnTo>
                  <a:pt x="4514758" y="11578"/>
                </a:lnTo>
                <a:lnTo>
                  <a:pt x="4524405" y="11288"/>
                </a:lnTo>
                <a:lnTo>
                  <a:pt x="4534052" y="11003"/>
                </a:lnTo>
                <a:lnTo>
                  <a:pt x="4543699" y="10723"/>
                </a:lnTo>
                <a:lnTo>
                  <a:pt x="4553346" y="10447"/>
                </a:lnTo>
                <a:lnTo>
                  <a:pt x="4562993" y="10175"/>
                </a:lnTo>
                <a:lnTo>
                  <a:pt x="4572640" y="9908"/>
                </a:lnTo>
                <a:lnTo>
                  <a:pt x="4582286" y="9645"/>
                </a:lnTo>
                <a:lnTo>
                  <a:pt x="4591933" y="9387"/>
                </a:lnTo>
                <a:lnTo>
                  <a:pt x="4601580" y="9133"/>
                </a:lnTo>
                <a:lnTo>
                  <a:pt x="4611227" y="8883"/>
                </a:lnTo>
                <a:lnTo>
                  <a:pt x="4620874" y="8637"/>
                </a:lnTo>
                <a:lnTo>
                  <a:pt x="4630521" y="8396"/>
                </a:lnTo>
                <a:lnTo>
                  <a:pt x="4640168" y="8158"/>
                </a:lnTo>
                <a:lnTo>
                  <a:pt x="4649815" y="7925"/>
                </a:lnTo>
                <a:lnTo>
                  <a:pt x="4659462" y="7696"/>
                </a:lnTo>
                <a:lnTo>
                  <a:pt x="4669109" y="7471"/>
                </a:lnTo>
                <a:lnTo>
                  <a:pt x="4678756" y="7250"/>
                </a:lnTo>
                <a:lnTo>
                  <a:pt x="4688403" y="7033"/>
                </a:lnTo>
                <a:lnTo>
                  <a:pt x="4698050" y="6820"/>
                </a:lnTo>
                <a:lnTo>
                  <a:pt x="4707696" y="6611"/>
                </a:lnTo>
                <a:lnTo>
                  <a:pt x="4717343" y="6405"/>
                </a:lnTo>
                <a:lnTo>
                  <a:pt x="4726990" y="6204"/>
                </a:lnTo>
                <a:lnTo>
                  <a:pt x="4736637" y="6006"/>
                </a:lnTo>
                <a:lnTo>
                  <a:pt x="4746284" y="5813"/>
                </a:lnTo>
                <a:lnTo>
                  <a:pt x="4755931" y="5622"/>
                </a:lnTo>
                <a:lnTo>
                  <a:pt x="4765578" y="5436"/>
                </a:lnTo>
                <a:lnTo>
                  <a:pt x="4775225" y="5254"/>
                </a:lnTo>
                <a:lnTo>
                  <a:pt x="4784872" y="5075"/>
                </a:lnTo>
                <a:lnTo>
                  <a:pt x="4794519" y="4899"/>
                </a:lnTo>
                <a:lnTo>
                  <a:pt x="4804166" y="4728"/>
                </a:lnTo>
                <a:lnTo>
                  <a:pt x="4813813" y="4560"/>
                </a:lnTo>
                <a:lnTo>
                  <a:pt x="4823459" y="4395"/>
                </a:lnTo>
                <a:lnTo>
                  <a:pt x="4833106" y="4234"/>
                </a:lnTo>
                <a:lnTo>
                  <a:pt x="4842753" y="4076"/>
                </a:lnTo>
                <a:lnTo>
                  <a:pt x="4852400" y="3922"/>
                </a:lnTo>
                <a:lnTo>
                  <a:pt x="4862047" y="3772"/>
                </a:lnTo>
                <a:lnTo>
                  <a:pt x="4871694" y="3624"/>
                </a:lnTo>
                <a:lnTo>
                  <a:pt x="4881341" y="3480"/>
                </a:lnTo>
                <a:lnTo>
                  <a:pt x="4890988" y="3340"/>
                </a:lnTo>
                <a:lnTo>
                  <a:pt x="4900635" y="3203"/>
                </a:lnTo>
                <a:lnTo>
                  <a:pt x="4910282" y="3069"/>
                </a:lnTo>
                <a:lnTo>
                  <a:pt x="4919929" y="2938"/>
                </a:lnTo>
                <a:lnTo>
                  <a:pt x="4929576" y="2811"/>
                </a:lnTo>
                <a:lnTo>
                  <a:pt x="4939223" y="2686"/>
                </a:lnTo>
                <a:lnTo>
                  <a:pt x="4948869" y="2565"/>
                </a:lnTo>
                <a:lnTo>
                  <a:pt x="4958516" y="2447"/>
                </a:lnTo>
                <a:lnTo>
                  <a:pt x="4968163" y="2333"/>
                </a:lnTo>
                <a:lnTo>
                  <a:pt x="4977810" y="2221"/>
                </a:lnTo>
                <a:lnTo>
                  <a:pt x="4987457" y="2112"/>
                </a:lnTo>
                <a:lnTo>
                  <a:pt x="4997104" y="2007"/>
                </a:lnTo>
                <a:lnTo>
                  <a:pt x="5006751" y="1904"/>
                </a:lnTo>
                <a:lnTo>
                  <a:pt x="5016398" y="1805"/>
                </a:lnTo>
                <a:lnTo>
                  <a:pt x="5026045" y="1708"/>
                </a:lnTo>
                <a:lnTo>
                  <a:pt x="5035692" y="1614"/>
                </a:lnTo>
                <a:lnTo>
                  <a:pt x="5045339" y="1524"/>
                </a:lnTo>
                <a:lnTo>
                  <a:pt x="5054986" y="1436"/>
                </a:lnTo>
                <a:lnTo>
                  <a:pt x="5064632" y="1351"/>
                </a:lnTo>
                <a:lnTo>
                  <a:pt x="5074279" y="1269"/>
                </a:lnTo>
                <a:lnTo>
                  <a:pt x="5083926" y="1189"/>
                </a:lnTo>
                <a:lnTo>
                  <a:pt x="5093573" y="1113"/>
                </a:lnTo>
                <a:lnTo>
                  <a:pt x="5103220" y="1039"/>
                </a:lnTo>
                <a:lnTo>
                  <a:pt x="5112867" y="968"/>
                </a:lnTo>
                <a:lnTo>
                  <a:pt x="5122514" y="900"/>
                </a:lnTo>
                <a:lnTo>
                  <a:pt x="5132161" y="834"/>
                </a:lnTo>
                <a:lnTo>
                  <a:pt x="5141808" y="771"/>
                </a:lnTo>
                <a:lnTo>
                  <a:pt x="5151455" y="711"/>
                </a:lnTo>
                <a:lnTo>
                  <a:pt x="5161102" y="653"/>
                </a:lnTo>
                <a:lnTo>
                  <a:pt x="5170749" y="598"/>
                </a:lnTo>
                <a:lnTo>
                  <a:pt x="5180396" y="546"/>
                </a:lnTo>
                <a:lnTo>
                  <a:pt x="5190042" y="496"/>
                </a:lnTo>
                <a:lnTo>
                  <a:pt x="5199689" y="448"/>
                </a:lnTo>
                <a:lnTo>
                  <a:pt x="5209336" y="403"/>
                </a:lnTo>
                <a:lnTo>
                  <a:pt x="5218983" y="361"/>
                </a:lnTo>
                <a:lnTo>
                  <a:pt x="5228630" y="321"/>
                </a:lnTo>
                <a:lnTo>
                  <a:pt x="5238277" y="284"/>
                </a:lnTo>
                <a:lnTo>
                  <a:pt x="5247924" y="249"/>
                </a:lnTo>
                <a:lnTo>
                  <a:pt x="5257571" y="216"/>
                </a:lnTo>
                <a:lnTo>
                  <a:pt x="5267218" y="186"/>
                </a:lnTo>
                <a:lnTo>
                  <a:pt x="5276865" y="158"/>
                </a:lnTo>
                <a:lnTo>
                  <a:pt x="5286512" y="132"/>
                </a:lnTo>
                <a:lnTo>
                  <a:pt x="5296159" y="109"/>
                </a:lnTo>
                <a:lnTo>
                  <a:pt x="5305805" y="88"/>
                </a:lnTo>
                <a:lnTo>
                  <a:pt x="5315452" y="69"/>
                </a:lnTo>
                <a:lnTo>
                  <a:pt x="5325099" y="53"/>
                </a:lnTo>
                <a:lnTo>
                  <a:pt x="5334746" y="39"/>
                </a:lnTo>
                <a:lnTo>
                  <a:pt x="5344393" y="27"/>
                </a:lnTo>
                <a:lnTo>
                  <a:pt x="5354040" y="17"/>
                </a:lnTo>
                <a:lnTo>
                  <a:pt x="5363687" y="9"/>
                </a:lnTo>
                <a:lnTo>
                  <a:pt x="5373334" y="4"/>
                </a:lnTo>
                <a:lnTo>
                  <a:pt x="5382981" y="1"/>
                </a:lnTo>
                <a:lnTo>
                  <a:pt x="5392628" y="0"/>
                </a:lnTo>
                <a:lnTo>
                  <a:pt x="5402275" y="1"/>
                </a:lnTo>
                <a:lnTo>
                  <a:pt x="5411922" y="4"/>
                </a:lnTo>
                <a:lnTo>
                  <a:pt x="5421569" y="9"/>
                </a:lnTo>
                <a:lnTo>
                  <a:pt x="5431215" y="16"/>
                </a:lnTo>
                <a:lnTo>
                  <a:pt x="5440862" y="25"/>
                </a:lnTo>
                <a:lnTo>
                  <a:pt x="5450509" y="36"/>
                </a:lnTo>
                <a:lnTo>
                  <a:pt x="5460156" y="49"/>
                </a:lnTo>
                <a:lnTo>
                  <a:pt x="5469803" y="64"/>
                </a:lnTo>
                <a:lnTo>
                  <a:pt x="5479450" y="81"/>
                </a:lnTo>
                <a:lnTo>
                  <a:pt x="5489097" y="100"/>
                </a:lnTo>
                <a:lnTo>
                  <a:pt x="5498744" y="121"/>
                </a:lnTo>
                <a:lnTo>
                  <a:pt x="5508391" y="144"/>
                </a:lnTo>
                <a:lnTo>
                  <a:pt x="5518038" y="168"/>
                </a:lnTo>
                <a:lnTo>
                  <a:pt x="5527685" y="195"/>
                </a:lnTo>
                <a:lnTo>
                  <a:pt x="5537332" y="223"/>
                </a:lnTo>
                <a:lnTo>
                  <a:pt x="5546978" y="253"/>
                </a:lnTo>
                <a:lnTo>
                  <a:pt x="5556625" y="285"/>
                </a:lnTo>
                <a:lnTo>
                  <a:pt x="5566272" y="319"/>
                </a:lnTo>
                <a:lnTo>
                  <a:pt x="5575919" y="355"/>
                </a:lnTo>
                <a:lnTo>
                  <a:pt x="5585566" y="392"/>
                </a:lnTo>
                <a:lnTo>
                  <a:pt x="5595213" y="431"/>
                </a:lnTo>
                <a:lnTo>
                  <a:pt x="5604860" y="472"/>
                </a:lnTo>
                <a:lnTo>
                  <a:pt x="5614507" y="514"/>
                </a:lnTo>
                <a:lnTo>
                  <a:pt x="5624154" y="558"/>
                </a:lnTo>
                <a:lnTo>
                  <a:pt x="5633801" y="604"/>
                </a:lnTo>
                <a:lnTo>
                  <a:pt x="5643448" y="652"/>
                </a:lnTo>
                <a:lnTo>
                  <a:pt x="5653095" y="701"/>
                </a:lnTo>
                <a:lnTo>
                  <a:pt x="5662742" y="751"/>
                </a:lnTo>
                <a:lnTo>
                  <a:pt x="5672388" y="804"/>
                </a:lnTo>
                <a:lnTo>
                  <a:pt x="5682035" y="858"/>
                </a:lnTo>
                <a:lnTo>
                  <a:pt x="5691682" y="913"/>
                </a:lnTo>
                <a:lnTo>
                  <a:pt x="5701329" y="970"/>
                </a:lnTo>
                <a:lnTo>
                  <a:pt x="5710976" y="1029"/>
                </a:lnTo>
                <a:lnTo>
                  <a:pt x="5720623" y="1089"/>
                </a:lnTo>
                <a:lnTo>
                  <a:pt x="5730270" y="1151"/>
                </a:lnTo>
                <a:lnTo>
                  <a:pt x="5739917" y="1214"/>
                </a:lnTo>
                <a:lnTo>
                  <a:pt x="5749564" y="1279"/>
                </a:lnTo>
                <a:lnTo>
                  <a:pt x="5759211" y="1345"/>
                </a:lnTo>
                <a:lnTo>
                  <a:pt x="5768858" y="1413"/>
                </a:lnTo>
                <a:lnTo>
                  <a:pt x="5778505" y="1482"/>
                </a:lnTo>
                <a:lnTo>
                  <a:pt x="5788151" y="1552"/>
                </a:lnTo>
              </a:path>
            </a:pathLst>
          </a:custGeom>
          <a:noFill/>
          <a:ln w="3302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896112" y="2797981"/>
            <a:ext cx="5788151" cy="2350091"/>
          </a:xfrm>
          <a:custGeom>
            <a:avLst/>
            <a:gdLst/>
            <a:ahLst/>
            <a:cxnLst/>
            <a:rect l="l" t="t" r="r" b="b"/>
            <a:pathLst>
              <a:path w="5788151" h="2350091">
                <a:moveTo>
                  <a:pt x="0" y="2350091"/>
                </a:moveTo>
                <a:lnTo>
                  <a:pt x="9646" y="2349621"/>
                </a:lnTo>
                <a:lnTo>
                  <a:pt x="19293" y="2348696"/>
                </a:lnTo>
                <a:lnTo>
                  <a:pt x="28940" y="2347332"/>
                </a:lnTo>
                <a:lnTo>
                  <a:pt x="38587" y="2345543"/>
                </a:lnTo>
                <a:lnTo>
                  <a:pt x="48234" y="2343342"/>
                </a:lnTo>
                <a:lnTo>
                  <a:pt x="57881" y="2340744"/>
                </a:lnTo>
                <a:lnTo>
                  <a:pt x="67528" y="2337762"/>
                </a:lnTo>
                <a:lnTo>
                  <a:pt x="77175" y="2334408"/>
                </a:lnTo>
                <a:lnTo>
                  <a:pt x="86822" y="2330695"/>
                </a:lnTo>
                <a:lnTo>
                  <a:pt x="96469" y="2326635"/>
                </a:lnTo>
                <a:lnTo>
                  <a:pt x="106116" y="2322239"/>
                </a:lnTo>
                <a:lnTo>
                  <a:pt x="115763" y="2317519"/>
                </a:lnTo>
                <a:lnTo>
                  <a:pt x="125409" y="2312486"/>
                </a:lnTo>
                <a:lnTo>
                  <a:pt x="135056" y="2307150"/>
                </a:lnTo>
                <a:lnTo>
                  <a:pt x="144703" y="2301522"/>
                </a:lnTo>
                <a:lnTo>
                  <a:pt x="154350" y="2295610"/>
                </a:lnTo>
                <a:lnTo>
                  <a:pt x="163997" y="2289427"/>
                </a:lnTo>
                <a:lnTo>
                  <a:pt x="173644" y="2282979"/>
                </a:lnTo>
                <a:lnTo>
                  <a:pt x="183291" y="2276278"/>
                </a:lnTo>
                <a:lnTo>
                  <a:pt x="192938" y="2269330"/>
                </a:lnTo>
                <a:lnTo>
                  <a:pt x="202585" y="2262146"/>
                </a:lnTo>
                <a:lnTo>
                  <a:pt x="212232" y="2254733"/>
                </a:lnTo>
                <a:lnTo>
                  <a:pt x="221879" y="2247099"/>
                </a:lnTo>
                <a:lnTo>
                  <a:pt x="231526" y="2239253"/>
                </a:lnTo>
                <a:lnTo>
                  <a:pt x="241173" y="2231201"/>
                </a:lnTo>
                <a:lnTo>
                  <a:pt x="250819" y="2222951"/>
                </a:lnTo>
                <a:lnTo>
                  <a:pt x="260466" y="2214510"/>
                </a:lnTo>
                <a:lnTo>
                  <a:pt x="270113" y="2205885"/>
                </a:lnTo>
                <a:lnTo>
                  <a:pt x="279760" y="2197083"/>
                </a:lnTo>
                <a:lnTo>
                  <a:pt x="289407" y="2188111"/>
                </a:lnTo>
                <a:lnTo>
                  <a:pt x="299054" y="2178974"/>
                </a:lnTo>
                <a:lnTo>
                  <a:pt x="308701" y="2169679"/>
                </a:lnTo>
                <a:lnTo>
                  <a:pt x="318348" y="2160231"/>
                </a:lnTo>
                <a:lnTo>
                  <a:pt x="327995" y="2150637"/>
                </a:lnTo>
                <a:lnTo>
                  <a:pt x="337642" y="2140902"/>
                </a:lnTo>
                <a:lnTo>
                  <a:pt x="347289" y="2131032"/>
                </a:lnTo>
                <a:lnTo>
                  <a:pt x="356936" y="2121032"/>
                </a:lnTo>
                <a:lnTo>
                  <a:pt x="366582" y="2110906"/>
                </a:lnTo>
                <a:lnTo>
                  <a:pt x="376229" y="2100661"/>
                </a:lnTo>
                <a:lnTo>
                  <a:pt x="385876" y="2090301"/>
                </a:lnTo>
                <a:lnTo>
                  <a:pt x="395523" y="2079830"/>
                </a:lnTo>
                <a:lnTo>
                  <a:pt x="405170" y="2069253"/>
                </a:lnTo>
                <a:lnTo>
                  <a:pt x="414817" y="2058575"/>
                </a:lnTo>
                <a:lnTo>
                  <a:pt x="424464" y="2047800"/>
                </a:lnTo>
                <a:lnTo>
                  <a:pt x="434111" y="2036931"/>
                </a:lnTo>
                <a:lnTo>
                  <a:pt x="443758" y="2025974"/>
                </a:lnTo>
                <a:lnTo>
                  <a:pt x="453405" y="2014933"/>
                </a:lnTo>
                <a:lnTo>
                  <a:pt x="463052" y="2003810"/>
                </a:lnTo>
                <a:lnTo>
                  <a:pt x="472699" y="1992610"/>
                </a:lnTo>
                <a:lnTo>
                  <a:pt x="482346" y="1981337"/>
                </a:lnTo>
                <a:lnTo>
                  <a:pt x="491992" y="1969993"/>
                </a:lnTo>
                <a:lnTo>
                  <a:pt x="501639" y="1958583"/>
                </a:lnTo>
                <a:lnTo>
                  <a:pt x="511286" y="1947109"/>
                </a:lnTo>
                <a:lnTo>
                  <a:pt x="520933" y="1935576"/>
                </a:lnTo>
                <a:lnTo>
                  <a:pt x="530580" y="1923986"/>
                </a:lnTo>
                <a:lnTo>
                  <a:pt x="540227" y="1912342"/>
                </a:lnTo>
                <a:lnTo>
                  <a:pt x="549874" y="1900647"/>
                </a:lnTo>
                <a:lnTo>
                  <a:pt x="559521" y="1888905"/>
                </a:lnTo>
                <a:lnTo>
                  <a:pt x="569168" y="1877117"/>
                </a:lnTo>
                <a:lnTo>
                  <a:pt x="578815" y="1865287"/>
                </a:lnTo>
                <a:lnTo>
                  <a:pt x="588462" y="1853418"/>
                </a:lnTo>
                <a:lnTo>
                  <a:pt x="598109" y="1841512"/>
                </a:lnTo>
                <a:lnTo>
                  <a:pt x="607755" y="1829571"/>
                </a:lnTo>
                <a:lnTo>
                  <a:pt x="617402" y="1817599"/>
                </a:lnTo>
                <a:lnTo>
                  <a:pt x="627049" y="1805597"/>
                </a:lnTo>
                <a:lnTo>
                  <a:pt x="636696" y="1793568"/>
                </a:lnTo>
                <a:lnTo>
                  <a:pt x="646343" y="1781514"/>
                </a:lnTo>
                <a:lnTo>
                  <a:pt x="655990" y="1769437"/>
                </a:lnTo>
                <a:lnTo>
                  <a:pt x="665637" y="1757340"/>
                </a:lnTo>
                <a:lnTo>
                  <a:pt x="675284" y="1745225"/>
                </a:lnTo>
                <a:lnTo>
                  <a:pt x="684931" y="1733093"/>
                </a:lnTo>
                <a:lnTo>
                  <a:pt x="694578" y="1720947"/>
                </a:lnTo>
                <a:lnTo>
                  <a:pt x="704225" y="1708789"/>
                </a:lnTo>
                <a:lnTo>
                  <a:pt x="713872" y="1696620"/>
                </a:lnTo>
                <a:lnTo>
                  <a:pt x="723519" y="1684443"/>
                </a:lnTo>
                <a:lnTo>
                  <a:pt x="733165" y="1672259"/>
                </a:lnTo>
                <a:lnTo>
                  <a:pt x="742812" y="1660070"/>
                </a:lnTo>
                <a:lnTo>
                  <a:pt x="752459" y="1647878"/>
                </a:lnTo>
                <a:lnTo>
                  <a:pt x="762106" y="1635684"/>
                </a:lnTo>
                <a:lnTo>
                  <a:pt x="771753" y="1623490"/>
                </a:lnTo>
                <a:lnTo>
                  <a:pt x="781400" y="1611297"/>
                </a:lnTo>
                <a:lnTo>
                  <a:pt x="791047" y="1599108"/>
                </a:lnTo>
                <a:lnTo>
                  <a:pt x="800694" y="1586924"/>
                </a:lnTo>
                <a:lnTo>
                  <a:pt x="810341" y="1574745"/>
                </a:lnTo>
                <a:lnTo>
                  <a:pt x="819988" y="1562575"/>
                </a:lnTo>
                <a:lnTo>
                  <a:pt x="829635" y="1550413"/>
                </a:lnTo>
                <a:lnTo>
                  <a:pt x="839282" y="1538261"/>
                </a:lnTo>
                <a:lnTo>
                  <a:pt x="848928" y="1526122"/>
                </a:lnTo>
                <a:lnTo>
                  <a:pt x="858575" y="1513995"/>
                </a:lnTo>
                <a:lnTo>
                  <a:pt x="868222" y="1501882"/>
                </a:lnTo>
                <a:lnTo>
                  <a:pt x="877869" y="1489785"/>
                </a:lnTo>
                <a:lnTo>
                  <a:pt x="887516" y="1477705"/>
                </a:lnTo>
                <a:lnTo>
                  <a:pt x="897163" y="1465643"/>
                </a:lnTo>
                <a:lnTo>
                  <a:pt x="906810" y="1453599"/>
                </a:lnTo>
                <a:lnTo>
                  <a:pt x="916457" y="1441576"/>
                </a:lnTo>
                <a:lnTo>
                  <a:pt x="926104" y="1429574"/>
                </a:lnTo>
                <a:lnTo>
                  <a:pt x="935751" y="1417595"/>
                </a:lnTo>
                <a:lnTo>
                  <a:pt x="945398" y="1405638"/>
                </a:lnTo>
                <a:lnTo>
                  <a:pt x="955045" y="1393707"/>
                </a:lnTo>
                <a:lnTo>
                  <a:pt x="964692" y="1381800"/>
                </a:lnTo>
                <a:lnTo>
                  <a:pt x="974338" y="1369920"/>
                </a:lnTo>
                <a:lnTo>
                  <a:pt x="983985" y="1358067"/>
                </a:lnTo>
                <a:lnTo>
                  <a:pt x="993632" y="1346243"/>
                </a:lnTo>
                <a:lnTo>
                  <a:pt x="1003279" y="1334447"/>
                </a:lnTo>
                <a:lnTo>
                  <a:pt x="1012926" y="1322682"/>
                </a:lnTo>
                <a:lnTo>
                  <a:pt x="1022573" y="1310948"/>
                </a:lnTo>
                <a:lnTo>
                  <a:pt x="1032220" y="1299245"/>
                </a:lnTo>
                <a:lnTo>
                  <a:pt x="1041867" y="1287575"/>
                </a:lnTo>
                <a:lnTo>
                  <a:pt x="1051514" y="1275938"/>
                </a:lnTo>
                <a:lnTo>
                  <a:pt x="1061161" y="1264335"/>
                </a:lnTo>
                <a:lnTo>
                  <a:pt x="1070808" y="1252768"/>
                </a:lnTo>
                <a:lnTo>
                  <a:pt x="1080455" y="1241236"/>
                </a:lnTo>
                <a:lnTo>
                  <a:pt x="1090101" y="1229740"/>
                </a:lnTo>
                <a:lnTo>
                  <a:pt x="1099748" y="1218281"/>
                </a:lnTo>
                <a:lnTo>
                  <a:pt x="1109395" y="1206861"/>
                </a:lnTo>
                <a:lnTo>
                  <a:pt x="1119042" y="1195478"/>
                </a:lnTo>
                <a:lnTo>
                  <a:pt x="1128689" y="1184135"/>
                </a:lnTo>
                <a:lnTo>
                  <a:pt x="1138336" y="1172832"/>
                </a:lnTo>
                <a:lnTo>
                  <a:pt x="1147983" y="1161569"/>
                </a:lnTo>
                <a:lnTo>
                  <a:pt x="1157630" y="1150347"/>
                </a:lnTo>
                <a:lnTo>
                  <a:pt x="1167277" y="1139167"/>
                </a:lnTo>
                <a:lnTo>
                  <a:pt x="1176924" y="1128029"/>
                </a:lnTo>
                <a:lnTo>
                  <a:pt x="1186571" y="1116934"/>
                </a:lnTo>
                <a:lnTo>
                  <a:pt x="1196218" y="1105882"/>
                </a:lnTo>
                <a:lnTo>
                  <a:pt x="1205865" y="1094874"/>
                </a:lnTo>
                <a:lnTo>
                  <a:pt x="1215511" y="1083910"/>
                </a:lnTo>
                <a:lnTo>
                  <a:pt x="1225158" y="1072992"/>
                </a:lnTo>
                <a:lnTo>
                  <a:pt x="1234805" y="1062119"/>
                </a:lnTo>
                <a:lnTo>
                  <a:pt x="1244452" y="1051292"/>
                </a:lnTo>
                <a:lnTo>
                  <a:pt x="1254099" y="1040512"/>
                </a:lnTo>
                <a:lnTo>
                  <a:pt x="1263746" y="1029778"/>
                </a:lnTo>
                <a:lnTo>
                  <a:pt x="1273393" y="1019092"/>
                </a:lnTo>
                <a:lnTo>
                  <a:pt x="1283040" y="1008454"/>
                </a:lnTo>
                <a:lnTo>
                  <a:pt x="1292687" y="997864"/>
                </a:lnTo>
                <a:lnTo>
                  <a:pt x="1302334" y="987322"/>
                </a:lnTo>
                <a:lnTo>
                  <a:pt x="1311981" y="976830"/>
                </a:lnTo>
                <a:lnTo>
                  <a:pt x="1321628" y="966388"/>
                </a:lnTo>
                <a:lnTo>
                  <a:pt x="1331274" y="955995"/>
                </a:lnTo>
                <a:lnTo>
                  <a:pt x="1340921" y="945653"/>
                </a:lnTo>
                <a:lnTo>
                  <a:pt x="1350568" y="935362"/>
                </a:lnTo>
                <a:lnTo>
                  <a:pt x="1360215" y="925121"/>
                </a:lnTo>
                <a:lnTo>
                  <a:pt x="1369862" y="914932"/>
                </a:lnTo>
                <a:lnTo>
                  <a:pt x="1379509" y="904795"/>
                </a:lnTo>
                <a:lnTo>
                  <a:pt x="1389156" y="894710"/>
                </a:lnTo>
                <a:lnTo>
                  <a:pt x="1398803" y="884677"/>
                </a:lnTo>
                <a:lnTo>
                  <a:pt x="1408450" y="874698"/>
                </a:lnTo>
                <a:lnTo>
                  <a:pt x="1418097" y="864771"/>
                </a:lnTo>
                <a:lnTo>
                  <a:pt x="1427744" y="854898"/>
                </a:lnTo>
                <a:lnTo>
                  <a:pt x="1437391" y="845078"/>
                </a:lnTo>
                <a:lnTo>
                  <a:pt x="1447038" y="835312"/>
                </a:lnTo>
                <a:lnTo>
                  <a:pt x="1456684" y="825601"/>
                </a:lnTo>
                <a:lnTo>
                  <a:pt x="1466331" y="815944"/>
                </a:lnTo>
                <a:lnTo>
                  <a:pt x="1475978" y="806342"/>
                </a:lnTo>
                <a:lnTo>
                  <a:pt x="1485625" y="796795"/>
                </a:lnTo>
                <a:lnTo>
                  <a:pt x="1495272" y="787304"/>
                </a:lnTo>
                <a:lnTo>
                  <a:pt x="1504919" y="777868"/>
                </a:lnTo>
                <a:lnTo>
                  <a:pt x="1514566" y="768487"/>
                </a:lnTo>
                <a:lnTo>
                  <a:pt x="1524213" y="759163"/>
                </a:lnTo>
                <a:lnTo>
                  <a:pt x="1533860" y="749895"/>
                </a:lnTo>
                <a:lnTo>
                  <a:pt x="1543507" y="740683"/>
                </a:lnTo>
                <a:lnTo>
                  <a:pt x="1553154" y="731528"/>
                </a:lnTo>
                <a:lnTo>
                  <a:pt x="1562801" y="722430"/>
                </a:lnTo>
                <a:lnTo>
                  <a:pt x="1572447" y="713389"/>
                </a:lnTo>
                <a:lnTo>
                  <a:pt x="1582094" y="704405"/>
                </a:lnTo>
                <a:lnTo>
                  <a:pt x="1591741" y="695478"/>
                </a:lnTo>
                <a:lnTo>
                  <a:pt x="1601388" y="686609"/>
                </a:lnTo>
                <a:lnTo>
                  <a:pt x="1611035" y="677798"/>
                </a:lnTo>
                <a:lnTo>
                  <a:pt x="1620682" y="669045"/>
                </a:lnTo>
                <a:lnTo>
                  <a:pt x="1630329" y="660349"/>
                </a:lnTo>
                <a:lnTo>
                  <a:pt x="1639976" y="651712"/>
                </a:lnTo>
                <a:lnTo>
                  <a:pt x="1649623" y="643133"/>
                </a:lnTo>
                <a:lnTo>
                  <a:pt x="1659270" y="634613"/>
                </a:lnTo>
                <a:lnTo>
                  <a:pt x="1668917" y="626151"/>
                </a:lnTo>
                <a:lnTo>
                  <a:pt x="1678564" y="617748"/>
                </a:lnTo>
                <a:lnTo>
                  <a:pt x="1688211" y="609403"/>
                </a:lnTo>
                <a:lnTo>
                  <a:pt x="1697857" y="601118"/>
                </a:lnTo>
                <a:lnTo>
                  <a:pt x="1707504" y="592892"/>
                </a:lnTo>
                <a:lnTo>
                  <a:pt x="1717151" y="584725"/>
                </a:lnTo>
                <a:lnTo>
                  <a:pt x="1726798" y="576617"/>
                </a:lnTo>
                <a:lnTo>
                  <a:pt x="1736445" y="568568"/>
                </a:lnTo>
                <a:lnTo>
                  <a:pt x="1746092" y="560579"/>
                </a:lnTo>
                <a:lnTo>
                  <a:pt x="1755739" y="552649"/>
                </a:lnTo>
                <a:lnTo>
                  <a:pt x="1765386" y="544779"/>
                </a:lnTo>
                <a:lnTo>
                  <a:pt x="1775033" y="536969"/>
                </a:lnTo>
                <a:lnTo>
                  <a:pt x="1784680" y="529218"/>
                </a:lnTo>
                <a:lnTo>
                  <a:pt x="1794327" y="521527"/>
                </a:lnTo>
                <a:lnTo>
                  <a:pt x="1803974" y="513895"/>
                </a:lnTo>
                <a:lnTo>
                  <a:pt x="1813620" y="506324"/>
                </a:lnTo>
                <a:lnTo>
                  <a:pt x="1823267" y="498812"/>
                </a:lnTo>
                <a:lnTo>
                  <a:pt x="1832914" y="491361"/>
                </a:lnTo>
                <a:lnTo>
                  <a:pt x="1842561" y="483969"/>
                </a:lnTo>
                <a:lnTo>
                  <a:pt x="1852208" y="476638"/>
                </a:lnTo>
                <a:lnTo>
                  <a:pt x="1861855" y="469366"/>
                </a:lnTo>
                <a:lnTo>
                  <a:pt x="1871502" y="462155"/>
                </a:lnTo>
                <a:lnTo>
                  <a:pt x="1881149" y="455003"/>
                </a:lnTo>
                <a:lnTo>
                  <a:pt x="1890796" y="447912"/>
                </a:lnTo>
                <a:lnTo>
                  <a:pt x="1900443" y="440881"/>
                </a:lnTo>
                <a:lnTo>
                  <a:pt x="1910090" y="433909"/>
                </a:lnTo>
                <a:lnTo>
                  <a:pt x="1919737" y="426998"/>
                </a:lnTo>
                <a:lnTo>
                  <a:pt x="1929384" y="420147"/>
                </a:lnTo>
                <a:lnTo>
                  <a:pt x="1939030" y="413356"/>
                </a:lnTo>
                <a:lnTo>
                  <a:pt x="1948677" y="406626"/>
                </a:lnTo>
                <a:lnTo>
                  <a:pt x="1958324" y="399955"/>
                </a:lnTo>
                <a:lnTo>
                  <a:pt x="1967971" y="393344"/>
                </a:lnTo>
                <a:lnTo>
                  <a:pt x="1977618" y="386793"/>
                </a:lnTo>
                <a:lnTo>
                  <a:pt x="1987265" y="380303"/>
                </a:lnTo>
                <a:lnTo>
                  <a:pt x="1996912" y="373872"/>
                </a:lnTo>
                <a:lnTo>
                  <a:pt x="2006559" y="367501"/>
                </a:lnTo>
                <a:lnTo>
                  <a:pt x="2016206" y="361190"/>
                </a:lnTo>
                <a:lnTo>
                  <a:pt x="2025853" y="354938"/>
                </a:lnTo>
                <a:lnTo>
                  <a:pt x="2035500" y="348747"/>
                </a:lnTo>
                <a:lnTo>
                  <a:pt x="2045147" y="342615"/>
                </a:lnTo>
                <a:lnTo>
                  <a:pt x="2054793" y="336543"/>
                </a:lnTo>
                <a:lnTo>
                  <a:pt x="2064440" y="330531"/>
                </a:lnTo>
                <a:lnTo>
                  <a:pt x="2074087" y="324578"/>
                </a:lnTo>
                <a:lnTo>
                  <a:pt x="2083734" y="318684"/>
                </a:lnTo>
                <a:lnTo>
                  <a:pt x="2093381" y="312850"/>
                </a:lnTo>
                <a:lnTo>
                  <a:pt x="2103028" y="307076"/>
                </a:lnTo>
                <a:lnTo>
                  <a:pt x="2112675" y="301360"/>
                </a:lnTo>
                <a:lnTo>
                  <a:pt x="2122322" y="295704"/>
                </a:lnTo>
                <a:lnTo>
                  <a:pt x="2131969" y="290107"/>
                </a:lnTo>
                <a:lnTo>
                  <a:pt x="2141616" y="284569"/>
                </a:lnTo>
                <a:lnTo>
                  <a:pt x="2151263" y="279089"/>
                </a:lnTo>
                <a:lnTo>
                  <a:pt x="2160910" y="273669"/>
                </a:lnTo>
                <a:lnTo>
                  <a:pt x="2170556" y="268308"/>
                </a:lnTo>
                <a:lnTo>
                  <a:pt x="2180203" y="263005"/>
                </a:lnTo>
                <a:lnTo>
                  <a:pt x="2189850" y="257760"/>
                </a:lnTo>
                <a:lnTo>
                  <a:pt x="2199497" y="252574"/>
                </a:lnTo>
                <a:lnTo>
                  <a:pt x="2209144" y="247447"/>
                </a:lnTo>
                <a:lnTo>
                  <a:pt x="2218791" y="242377"/>
                </a:lnTo>
                <a:lnTo>
                  <a:pt x="2228438" y="237366"/>
                </a:lnTo>
                <a:lnTo>
                  <a:pt x="2238085" y="232412"/>
                </a:lnTo>
                <a:lnTo>
                  <a:pt x="2247732" y="227517"/>
                </a:lnTo>
                <a:lnTo>
                  <a:pt x="2257379" y="222679"/>
                </a:lnTo>
                <a:lnTo>
                  <a:pt x="2267026" y="217899"/>
                </a:lnTo>
                <a:lnTo>
                  <a:pt x="2276673" y="213177"/>
                </a:lnTo>
                <a:lnTo>
                  <a:pt x="2286320" y="208512"/>
                </a:lnTo>
                <a:lnTo>
                  <a:pt x="2295966" y="203904"/>
                </a:lnTo>
                <a:lnTo>
                  <a:pt x="2305613" y="199353"/>
                </a:lnTo>
                <a:lnTo>
                  <a:pt x="2315260" y="194859"/>
                </a:lnTo>
                <a:lnTo>
                  <a:pt x="2324907" y="190422"/>
                </a:lnTo>
                <a:lnTo>
                  <a:pt x="2334554" y="186041"/>
                </a:lnTo>
                <a:lnTo>
                  <a:pt x="2344201" y="181718"/>
                </a:lnTo>
                <a:lnTo>
                  <a:pt x="2353848" y="177450"/>
                </a:lnTo>
                <a:lnTo>
                  <a:pt x="2363495" y="173239"/>
                </a:lnTo>
                <a:lnTo>
                  <a:pt x="2373142" y="169084"/>
                </a:lnTo>
                <a:lnTo>
                  <a:pt x="2382789" y="164985"/>
                </a:lnTo>
                <a:lnTo>
                  <a:pt x="2392436" y="160941"/>
                </a:lnTo>
                <a:lnTo>
                  <a:pt x="2402083" y="156953"/>
                </a:lnTo>
                <a:lnTo>
                  <a:pt x="2411729" y="153021"/>
                </a:lnTo>
                <a:lnTo>
                  <a:pt x="2421376" y="149144"/>
                </a:lnTo>
                <a:lnTo>
                  <a:pt x="2431023" y="145322"/>
                </a:lnTo>
                <a:lnTo>
                  <a:pt x="2440670" y="141555"/>
                </a:lnTo>
                <a:lnTo>
                  <a:pt x="2450317" y="137843"/>
                </a:lnTo>
                <a:lnTo>
                  <a:pt x="2459964" y="134185"/>
                </a:lnTo>
                <a:lnTo>
                  <a:pt x="2469611" y="130582"/>
                </a:lnTo>
                <a:lnTo>
                  <a:pt x="2479258" y="127033"/>
                </a:lnTo>
                <a:lnTo>
                  <a:pt x="2488905" y="123538"/>
                </a:lnTo>
                <a:lnTo>
                  <a:pt x="2498552" y="120097"/>
                </a:lnTo>
                <a:lnTo>
                  <a:pt x="2508199" y="116710"/>
                </a:lnTo>
                <a:lnTo>
                  <a:pt x="2517846" y="113376"/>
                </a:lnTo>
                <a:lnTo>
                  <a:pt x="2527493" y="110096"/>
                </a:lnTo>
                <a:lnTo>
                  <a:pt x="2537139" y="106868"/>
                </a:lnTo>
                <a:lnTo>
                  <a:pt x="2546786" y="103694"/>
                </a:lnTo>
                <a:lnTo>
                  <a:pt x="2556433" y="100573"/>
                </a:lnTo>
                <a:lnTo>
                  <a:pt x="2566080" y="97503"/>
                </a:lnTo>
                <a:lnTo>
                  <a:pt x="2575727" y="94487"/>
                </a:lnTo>
                <a:lnTo>
                  <a:pt x="2585374" y="91522"/>
                </a:lnTo>
                <a:lnTo>
                  <a:pt x="2595021" y="88610"/>
                </a:lnTo>
                <a:lnTo>
                  <a:pt x="2604668" y="85749"/>
                </a:lnTo>
                <a:lnTo>
                  <a:pt x="2614315" y="82940"/>
                </a:lnTo>
                <a:lnTo>
                  <a:pt x="2623962" y="80182"/>
                </a:lnTo>
                <a:lnTo>
                  <a:pt x="2633609" y="77475"/>
                </a:lnTo>
                <a:lnTo>
                  <a:pt x="2643256" y="74820"/>
                </a:lnTo>
                <a:lnTo>
                  <a:pt x="2652902" y="72215"/>
                </a:lnTo>
                <a:lnTo>
                  <a:pt x="2662549" y="69660"/>
                </a:lnTo>
                <a:lnTo>
                  <a:pt x="2672196" y="67156"/>
                </a:lnTo>
                <a:lnTo>
                  <a:pt x="2681843" y="64702"/>
                </a:lnTo>
                <a:lnTo>
                  <a:pt x="2691490" y="62298"/>
                </a:lnTo>
                <a:lnTo>
                  <a:pt x="2701137" y="59943"/>
                </a:lnTo>
                <a:lnTo>
                  <a:pt x="2710784" y="57638"/>
                </a:lnTo>
                <a:lnTo>
                  <a:pt x="2720431" y="55382"/>
                </a:lnTo>
                <a:lnTo>
                  <a:pt x="2730078" y="53175"/>
                </a:lnTo>
                <a:lnTo>
                  <a:pt x="2739725" y="51017"/>
                </a:lnTo>
                <a:lnTo>
                  <a:pt x="2749372" y="48907"/>
                </a:lnTo>
                <a:lnTo>
                  <a:pt x="2759019" y="46846"/>
                </a:lnTo>
                <a:lnTo>
                  <a:pt x="2768666" y="44832"/>
                </a:lnTo>
                <a:lnTo>
                  <a:pt x="2778312" y="42867"/>
                </a:lnTo>
                <a:lnTo>
                  <a:pt x="2787959" y="40949"/>
                </a:lnTo>
                <a:lnTo>
                  <a:pt x="2797606" y="39079"/>
                </a:lnTo>
                <a:lnTo>
                  <a:pt x="2807253" y="37256"/>
                </a:lnTo>
                <a:lnTo>
                  <a:pt x="2816900" y="35479"/>
                </a:lnTo>
                <a:lnTo>
                  <a:pt x="2826547" y="33750"/>
                </a:lnTo>
                <a:lnTo>
                  <a:pt x="2836194" y="32066"/>
                </a:lnTo>
                <a:lnTo>
                  <a:pt x="2845841" y="30429"/>
                </a:lnTo>
                <a:lnTo>
                  <a:pt x="2855488" y="28838"/>
                </a:lnTo>
                <a:lnTo>
                  <a:pt x="2865135" y="27293"/>
                </a:lnTo>
                <a:lnTo>
                  <a:pt x="2874782" y="25793"/>
                </a:lnTo>
                <a:lnTo>
                  <a:pt x="2884429" y="24339"/>
                </a:lnTo>
                <a:lnTo>
                  <a:pt x="2894075" y="22929"/>
                </a:lnTo>
                <a:lnTo>
                  <a:pt x="2903722" y="21565"/>
                </a:lnTo>
                <a:lnTo>
                  <a:pt x="2913369" y="20245"/>
                </a:lnTo>
                <a:lnTo>
                  <a:pt x="2923016" y="18969"/>
                </a:lnTo>
                <a:lnTo>
                  <a:pt x="2932663" y="17737"/>
                </a:lnTo>
                <a:lnTo>
                  <a:pt x="2942310" y="16549"/>
                </a:lnTo>
                <a:lnTo>
                  <a:pt x="2951957" y="15404"/>
                </a:lnTo>
                <a:lnTo>
                  <a:pt x="2961604" y="14303"/>
                </a:lnTo>
                <a:lnTo>
                  <a:pt x="2971251" y="13244"/>
                </a:lnTo>
                <a:lnTo>
                  <a:pt x="2980898" y="12229"/>
                </a:lnTo>
                <a:lnTo>
                  <a:pt x="2990545" y="11256"/>
                </a:lnTo>
                <a:lnTo>
                  <a:pt x="3000192" y="10325"/>
                </a:lnTo>
                <a:lnTo>
                  <a:pt x="3009839" y="9437"/>
                </a:lnTo>
                <a:lnTo>
                  <a:pt x="3019485" y="8590"/>
                </a:lnTo>
                <a:lnTo>
                  <a:pt x="3029132" y="7785"/>
                </a:lnTo>
                <a:lnTo>
                  <a:pt x="3038779" y="7021"/>
                </a:lnTo>
                <a:lnTo>
                  <a:pt x="3048426" y="6298"/>
                </a:lnTo>
                <a:lnTo>
                  <a:pt x="3058073" y="5615"/>
                </a:lnTo>
                <a:lnTo>
                  <a:pt x="3067720" y="4973"/>
                </a:lnTo>
                <a:lnTo>
                  <a:pt x="3077367" y="4372"/>
                </a:lnTo>
                <a:lnTo>
                  <a:pt x="3087014" y="3810"/>
                </a:lnTo>
                <a:lnTo>
                  <a:pt x="3096661" y="3288"/>
                </a:lnTo>
                <a:lnTo>
                  <a:pt x="3106308" y="2806"/>
                </a:lnTo>
                <a:lnTo>
                  <a:pt x="3115955" y="2363"/>
                </a:lnTo>
                <a:lnTo>
                  <a:pt x="3125602" y="1959"/>
                </a:lnTo>
                <a:lnTo>
                  <a:pt x="3135248" y="1593"/>
                </a:lnTo>
                <a:lnTo>
                  <a:pt x="3144895" y="1266"/>
                </a:lnTo>
                <a:lnTo>
                  <a:pt x="3154542" y="977"/>
                </a:lnTo>
                <a:lnTo>
                  <a:pt x="3164189" y="726"/>
                </a:lnTo>
                <a:lnTo>
                  <a:pt x="3173836" y="512"/>
                </a:lnTo>
                <a:lnTo>
                  <a:pt x="3183483" y="336"/>
                </a:lnTo>
                <a:lnTo>
                  <a:pt x="3193130" y="197"/>
                </a:lnTo>
                <a:lnTo>
                  <a:pt x="3202777" y="95"/>
                </a:lnTo>
                <a:lnTo>
                  <a:pt x="3212424" y="30"/>
                </a:lnTo>
                <a:lnTo>
                  <a:pt x="3222071" y="0"/>
                </a:lnTo>
                <a:lnTo>
                  <a:pt x="3231718" y="7"/>
                </a:lnTo>
                <a:lnTo>
                  <a:pt x="3241365" y="50"/>
                </a:lnTo>
                <a:lnTo>
                  <a:pt x="3251012" y="128"/>
                </a:lnTo>
                <a:lnTo>
                  <a:pt x="3260658" y="241"/>
                </a:lnTo>
                <a:lnTo>
                  <a:pt x="3270305" y="390"/>
                </a:lnTo>
                <a:lnTo>
                  <a:pt x="3279952" y="573"/>
                </a:lnTo>
                <a:lnTo>
                  <a:pt x="3289599" y="791"/>
                </a:lnTo>
                <a:lnTo>
                  <a:pt x="3299246" y="1042"/>
                </a:lnTo>
                <a:lnTo>
                  <a:pt x="3308893" y="1328"/>
                </a:lnTo>
                <a:lnTo>
                  <a:pt x="3318540" y="1648"/>
                </a:lnTo>
                <a:lnTo>
                  <a:pt x="3328187" y="2000"/>
                </a:lnTo>
                <a:lnTo>
                  <a:pt x="3337834" y="2386"/>
                </a:lnTo>
                <a:lnTo>
                  <a:pt x="3347481" y="2805"/>
                </a:lnTo>
                <a:lnTo>
                  <a:pt x="3357128" y="3256"/>
                </a:lnTo>
                <a:lnTo>
                  <a:pt x="3366775" y="3740"/>
                </a:lnTo>
                <a:lnTo>
                  <a:pt x="3376421" y="4256"/>
                </a:lnTo>
                <a:lnTo>
                  <a:pt x="3386068" y="4804"/>
                </a:lnTo>
                <a:lnTo>
                  <a:pt x="3395715" y="5383"/>
                </a:lnTo>
                <a:lnTo>
                  <a:pt x="3405362" y="5993"/>
                </a:lnTo>
                <a:lnTo>
                  <a:pt x="3415009" y="6635"/>
                </a:lnTo>
                <a:lnTo>
                  <a:pt x="3424656" y="7307"/>
                </a:lnTo>
                <a:lnTo>
                  <a:pt x="3434303" y="8009"/>
                </a:lnTo>
                <a:lnTo>
                  <a:pt x="3443950" y="8742"/>
                </a:lnTo>
                <a:lnTo>
                  <a:pt x="3453597" y="9505"/>
                </a:lnTo>
                <a:lnTo>
                  <a:pt x="3463244" y="10298"/>
                </a:lnTo>
                <a:lnTo>
                  <a:pt x="3472891" y="11119"/>
                </a:lnTo>
                <a:lnTo>
                  <a:pt x="3482538" y="11970"/>
                </a:lnTo>
                <a:lnTo>
                  <a:pt x="3492185" y="12850"/>
                </a:lnTo>
                <a:lnTo>
                  <a:pt x="3501831" y="13759"/>
                </a:lnTo>
                <a:lnTo>
                  <a:pt x="3511478" y="14696"/>
                </a:lnTo>
                <a:lnTo>
                  <a:pt x="3521125" y="15661"/>
                </a:lnTo>
                <a:lnTo>
                  <a:pt x="3530772" y="16653"/>
                </a:lnTo>
                <a:lnTo>
                  <a:pt x="3540419" y="17674"/>
                </a:lnTo>
                <a:lnTo>
                  <a:pt x="3550066" y="18721"/>
                </a:lnTo>
                <a:lnTo>
                  <a:pt x="3559713" y="19796"/>
                </a:lnTo>
                <a:lnTo>
                  <a:pt x="3569360" y="20897"/>
                </a:lnTo>
                <a:lnTo>
                  <a:pt x="3579007" y="22025"/>
                </a:lnTo>
                <a:lnTo>
                  <a:pt x="3588654" y="23179"/>
                </a:lnTo>
                <a:lnTo>
                  <a:pt x="3598301" y="24360"/>
                </a:lnTo>
                <a:lnTo>
                  <a:pt x="3607948" y="25565"/>
                </a:lnTo>
                <a:lnTo>
                  <a:pt x="3617594" y="26797"/>
                </a:lnTo>
                <a:lnTo>
                  <a:pt x="3627241" y="28053"/>
                </a:lnTo>
                <a:lnTo>
                  <a:pt x="3636888" y="29335"/>
                </a:lnTo>
                <a:lnTo>
                  <a:pt x="3646535" y="30641"/>
                </a:lnTo>
                <a:lnTo>
                  <a:pt x="3656182" y="31971"/>
                </a:lnTo>
                <a:lnTo>
                  <a:pt x="3665829" y="33326"/>
                </a:lnTo>
                <a:lnTo>
                  <a:pt x="3675476" y="34704"/>
                </a:lnTo>
                <a:lnTo>
                  <a:pt x="3685123" y="36106"/>
                </a:lnTo>
                <a:lnTo>
                  <a:pt x="3694770" y="37532"/>
                </a:lnTo>
                <a:lnTo>
                  <a:pt x="3704417" y="38981"/>
                </a:lnTo>
                <a:lnTo>
                  <a:pt x="3714064" y="40452"/>
                </a:lnTo>
                <a:lnTo>
                  <a:pt x="3723711" y="41946"/>
                </a:lnTo>
                <a:lnTo>
                  <a:pt x="3733358" y="43463"/>
                </a:lnTo>
                <a:lnTo>
                  <a:pt x="3743004" y="45001"/>
                </a:lnTo>
                <a:lnTo>
                  <a:pt x="3752651" y="46562"/>
                </a:lnTo>
                <a:lnTo>
                  <a:pt x="3762298" y="48144"/>
                </a:lnTo>
                <a:lnTo>
                  <a:pt x="3771945" y="49747"/>
                </a:lnTo>
                <a:lnTo>
                  <a:pt x="3781592" y="51371"/>
                </a:lnTo>
                <a:lnTo>
                  <a:pt x="3791239" y="53016"/>
                </a:lnTo>
                <a:lnTo>
                  <a:pt x="3800886" y="54682"/>
                </a:lnTo>
                <a:lnTo>
                  <a:pt x="3810533" y="56368"/>
                </a:lnTo>
                <a:lnTo>
                  <a:pt x="3820180" y="58074"/>
                </a:lnTo>
                <a:lnTo>
                  <a:pt x="3829827" y="59800"/>
                </a:lnTo>
                <a:lnTo>
                  <a:pt x="3839474" y="61546"/>
                </a:lnTo>
                <a:lnTo>
                  <a:pt x="3849121" y="63310"/>
                </a:lnTo>
                <a:lnTo>
                  <a:pt x="3858767" y="65094"/>
                </a:lnTo>
                <a:lnTo>
                  <a:pt x="3868414" y="66897"/>
                </a:lnTo>
                <a:lnTo>
                  <a:pt x="3878061" y="68718"/>
                </a:lnTo>
                <a:lnTo>
                  <a:pt x="3887708" y="70558"/>
                </a:lnTo>
                <a:lnTo>
                  <a:pt x="3897355" y="72415"/>
                </a:lnTo>
                <a:lnTo>
                  <a:pt x="3907002" y="74291"/>
                </a:lnTo>
                <a:lnTo>
                  <a:pt x="3916649" y="76184"/>
                </a:lnTo>
                <a:lnTo>
                  <a:pt x="3926296" y="78094"/>
                </a:lnTo>
                <a:lnTo>
                  <a:pt x="3935943" y="80022"/>
                </a:lnTo>
                <a:lnTo>
                  <a:pt x="3945590" y="81966"/>
                </a:lnTo>
                <a:lnTo>
                  <a:pt x="3955237" y="83927"/>
                </a:lnTo>
                <a:lnTo>
                  <a:pt x="3964884" y="85904"/>
                </a:lnTo>
                <a:lnTo>
                  <a:pt x="3974531" y="87898"/>
                </a:lnTo>
                <a:lnTo>
                  <a:pt x="3984177" y="89907"/>
                </a:lnTo>
                <a:lnTo>
                  <a:pt x="3993824" y="91932"/>
                </a:lnTo>
                <a:lnTo>
                  <a:pt x="4003471" y="93972"/>
                </a:lnTo>
                <a:lnTo>
                  <a:pt x="4013118" y="96028"/>
                </a:lnTo>
                <a:lnTo>
                  <a:pt x="4022765" y="98098"/>
                </a:lnTo>
                <a:lnTo>
                  <a:pt x="4032412" y="100184"/>
                </a:lnTo>
                <a:lnTo>
                  <a:pt x="4042059" y="102283"/>
                </a:lnTo>
                <a:lnTo>
                  <a:pt x="4051706" y="104397"/>
                </a:lnTo>
                <a:lnTo>
                  <a:pt x="4061353" y="106525"/>
                </a:lnTo>
                <a:lnTo>
                  <a:pt x="4071000" y="108667"/>
                </a:lnTo>
                <a:lnTo>
                  <a:pt x="4080647" y="110822"/>
                </a:lnTo>
                <a:lnTo>
                  <a:pt x="4090294" y="112991"/>
                </a:lnTo>
                <a:lnTo>
                  <a:pt x="4099940" y="115173"/>
                </a:lnTo>
                <a:lnTo>
                  <a:pt x="4109587" y="117367"/>
                </a:lnTo>
                <a:lnTo>
                  <a:pt x="4119234" y="119574"/>
                </a:lnTo>
                <a:lnTo>
                  <a:pt x="4128881" y="121794"/>
                </a:lnTo>
                <a:lnTo>
                  <a:pt x="4138528" y="124026"/>
                </a:lnTo>
                <a:lnTo>
                  <a:pt x="4148175" y="126269"/>
                </a:lnTo>
                <a:lnTo>
                  <a:pt x="4157822" y="128525"/>
                </a:lnTo>
                <a:lnTo>
                  <a:pt x="4167469" y="130792"/>
                </a:lnTo>
                <a:lnTo>
                  <a:pt x="4177116" y="133070"/>
                </a:lnTo>
                <a:lnTo>
                  <a:pt x="4186763" y="135359"/>
                </a:lnTo>
                <a:lnTo>
                  <a:pt x="4196410" y="137659"/>
                </a:lnTo>
                <a:lnTo>
                  <a:pt x="4206057" y="139970"/>
                </a:lnTo>
                <a:lnTo>
                  <a:pt x="4215704" y="142291"/>
                </a:lnTo>
                <a:lnTo>
                  <a:pt x="4225350" y="144622"/>
                </a:lnTo>
                <a:lnTo>
                  <a:pt x="4234997" y="146964"/>
                </a:lnTo>
                <a:lnTo>
                  <a:pt x="4244644" y="149315"/>
                </a:lnTo>
                <a:lnTo>
                  <a:pt x="4254291" y="151675"/>
                </a:lnTo>
                <a:lnTo>
                  <a:pt x="4263938" y="154045"/>
                </a:lnTo>
                <a:lnTo>
                  <a:pt x="4273585" y="156424"/>
                </a:lnTo>
                <a:lnTo>
                  <a:pt x="4283232" y="158812"/>
                </a:lnTo>
                <a:lnTo>
                  <a:pt x="4292879" y="161209"/>
                </a:lnTo>
                <a:lnTo>
                  <a:pt x="4302526" y="163614"/>
                </a:lnTo>
                <a:lnTo>
                  <a:pt x="4312173" y="166027"/>
                </a:lnTo>
                <a:lnTo>
                  <a:pt x="4321820" y="168449"/>
                </a:lnTo>
                <a:lnTo>
                  <a:pt x="4331467" y="170878"/>
                </a:lnTo>
                <a:lnTo>
                  <a:pt x="4341113" y="173315"/>
                </a:lnTo>
                <a:lnTo>
                  <a:pt x="4350760" y="175759"/>
                </a:lnTo>
                <a:lnTo>
                  <a:pt x="4360407" y="178211"/>
                </a:lnTo>
                <a:lnTo>
                  <a:pt x="4370054" y="180670"/>
                </a:lnTo>
                <a:lnTo>
                  <a:pt x="4379701" y="183135"/>
                </a:lnTo>
                <a:lnTo>
                  <a:pt x="4389348" y="185607"/>
                </a:lnTo>
                <a:lnTo>
                  <a:pt x="4398995" y="188086"/>
                </a:lnTo>
                <a:lnTo>
                  <a:pt x="4408642" y="190571"/>
                </a:lnTo>
                <a:lnTo>
                  <a:pt x="4418289" y="193062"/>
                </a:lnTo>
                <a:lnTo>
                  <a:pt x="4427936" y="195558"/>
                </a:lnTo>
                <a:lnTo>
                  <a:pt x="4437583" y="198061"/>
                </a:lnTo>
                <a:lnTo>
                  <a:pt x="4447230" y="200569"/>
                </a:lnTo>
                <a:lnTo>
                  <a:pt x="4456877" y="203082"/>
                </a:lnTo>
                <a:lnTo>
                  <a:pt x="4466523" y="205600"/>
                </a:lnTo>
                <a:lnTo>
                  <a:pt x="4476170" y="208123"/>
                </a:lnTo>
                <a:lnTo>
                  <a:pt x="4485817" y="210651"/>
                </a:lnTo>
                <a:lnTo>
                  <a:pt x="4495464" y="213184"/>
                </a:lnTo>
                <a:lnTo>
                  <a:pt x="4505111" y="215720"/>
                </a:lnTo>
                <a:lnTo>
                  <a:pt x="4514758" y="218261"/>
                </a:lnTo>
                <a:lnTo>
                  <a:pt x="4524405" y="220806"/>
                </a:lnTo>
                <a:lnTo>
                  <a:pt x="4534052" y="223355"/>
                </a:lnTo>
                <a:lnTo>
                  <a:pt x="4543699" y="225907"/>
                </a:lnTo>
                <a:lnTo>
                  <a:pt x="4553346" y="228463"/>
                </a:lnTo>
                <a:lnTo>
                  <a:pt x="4562993" y="231021"/>
                </a:lnTo>
                <a:lnTo>
                  <a:pt x="4572640" y="233583"/>
                </a:lnTo>
                <a:lnTo>
                  <a:pt x="4582286" y="236148"/>
                </a:lnTo>
                <a:lnTo>
                  <a:pt x="4591933" y="238715"/>
                </a:lnTo>
                <a:lnTo>
                  <a:pt x="4601580" y="241285"/>
                </a:lnTo>
                <a:lnTo>
                  <a:pt x="4611227" y="243858"/>
                </a:lnTo>
                <a:lnTo>
                  <a:pt x="4620874" y="246432"/>
                </a:lnTo>
                <a:lnTo>
                  <a:pt x="4630521" y="249009"/>
                </a:lnTo>
                <a:lnTo>
                  <a:pt x="4640168" y="251587"/>
                </a:lnTo>
                <a:lnTo>
                  <a:pt x="4649815" y="254167"/>
                </a:lnTo>
                <a:lnTo>
                  <a:pt x="4659462" y="256748"/>
                </a:lnTo>
                <a:lnTo>
                  <a:pt x="4669109" y="259331"/>
                </a:lnTo>
                <a:lnTo>
                  <a:pt x="4678756" y="261915"/>
                </a:lnTo>
                <a:lnTo>
                  <a:pt x="4688403" y="264500"/>
                </a:lnTo>
                <a:lnTo>
                  <a:pt x="4698050" y="267086"/>
                </a:lnTo>
                <a:lnTo>
                  <a:pt x="4707696" y="269672"/>
                </a:lnTo>
                <a:lnTo>
                  <a:pt x="4717343" y="272259"/>
                </a:lnTo>
                <a:lnTo>
                  <a:pt x="4726990" y="274846"/>
                </a:lnTo>
                <a:lnTo>
                  <a:pt x="4736637" y="277434"/>
                </a:lnTo>
                <a:lnTo>
                  <a:pt x="4746284" y="280021"/>
                </a:lnTo>
                <a:lnTo>
                  <a:pt x="4755931" y="282609"/>
                </a:lnTo>
                <a:lnTo>
                  <a:pt x="4765578" y="285196"/>
                </a:lnTo>
                <a:lnTo>
                  <a:pt x="4775225" y="287782"/>
                </a:lnTo>
                <a:lnTo>
                  <a:pt x="4784872" y="290368"/>
                </a:lnTo>
                <a:lnTo>
                  <a:pt x="4794519" y="292954"/>
                </a:lnTo>
                <a:lnTo>
                  <a:pt x="4804166" y="295538"/>
                </a:lnTo>
                <a:lnTo>
                  <a:pt x="4813813" y="298121"/>
                </a:lnTo>
                <a:lnTo>
                  <a:pt x="4823459" y="300703"/>
                </a:lnTo>
                <a:lnTo>
                  <a:pt x="4833106" y="303284"/>
                </a:lnTo>
                <a:lnTo>
                  <a:pt x="4842753" y="305863"/>
                </a:lnTo>
                <a:lnTo>
                  <a:pt x="4852400" y="308441"/>
                </a:lnTo>
                <a:lnTo>
                  <a:pt x="4862047" y="311016"/>
                </a:lnTo>
                <a:lnTo>
                  <a:pt x="4871694" y="313590"/>
                </a:lnTo>
                <a:lnTo>
                  <a:pt x="4881341" y="316162"/>
                </a:lnTo>
                <a:lnTo>
                  <a:pt x="4890988" y="318732"/>
                </a:lnTo>
                <a:lnTo>
                  <a:pt x="4900635" y="321299"/>
                </a:lnTo>
                <a:lnTo>
                  <a:pt x="4910282" y="323864"/>
                </a:lnTo>
                <a:lnTo>
                  <a:pt x="4919929" y="326426"/>
                </a:lnTo>
                <a:lnTo>
                  <a:pt x="4929576" y="328985"/>
                </a:lnTo>
                <a:lnTo>
                  <a:pt x="4939223" y="331541"/>
                </a:lnTo>
                <a:lnTo>
                  <a:pt x="4948869" y="334095"/>
                </a:lnTo>
                <a:lnTo>
                  <a:pt x="4958516" y="336645"/>
                </a:lnTo>
                <a:lnTo>
                  <a:pt x="4968163" y="339192"/>
                </a:lnTo>
                <a:lnTo>
                  <a:pt x="4977810" y="341735"/>
                </a:lnTo>
                <a:lnTo>
                  <a:pt x="4987457" y="344275"/>
                </a:lnTo>
                <a:lnTo>
                  <a:pt x="4997104" y="346811"/>
                </a:lnTo>
                <a:lnTo>
                  <a:pt x="5006751" y="349344"/>
                </a:lnTo>
                <a:lnTo>
                  <a:pt x="5016398" y="351872"/>
                </a:lnTo>
                <a:lnTo>
                  <a:pt x="5026045" y="354396"/>
                </a:lnTo>
                <a:lnTo>
                  <a:pt x="5035692" y="356916"/>
                </a:lnTo>
                <a:lnTo>
                  <a:pt x="5045339" y="359432"/>
                </a:lnTo>
                <a:lnTo>
                  <a:pt x="5054986" y="361944"/>
                </a:lnTo>
                <a:lnTo>
                  <a:pt x="5064632" y="364451"/>
                </a:lnTo>
                <a:lnTo>
                  <a:pt x="5074279" y="366953"/>
                </a:lnTo>
                <a:lnTo>
                  <a:pt x="5083926" y="369450"/>
                </a:lnTo>
                <a:lnTo>
                  <a:pt x="5093573" y="371943"/>
                </a:lnTo>
                <a:lnTo>
                  <a:pt x="5103220" y="374430"/>
                </a:lnTo>
                <a:lnTo>
                  <a:pt x="5112867" y="376912"/>
                </a:lnTo>
                <a:lnTo>
                  <a:pt x="5122514" y="379389"/>
                </a:lnTo>
                <a:lnTo>
                  <a:pt x="5132161" y="381861"/>
                </a:lnTo>
                <a:lnTo>
                  <a:pt x="5141808" y="384327"/>
                </a:lnTo>
                <a:lnTo>
                  <a:pt x="5151455" y="386788"/>
                </a:lnTo>
                <a:lnTo>
                  <a:pt x="5161102" y="389243"/>
                </a:lnTo>
                <a:lnTo>
                  <a:pt x="5170749" y="391692"/>
                </a:lnTo>
                <a:lnTo>
                  <a:pt x="5180396" y="394135"/>
                </a:lnTo>
                <a:lnTo>
                  <a:pt x="5190042" y="396572"/>
                </a:lnTo>
                <a:lnTo>
                  <a:pt x="5199689" y="399003"/>
                </a:lnTo>
                <a:lnTo>
                  <a:pt x="5209336" y="401428"/>
                </a:lnTo>
                <a:lnTo>
                  <a:pt x="5218983" y="403847"/>
                </a:lnTo>
                <a:lnTo>
                  <a:pt x="5228630" y="406259"/>
                </a:lnTo>
                <a:lnTo>
                  <a:pt x="5238277" y="408665"/>
                </a:lnTo>
                <a:lnTo>
                  <a:pt x="5247924" y="411064"/>
                </a:lnTo>
                <a:lnTo>
                  <a:pt x="5257571" y="413456"/>
                </a:lnTo>
                <a:lnTo>
                  <a:pt x="5267218" y="415841"/>
                </a:lnTo>
                <a:lnTo>
                  <a:pt x="5276865" y="418220"/>
                </a:lnTo>
                <a:lnTo>
                  <a:pt x="5286512" y="420591"/>
                </a:lnTo>
                <a:lnTo>
                  <a:pt x="5296159" y="422956"/>
                </a:lnTo>
                <a:lnTo>
                  <a:pt x="5305805" y="425313"/>
                </a:lnTo>
                <a:lnTo>
                  <a:pt x="5315452" y="427663"/>
                </a:lnTo>
                <a:lnTo>
                  <a:pt x="5325099" y="430006"/>
                </a:lnTo>
                <a:lnTo>
                  <a:pt x="5334746" y="432341"/>
                </a:lnTo>
                <a:lnTo>
                  <a:pt x="5344393" y="434668"/>
                </a:lnTo>
                <a:lnTo>
                  <a:pt x="5354040" y="436988"/>
                </a:lnTo>
                <a:lnTo>
                  <a:pt x="5363687" y="439301"/>
                </a:lnTo>
                <a:lnTo>
                  <a:pt x="5373334" y="441605"/>
                </a:lnTo>
                <a:lnTo>
                  <a:pt x="5382981" y="443902"/>
                </a:lnTo>
                <a:lnTo>
                  <a:pt x="5392628" y="446190"/>
                </a:lnTo>
                <a:lnTo>
                  <a:pt x="5402275" y="448471"/>
                </a:lnTo>
                <a:lnTo>
                  <a:pt x="5411922" y="450743"/>
                </a:lnTo>
                <a:lnTo>
                  <a:pt x="5421569" y="453008"/>
                </a:lnTo>
                <a:lnTo>
                  <a:pt x="5431215" y="455263"/>
                </a:lnTo>
                <a:lnTo>
                  <a:pt x="5440862" y="457511"/>
                </a:lnTo>
                <a:lnTo>
                  <a:pt x="5450509" y="459750"/>
                </a:lnTo>
                <a:lnTo>
                  <a:pt x="5460156" y="461981"/>
                </a:lnTo>
                <a:lnTo>
                  <a:pt x="5469803" y="464203"/>
                </a:lnTo>
                <a:lnTo>
                  <a:pt x="5479450" y="466417"/>
                </a:lnTo>
                <a:lnTo>
                  <a:pt x="5489097" y="468621"/>
                </a:lnTo>
                <a:lnTo>
                  <a:pt x="5498744" y="470817"/>
                </a:lnTo>
                <a:lnTo>
                  <a:pt x="5508391" y="473004"/>
                </a:lnTo>
                <a:lnTo>
                  <a:pt x="5518038" y="475182"/>
                </a:lnTo>
                <a:lnTo>
                  <a:pt x="5527685" y="477352"/>
                </a:lnTo>
                <a:lnTo>
                  <a:pt x="5537332" y="479512"/>
                </a:lnTo>
                <a:lnTo>
                  <a:pt x="5546978" y="481663"/>
                </a:lnTo>
                <a:lnTo>
                  <a:pt x="5556625" y="483804"/>
                </a:lnTo>
                <a:lnTo>
                  <a:pt x="5566272" y="485937"/>
                </a:lnTo>
                <a:lnTo>
                  <a:pt x="5575919" y="488060"/>
                </a:lnTo>
                <a:lnTo>
                  <a:pt x="5585566" y="490174"/>
                </a:lnTo>
                <a:lnTo>
                  <a:pt x="5595213" y="492278"/>
                </a:lnTo>
                <a:lnTo>
                  <a:pt x="5604860" y="494373"/>
                </a:lnTo>
                <a:lnTo>
                  <a:pt x="5614507" y="496459"/>
                </a:lnTo>
                <a:lnTo>
                  <a:pt x="5624154" y="498534"/>
                </a:lnTo>
                <a:lnTo>
                  <a:pt x="5633801" y="500600"/>
                </a:lnTo>
                <a:lnTo>
                  <a:pt x="5643448" y="502657"/>
                </a:lnTo>
                <a:lnTo>
                  <a:pt x="5653095" y="504703"/>
                </a:lnTo>
                <a:lnTo>
                  <a:pt x="5662742" y="506740"/>
                </a:lnTo>
                <a:lnTo>
                  <a:pt x="5672388" y="508767"/>
                </a:lnTo>
                <a:lnTo>
                  <a:pt x="5682035" y="510784"/>
                </a:lnTo>
                <a:lnTo>
                  <a:pt x="5691682" y="512791"/>
                </a:lnTo>
                <a:lnTo>
                  <a:pt x="5701329" y="514788"/>
                </a:lnTo>
                <a:lnTo>
                  <a:pt x="5710976" y="516775"/>
                </a:lnTo>
                <a:lnTo>
                  <a:pt x="5720623" y="518752"/>
                </a:lnTo>
                <a:lnTo>
                  <a:pt x="5730270" y="520718"/>
                </a:lnTo>
                <a:lnTo>
                  <a:pt x="5739917" y="522675"/>
                </a:lnTo>
                <a:lnTo>
                  <a:pt x="5749564" y="524621"/>
                </a:lnTo>
                <a:lnTo>
                  <a:pt x="5759211" y="526556"/>
                </a:lnTo>
                <a:lnTo>
                  <a:pt x="5768858" y="528482"/>
                </a:lnTo>
                <a:lnTo>
                  <a:pt x="5778505" y="530397"/>
                </a:lnTo>
                <a:lnTo>
                  <a:pt x="5788151" y="532302"/>
                </a:lnTo>
              </a:path>
            </a:pathLst>
          </a:custGeom>
          <a:noFill/>
          <a:ln w="279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6112" y="5358384"/>
            <a:ext cx="182880" cy="411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5294376"/>
            <a:ext cx="18233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P so: para antes (erro de regime)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76041" y="5358384"/>
            <a:ext cx="18288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22929" y="5294376"/>
            <a:ext cx="102778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kI moderado: chega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60443" y="5358384"/>
            <a:ext cx="18288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7331" y="5294376"/>
            <a:ext cx="123992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kI alto: passa e volta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5294376"/>
            <a:ext cx="5788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>
                <a:solidFill>
                  <a:srgbClr val="8DA2C0"/>
                </a:solidFill>
                <a:latin typeface="Segoe UI"/>
              </a:rPr>
              <a:t>tempo (s)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3" y="209397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DA2C0"/>
                </a:solidFill>
                <a:latin typeface="Segoe UI"/>
              </a:rPr>
              <a:t>posicao (normalizada)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86600" y="1874519"/>
            <a:ext cx="4773168" cy="178308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86600" y="1874519"/>
            <a:ext cx="50292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20" y="2002535"/>
            <a:ext cx="4224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59E0B"/>
                </a:solidFill>
                <a:latin typeface="Consolas"/>
              </a:rPr>
              <a:t>o termo I e o limite do windup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24344" y="2386583"/>
            <a:ext cx="4389120" cy="1197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o acumulador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soma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erro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* dt;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saida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kP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*erro + kI*soma;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proteja o acumulador: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pid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setIntegratorRange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100">
                <a:solidFill>
                  <a:srgbClr val="FBBF24"/>
                </a:solidFill>
                <a:latin typeface="Consolas"/>
              </a:rPr>
              <a:t>0.3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FBBF24"/>
                </a:solidFill>
                <a:latin typeface="Consolas"/>
              </a:rPr>
              <a:t>0.3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86600" y="3840480"/>
            <a:ext cx="4773168" cy="169164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3840480"/>
            <a:ext cx="54864" cy="16916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60920" y="4023360"/>
            <a:ext cx="4224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87171"/>
                </a:solidFill>
                <a:latin typeface="Segoe UI"/>
              </a:rPr>
              <a:t>!  INTEGRAL WINDUP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4370832"/>
            <a:ext cx="4224528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Se o robô travar (parede, carga), o erro continua e a soma cresce sem limite. Quando solta, o robô dispara com a saída acumulada.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Defesas: setIntegratorRange(), zerar no initialize(), ou simplesmente kI =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DERIVATIVO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termo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 — o freio que antecipa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Olha a VELOCIDADE do erro. Se está chegando rápido, segura.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74519"/>
            <a:ext cx="6583680" cy="36576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2002536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o mesmo kP agressivo, com e sem 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5148072"/>
            <a:ext cx="5788152" cy="7315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" y="506577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4443983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436168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3739896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365760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035807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3" y="2953511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331720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3" y="224942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25496" y="2331720"/>
            <a:ext cx="7315" cy="28163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51176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79" y="2331720"/>
            <a:ext cx="7315" cy="28163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84264" y="2331720"/>
            <a:ext cx="7315" cy="28163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52212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3.0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2331720"/>
            <a:ext cx="7315" cy="2816352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112" y="3387852"/>
            <a:ext cx="5788152" cy="10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84064" y="319582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F59E0B"/>
                </a:solidFill>
                <a:latin typeface="Consolas"/>
              </a:rPr>
              <a:t>alvo</a:t>
            </a:r>
          </a:p>
        </p:txBody>
      </p:sp>
      <p:sp>
        <p:nvSpPr>
          <p:cNvPr id="31" name="Freeform 30"/>
          <p:cNvSpPr/>
          <p:nvPr/>
        </p:nvSpPr>
        <p:spPr>
          <a:xfrm>
            <a:off x="896112" y="2612073"/>
            <a:ext cx="5788151" cy="2535999"/>
          </a:xfrm>
          <a:custGeom>
            <a:avLst/>
            <a:gdLst/>
            <a:ahLst/>
            <a:cxnLst/>
            <a:rect l="l" t="t" r="r" b="b"/>
            <a:pathLst>
              <a:path w="5788151" h="2535999">
                <a:moveTo>
                  <a:pt x="0" y="2535999"/>
                </a:moveTo>
                <a:lnTo>
                  <a:pt x="19293" y="2524733"/>
                </a:lnTo>
                <a:lnTo>
                  <a:pt x="38587" y="2502725"/>
                </a:lnTo>
                <a:lnTo>
                  <a:pt x="57881" y="2470545"/>
                </a:lnTo>
                <a:lnTo>
                  <a:pt x="77175" y="2428805"/>
                </a:lnTo>
                <a:lnTo>
                  <a:pt x="96469" y="2378156"/>
                </a:lnTo>
                <a:lnTo>
                  <a:pt x="115763" y="2319277"/>
                </a:lnTo>
                <a:lnTo>
                  <a:pt x="135056" y="2252876"/>
                </a:lnTo>
                <a:lnTo>
                  <a:pt x="154350" y="2179676"/>
                </a:lnTo>
                <a:lnTo>
                  <a:pt x="173644" y="2100420"/>
                </a:lnTo>
                <a:lnTo>
                  <a:pt x="192938" y="2015857"/>
                </a:lnTo>
                <a:lnTo>
                  <a:pt x="212232" y="1926739"/>
                </a:lnTo>
                <a:lnTo>
                  <a:pt x="231526" y="1833820"/>
                </a:lnTo>
                <a:lnTo>
                  <a:pt x="250819" y="1737846"/>
                </a:lnTo>
                <a:lnTo>
                  <a:pt x="270113" y="1639554"/>
                </a:lnTo>
                <a:lnTo>
                  <a:pt x="289407" y="1539666"/>
                </a:lnTo>
                <a:lnTo>
                  <a:pt x="308701" y="1438884"/>
                </a:lnTo>
                <a:lnTo>
                  <a:pt x="327995" y="1337890"/>
                </a:lnTo>
                <a:lnTo>
                  <a:pt x="347289" y="1237337"/>
                </a:lnTo>
                <a:lnTo>
                  <a:pt x="366582" y="1137853"/>
                </a:lnTo>
                <a:lnTo>
                  <a:pt x="385876" y="1040031"/>
                </a:lnTo>
                <a:lnTo>
                  <a:pt x="405170" y="944431"/>
                </a:lnTo>
                <a:lnTo>
                  <a:pt x="424464" y="851575"/>
                </a:lnTo>
                <a:lnTo>
                  <a:pt x="443758" y="761949"/>
                </a:lnTo>
                <a:lnTo>
                  <a:pt x="463052" y="675996"/>
                </a:lnTo>
                <a:lnTo>
                  <a:pt x="482346" y="594120"/>
                </a:lnTo>
                <a:lnTo>
                  <a:pt x="501639" y="516681"/>
                </a:lnTo>
                <a:lnTo>
                  <a:pt x="520933" y="443998"/>
                </a:lnTo>
                <a:lnTo>
                  <a:pt x="540227" y="376346"/>
                </a:lnTo>
                <a:lnTo>
                  <a:pt x="559521" y="313957"/>
                </a:lnTo>
                <a:lnTo>
                  <a:pt x="578815" y="257018"/>
                </a:lnTo>
                <a:lnTo>
                  <a:pt x="598109" y="205677"/>
                </a:lnTo>
                <a:lnTo>
                  <a:pt x="617402" y="160039"/>
                </a:lnTo>
                <a:lnTo>
                  <a:pt x="636696" y="120167"/>
                </a:lnTo>
                <a:lnTo>
                  <a:pt x="655990" y="86085"/>
                </a:lnTo>
                <a:lnTo>
                  <a:pt x="675284" y="57781"/>
                </a:lnTo>
                <a:lnTo>
                  <a:pt x="694578" y="35204"/>
                </a:lnTo>
                <a:lnTo>
                  <a:pt x="713872" y="18270"/>
                </a:lnTo>
                <a:lnTo>
                  <a:pt x="733165" y="6861"/>
                </a:lnTo>
                <a:lnTo>
                  <a:pt x="752459" y="830"/>
                </a:lnTo>
                <a:lnTo>
                  <a:pt x="771753" y="0"/>
                </a:lnTo>
                <a:lnTo>
                  <a:pt x="791047" y="4168"/>
                </a:lnTo>
                <a:lnTo>
                  <a:pt x="810341" y="13107"/>
                </a:lnTo>
                <a:lnTo>
                  <a:pt x="829635" y="26570"/>
                </a:lnTo>
                <a:lnTo>
                  <a:pt x="848928" y="44290"/>
                </a:lnTo>
                <a:lnTo>
                  <a:pt x="868222" y="65982"/>
                </a:lnTo>
                <a:lnTo>
                  <a:pt x="887516" y="91349"/>
                </a:lnTo>
                <a:lnTo>
                  <a:pt x="906810" y="120082"/>
                </a:lnTo>
                <a:lnTo>
                  <a:pt x="926104" y="151862"/>
                </a:lnTo>
                <a:lnTo>
                  <a:pt x="945398" y="186364"/>
                </a:lnTo>
                <a:lnTo>
                  <a:pt x="964692" y="223258"/>
                </a:lnTo>
                <a:lnTo>
                  <a:pt x="983985" y="262212"/>
                </a:lnTo>
                <a:lnTo>
                  <a:pt x="1003279" y="302895"/>
                </a:lnTo>
                <a:lnTo>
                  <a:pt x="1022573" y="344977"/>
                </a:lnTo>
                <a:lnTo>
                  <a:pt x="1041867" y="388133"/>
                </a:lnTo>
                <a:lnTo>
                  <a:pt x="1061161" y="432044"/>
                </a:lnTo>
                <a:lnTo>
                  <a:pt x="1080455" y="476398"/>
                </a:lnTo>
                <a:lnTo>
                  <a:pt x="1099748" y="520894"/>
                </a:lnTo>
                <a:lnTo>
                  <a:pt x="1119042" y="565242"/>
                </a:lnTo>
                <a:lnTo>
                  <a:pt x="1138336" y="609163"/>
                </a:lnTo>
                <a:lnTo>
                  <a:pt x="1157630" y="652393"/>
                </a:lnTo>
                <a:lnTo>
                  <a:pt x="1176924" y="694684"/>
                </a:lnTo>
                <a:lnTo>
                  <a:pt x="1196218" y="735803"/>
                </a:lnTo>
                <a:lnTo>
                  <a:pt x="1215511" y="775532"/>
                </a:lnTo>
                <a:lnTo>
                  <a:pt x="1234805" y="813674"/>
                </a:lnTo>
                <a:lnTo>
                  <a:pt x="1254099" y="850047"/>
                </a:lnTo>
                <a:lnTo>
                  <a:pt x="1273393" y="884491"/>
                </a:lnTo>
                <a:lnTo>
                  <a:pt x="1292687" y="916861"/>
                </a:lnTo>
                <a:lnTo>
                  <a:pt x="1311981" y="947033"/>
                </a:lnTo>
                <a:lnTo>
                  <a:pt x="1331274" y="974902"/>
                </a:lnTo>
                <a:lnTo>
                  <a:pt x="1350568" y="1000382"/>
                </a:lnTo>
                <a:lnTo>
                  <a:pt x="1369862" y="1023405"/>
                </a:lnTo>
                <a:lnTo>
                  <a:pt x="1389156" y="1043923"/>
                </a:lnTo>
                <a:lnTo>
                  <a:pt x="1408450" y="1061904"/>
                </a:lnTo>
                <a:lnTo>
                  <a:pt x="1427744" y="1077334"/>
                </a:lnTo>
                <a:lnTo>
                  <a:pt x="1447038" y="1090218"/>
                </a:lnTo>
                <a:lnTo>
                  <a:pt x="1466331" y="1100573"/>
                </a:lnTo>
                <a:lnTo>
                  <a:pt x="1485625" y="1108436"/>
                </a:lnTo>
                <a:lnTo>
                  <a:pt x="1504919" y="1113855"/>
                </a:lnTo>
                <a:lnTo>
                  <a:pt x="1524213" y="1116893"/>
                </a:lnTo>
                <a:lnTo>
                  <a:pt x="1543507" y="1117627"/>
                </a:lnTo>
                <a:lnTo>
                  <a:pt x="1562801" y="1116144"/>
                </a:lnTo>
                <a:lnTo>
                  <a:pt x="1582094" y="1112542"/>
                </a:lnTo>
                <a:lnTo>
                  <a:pt x="1601388" y="1106928"/>
                </a:lnTo>
                <a:lnTo>
                  <a:pt x="1620682" y="1099420"/>
                </a:lnTo>
                <a:lnTo>
                  <a:pt x="1639976" y="1090141"/>
                </a:lnTo>
                <a:lnTo>
                  <a:pt x="1659270" y="1079221"/>
                </a:lnTo>
                <a:lnTo>
                  <a:pt x="1678564" y="1066795"/>
                </a:lnTo>
                <a:lnTo>
                  <a:pt x="1697857" y="1053005"/>
                </a:lnTo>
                <a:lnTo>
                  <a:pt x="1717151" y="1037991"/>
                </a:lnTo>
                <a:lnTo>
                  <a:pt x="1736445" y="1021900"/>
                </a:lnTo>
                <a:lnTo>
                  <a:pt x="1755739" y="1004878"/>
                </a:lnTo>
                <a:lnTo>
                  <a:pt x="1775033" y="987070"/>
                </a:lnTo>
                <a:lnTo>
                  <a:pt x="1794327" y="968622"/>
                </a:lnTo>
                <a:lnTo>
                  <a:pt x="1813620" y="949678"/>
                </a:lnTo>
                <a:lnTo>
                  <a:pt x="1832914" y="930379"/>
                </a:lnTo>
                <a:lnTo>
                  <a:pt x="1852208" y="910862"/>
                </a:lnTo>
                <a:lnTo>
                  <a:pt x="1871502" y="891261"/>
                </a:lnTo>
                <a:lnTo>
                  <a:pt x="1890796" y="871706"/>
                </a:lnTo>
                <a:lnTo>
                  <a:pt x="1910090" y="852318"/>
                </a:lnTo>
                <a:lnTo>
                  <a:pt x="1929384" y="833217"/>
                </a:lnTo>
                <a:lnTo>
                  <a:pt x="1948677" y="814511"/>
                </a:lnTo>
                <a:lnTo>
                  <a:pt x="1967971" y="796306"/>
                </a:lnTo>
                <a:lnTo>
                  <a:pt x="1987265" y="778698"/>
                </a:lnTo>
                <a:lnTo>
                  <a:pt x="2006559" y="761776"/>
                </a:lnTo>
                <a:lnTo>
                  <a:pt x="2025853" y="745620"/>
                </a:lnTo>
                <a:lnTo>
                  <a:pt x="2045147" y="730303"/>
                </a:lnTo>
                <a:lnTo>
                  <a:pt x="2064440" y="715890"/>
                </a:lnTo>
                <a:lnTo>
                  <a:pt x="2083734" y="702437"/>
                </a:lnTo>
                <a:lnTo>
                  <a:pt x="2103028" y="689991"/>
                </a:lnTo>
                <a:lnTo>
                  <a:pt x="2122322" y="678592"/>
                </a:lnTo>
                <a:lnTo>
                  <a:pt x="2141616" y="668271"/>
                </a:lnTo>
                <a:lnTo>
                  <a:pt x="2160910" y="659051"/>
                </a:lnTo>
                <a:lnTo>
                  <a:pt x="2180203" y="650947"/>
                </a:lnTo>
                <a:lnTo>
                  <a:pt x="2199497" y="643966"/>
                </a:lnTo>
                <a:lnTo>
                  <a:pt x="2218791" y="638108"/>
                </a:lnTo>
                <a:lnTo>
                  <a:pt x="2238085" y="633365"/>
                </a:lnTo>
                <a:lnTo>
                  <a:pt x="2257379" y="629723"/>
                </a:lnTo>
                <a:lnTo>
                  <a:pt x="2276673" y="627162"/>
                </a:lnTo>
                <a:lnTo>
                  <a:pt x="2295966" y="625655"/>
                </a:lnTo>
                <a:lnTo>
                  <a:pt x="2315260" y="625168"/>
                </a:lnTo>
                <a:lnTo>
                  <a:pt x="2334554" y="625665"/>
                </a:lnTo>
                <a:lnTo>
                  <a:pt x="2353848" y="627103"/>
                </a:lnTo>
                <a:lnTo>
                  <a:pt x="2373142" y="629434"/>
                </a:lnTo>
                <a:lnTo>
                  <a:pt x="2392436" y="632609"/>
                </a:lnTo>
                <a:lnTo>
                  <a:pt x="2411730" y="636574"/>
                </a:lnTo>
                <a:lnTo>
                  <a:pt x="2431023" y="641270"/>
                </a:lnTo>
                <a:lnTo>
                  <a:pt x="2450317" y="646640"/>
                </a:lnTo>
                <a:lnTo>
                  <a:pt x="2469611" y="652621"/>
                </a:lnTo>
                <a:lnTo>
                  <a:pt x="2488905" y="659152"/>
                </a:lnTo>
                <a:lnTo>
                  <a:pt x="2508199" y="666167"/>
                </a:lnTo>
                <a:lnTo>
                  <a:pt x="2527493" y="673603"/>
                </a:lnTo>
                <a:lnTo>
                  <a:pt x="2546786" y="681396"/>
                </a:lnTo>
                <a:lnTo>
                  <a:pt x="2566080" y="689482"/>
                </a:lnTo>
                <a:lnTo>
                  <a:pt x="2585374" y="697796"/>
                </a:lnTo>
                <a:lnTo>
                  <a:pt x="2604668" y="706276"/>
                </a:lnTo>
                <a:lnTo>
                  <a:pt x="2623962" y="714862"/>
                </a:lnTo>
                <a:lnTo>
                  <a:pt x="2643256" y="723495"/>
                </a:lnTo>
                <a:lnTo>
                  <a:pt x="2662549" y="732117"/>
                </a:lnTo>
                <a:lnTo>
                  <a:pt x="2681843" y="740673"/>
                </a:lnTo>
                <a:lnTo>
                  <a:pt x="2701137" y="749112"/>
                </a:lnTo>
                <a:lnTo>
                  <a:pt x="2720431" y="757384"/>
                </a:lnTo>
                <a:lnTo>
                  <a:pt x="2739725" y="765443"/>
                </a:lnTo>
                <a:lnTo>
                  <a:pt x="2759019" y="773246"/>
                </a:lnTo>
                <a:lnTo>
                  <a:pt x="2778312" y="780753"/>
                </a:lnTo>
                <a:lnTo>
                  <a:pt x="2797606" y="787927"/>
                </a:lnTo>
                <a:lnTo>
                  <a:pt x="2816900" y="794737"/>
                </a:lnTo>
                <a:lnTo>
                  <a:pt x="2836194" y="801153"/>
                </a:lnTo>
                <a:lnTo>
                  <a:pt x="2855488" y="807150"/>
                </a:lnTo>
                <a:lnTo>
                  <a:pt x="2874782" y="812707"/>
                </a:lnTo>
                <a:lnTo>
                  <a:pt x="2894076" y="817805"/>
                </a:lnTo>
                <a:lnTo>
                  <a:pt x="2913369" y="822430"/>
                </a:lnTo>
                <a:lnTo>
                  <a:pt x="2932663" y="826571"/>
                </a:lnTo>
                <a:lnTo>
                  <a:pt x="2951957" y="830222"/>
                </a:lnTo>
                <a:lnTo>
                  <a:pt x="2971251" y="833378"/>
                </a:lnTo>
                <a:lnTo>
                  <a:pt x="2990545" y="836039"/>
                </a:lnTo>
                <a:lnTo>
                  <a:pt x="3009839" y="838209"/>
                </a:lnTo>
                <a:lnTo>
                  <a:pt x="3029132" y="839891"/>
                </a:lnTo>
                <a:lnTo>
                  <a:pt x="3048426" y="841097"/>
                </a:lnTo>
                <a:lnTo>
                  <a:pt x="3067720" y="841836"/>
                </a:lnTo>
                <a:lnTo>
                  <a:pt x="3087014" y="842122"/>
                </a:lnTo>
                <a:lnTo>
                  <a:pt x="3106308" y="841973"/>
                </a:lnTo>
                <a:lnTo>
                  <a:pt x="3125602" y="841406"/>
                </a:lnTo>
                <a:lnTo>
                  <a:pt x="3144895" y="840442"/>
                </a:lnTo>
                <a:lnTo>
                  <a:pt x="3164189" y="839102"/>
                </a:lnTo>
                <a:lnTo>
                  <a:pt x="3183483" y="837411"/>
                </a:lnTo>
                <a:lnTo>
                  <a:pt x="3202777" y="835392"/>
                </a:lnTo>
                <a:lnTo>
                  <a:pt x="3222071" y="833073"/>
                </a:lnTo>
                <a:lnTo>
                  <a:pt x="3241365" y="830481"/>
                </a:lnTo>
                <a:lnTo>
                  <a:pt x="3260658" y="827641"/>
                </a:lnTo>
                <a:lnTo>
                  <a:pt x="3279952" y="824584"/>
                </a:lnTo>
                <a:lnTo>
                  <a:pt x="3299246" y="821336"/>
                </a:lnTo>
                <a:lnTo>
                  <a:pt x="3318540" y="817927"/>
                </a:lnTo>
                <a:lnTo>
                  <a:pt x="3337834" y="814384"/>
                </a:lnTo>
                <a:lnTo>
                  <a:pt x="3357128" y="810736"/>
                </a:lnTo>
                <a:lnTo>
                  <a:pt x="3376422" y="807010"/>
                </a:lnTo>
                <a:lnTo>
                  <a:pt x="3395715" y="803233"/>
                </a:lnTo>
                <a:lnTo>
                  <a:pt x="3415009" y="799432"/>
                </a:lnTo>
                <a:lnTo>
                  <a:pt x="3434303" y="795631"/>
                </a:lnTo>
                <a:lnTo>
                  <a:pt x="3453597" y="791856"/>
                </a:lnTo>
                <a:lnTo>
                  <a:pt x="3472891" y="788128"/>
                </a:lnTo>
                <a:lnTo>
                  <a:pt x="3492185" y="784471"/>
                </a:lnTo>
                <a:lnTo>
                  <a:pt x="3511478" y="780904"/>
                </a:lnTo>
                <a:lnTo>
                  <a:pt x="3530772" y="777447"/>
                </a:lnTo>
                <a:lnTo>
                  <a:pt x="3550066" y="774117"/>
                </a:lnTo>
                <a:lnTo>
                  <a:pt x="3569360" y="770932"/>
                </a:lnTo>
                <a:lnTo>
                  <a:pt x="3588654" y="767905"/>
                </a:lnTo>
                <a:lnTo>
                  <a:pt x="3607948" y="765049"/>
                </a:lnTo>
                <a:lnTo>
                  <a:pt x="3627241" y="762376"/>
                </a:lnTo>
                <a:lnTo>
                  <a:pt x="3646535" y="759896"/>
                </a:lnTo>
                <a:lnTo>
                  <a:pt x="3665829" y="757617"/>
                </a:lnTo>
                <a:lnTo>
                  <a:pt x="3685123" y="755545"/>
                </a:lnTo>
                <a:lnTo>
                  <a:pt x="3704417" y="753686"/>
                </a:lnTo>
                <a:lnTo>
                  <a:pt x="3723711" y="752042"/>
                </a:lnTo>
                <a:lnTo>
                  <a:pt x="3743004" y="750616"/>
                </a:lnTo>
                <a:lnTo>
                  <a:pt x="3762298" y="749408"/>
                </a:lnTo>
                <a:lnTo>
                  <a:pt x="3781592" y="748417"/>
                </a:lnTo>
                <a:lnTo>
                  <a:pt x="3800886" y="747641"/>
                </a:lnTo>
                <a:lnTo>
                  <a:pt x="3820180" y="747076"/>
                </a:lnTo>
                <a:lnTo>
                  <a:pt x="3839474" y="746718"/>
                </a:lnTo>
                <a:lnTo>
                  <a:pt x="3858768" y="746559"/>
                </a:lnTo>
                <a:lnTo>
                  <a:pt x="3878061" y="746594"/>
                </a:lnTo>
                <a:lnTo>
                  <a:pt x="3897355" y="746815"/>
                </a:lnTo>
                <a:lnTo>
                  <a:pt x="3916649" y="747211"/>
                </a:lnTo>
                <a:lnTo>
                  <a:pt x="3935943" y="747775"/>
                </a:lnTo>
                <a:lnTo>
                  <a:pt x="3955237" y="748496"/>
                </a:lnTo>
                <a:lnTo>
                  <a:pt x="3974531" y="749362"/>
                </a:lnTo>
                <a:lnTo>
                  <a:pt x="3993824" y="750363"/>
                </a:lnTo>
                <a:lnTo>
                  <a:pt x="4013118" y="751486"/>
                </a:lnTo>
                <a:lnTo>
                  <a:pt x="4032412" y="752720"/>
                </a:lnTo>
                <a:lnTo>
                  <a:pt x="4051706" y="754052"/>
                </a:lnTo>
                <a:lnTo>
                  <a:pt x="4071000" y="755470"/>
                </a:lnTo>
                <a:lnTo>
                  <a:pt x="4090294" y="756961"/>
                </a:lnTo>
                <a:lnTo>
                  <a:pt x="4109587" y="758513"/>
                </a:lnTo>
                <a:lnTo>
                  <a:pt x="4128881" y="760114"/>
                </a:lnTo>
                <a:lnTo>
                  <a:pt x="4148175" y="761750"/>
                </a:lnTo>
                <a:lnTo>
                  <a:pt x="4167469" y="763411"/>
                </a:lnTo>
                <a:lnTo>
                  <a:pt x="4186763" y="765085"/>
                </a:lnTo>
                <a:lnTo>
                  <a:pt x="4206057" y="766760"/>
                </a:lnTo>
                <a:lnTo>
                  <a:pt x="4225350" y="768426"/>
                </a:lnTo>
                <a:lnTo>
                  <a:pt x="4244644" y="770072"/>
                </a:lnTo>
                <a:lnTo>
                  <a:pt x="4263938" y="771689"/>
                </a:lnTo>
                <a:lnTo>
                  <a:pt x="4283232" y="773267"/>
                </a:lnTo>
                <a:lnTo>
                  <a:pt x="4302526" y="774799"/>
                </a:lnTo>
                <a:lnTo>
                  <a:pt x="4321820" y="776275"/>
                </a:lnTo>
                <a:lnTo>
                  <a:pt x="4341113" y="777689"/>
                </a:lnTo>
                <a:lnTo>
                  <a:pt x="4360407" y="779034"/>
                </a:lnTo>
                <a:lnTo>
                  <a:pt x="4379701" y="780305"/>
                </a:lnTo>
                <a:lnTo>
                  <a:pt x="4398995" y="781496"/>
                </a:lnTo>
                <a:lnTo>
                  <a:pt x="4418289" y="782603"/>
                </a:lnTo>
                <a:lnTo>
                  <a:pt x="4437583" y="783621"/>
                </a:lnTo>
                <a:lnTo>
                  <a:pt x="4456877" y="784549"/>
                </a:lnTo>
                <a:lnTo>
                  <a:pt x="4476170" y="785384"/>
                </a:lnTo>
                <a:lnTo>
                  <a:pt x="4495464" y="786123"/>
                </a:lnTo>
                <a:lnTo>
                  <a:pt x="4514758" y="786767"/>
                </a:lnTo>
                <a:lnTo>
                  <a:pt x="4534052" y="787315"/>
                </a:lnTo>
                <a:lnTo>
                  <a:pt x="4553346" y="787767"/>
                </a:lnTo>
                <a:lnTo>
                  <a:pt x="4572640" y="788124"/>
                </a:lnTo>
                <a:lnTo>
                  <a:pt x="4591933" y="788388"/>
                </a:lnTo>
                <a:lnTo>
                  <a:pt x="4611227" y="788561"/>
                </a:lnTo>
                <a:lnTo>
                  <a:pt x="4630521" y="788645"/>
                </a:lnTo>
                <a:lnTo>
                  <a:pt x="4649815" y="788643"/>
                </a:lnTo>
                <a:lnTo>
                  <a:pt x="4669109" y="788559"/>
                </a:lnTo>
                <a:lnTo>
                  <a:pt x="4688403" y="788397"/>
                </a:lnTo>
                <a:lnTo>
                  <a:pt x="4707696" y="788160"/>
                </a:lnTo>
                <a:lnTo>
                  <a:pt x="4726990" y="787854"/>
                </a:lnTo>
                <a:lnTo>
                  <a:pt x="4746284" y="787482"/>
                </a:lnTo>
                <a:lnTo>
                  <a:pt x="4765578" y="787051"/>
                </a:lnTo>
                <a:lnTo>
                  <a:pt x="4784872" y="786564"/>
                </a:lnTo>
                <a:lnTo>
                  <a:pt x="4804166" y="786028"/>
                </a:lnTo>
                <a:lnTo>
                  <a:pt x="4823459" y="785448"/>
                </a:lnTo>
                <a:lnTo>
                  <a:pt x="4842753" y="784829"/>
                </a:lnTo>
                <a:lnTo>
                  <a:pt x="4862047" y="784177"/>
                </a:lnTo>
                <a:lnTo>
                  <a:pt x="4881341" y="783498"/>
                </a:lnTo>
                <a:lnTo>
                  <a:pt x="4900635" y="782796"/>
                </a:lnTo>
                <a:lnTo>
                  <a:pt x="4919929" y="782077"/>
                </a:lnTo>
                <a:lnTo>
                  <a:pt x="4939223" y="781347"/>
                </a:lnTo>
                <a:lnTo>
                  <a:pt x="4958516" y="780610"/>
                </a:lnTo>
                <a:lnTo>
                  <a:pt x="4977810" y="779872"/>
                </a:lnTo>
                <a:lnTo>
                  <a:pt x="4997104" y="779137"/>
                </a:lnTo>
                <a:lnTo>
                  <a:pt x="5016398" y="778410"/>
                </a:lnTo>
                <a:lnTo>
                  <a:pt x="5035692" y="777695"/>
                </a:lnTo>
                <a:lnTo>
                  <a:pt x="5054986" y="776997"/>
                </a:lnTo>
                <a:lnTo>
                  <a:pt x="5074279" y="776319"/>
                </a:lnTo>
                <a:lnTo>
                  <a:pt x="5093573" y="775664"/>
                </a:lnTo>
                <a:lnTo>
                  <a:pt x="5112867" y="775036"/>
                </a:lnTo>
                <a:lnTo>
                  <a:pt x="5132161" y="774439"/>
                </a:lnTo>
                <a:lnTo>
                  <a:pt x="5151455" y="773873"/>
                </a:lnTo>
                <a:lnTo>
                  <a:pt x="5170749" y="773343"/>
                </a:lnTo>
                <a:lnTo>
                  <a:pt x="5190042" y="772849"/>
                </a:lnTo>
                <a:lnTo>
                  <a:pt x="5209336" y="772394"/>
                </a:lnTo>
                <a:lnTo>
                  <a:pt x="5228630" y="771979"/>
                </a:lnTo>
                <a:lnTo>
                  <a:pt x="5247924" y="771604"/>
                </a:lnTo>
                <a:lnTo>
                  <a:pt x="5267218" y="771272"/>
                </a:lnTo>
                <a:lnTo>
                  <a:pt x="5286512" y="770981"/>
                </a:lnTo>
                <a:lnTo>
                  <a:pt x="5305805" y="770733"/>
                </a:lnTo>
                <a:lnTo>
                  <a:pt x="5325099" y="770527"/>
                </a:lnTo>
                <a:lnTo>
                  <a:pt x="5344393" y="770363"/>
                </a:lnTo>
                <a:lnTo>
                  <a:pt x="5363687" y="770240"/>
                </a:lnTo>
                <a:lnTo>
                  <a:pt x="5382981" y="770157"/>
                </a:lnTo>
                <a:lnTo>
                  <a:pt x="5402275" y="770114"/>
                </a:lnTo>
                <a:lnTo>
                  <a:pt x="5421569" y="770108"/>
                </a:lnTo>
                <a:lnTo>
                  <a:pt x="5440862" y="770140"/>
                </a:lnTo>
                <a:lnTo>
                  <a:pt x="5460156" y="770206"/>
                </a:lnTo>
                <a:lnTo>
                  <a:pt x="5479450" y="770305"/>
                </a:lnTo>
                <a:lnTo>
                  <a:pt x="5498744" y="770435"/>
                </a:lnTo>
                <a:lnTo>
                  <a:pt x="5518038" y="770594"/>
                </a:lnTo>
                <a:lnTo>
                  <a:pt x="5537332" y="770780"/>
                </a:lnTo>
                <a:lnTo>
                  <a:pt x="5556625" y="770991"/>
                </a:lnTo>
                <a:lnTo>
                  <a:pt x="5575919" y="771223"/>
                </a:lnTo>
                <a:lnTo>
                  <a:pt x="5595213" y="771476"/>
                </a:lnTo>
                <a:lnTo>
                  <a:pt x="5614507" y="771746"/>
                </a:lnTo>
                <a:lnTo>
                  <a:pt x="5633801" y="772031"/>
                </a:lnTo>
                <a:lnTo>
                  <a:pt x="5653095" y="772328"/>
                </a:lnTo>
                <a:lnTo>
                  <a:pt x="5672388" y="772636"/>
                </a:lnTo>
                <a:lnTo>
                  <a:pt x="5691682" y="772952"/>
                </a:lnTo>
                <a:lnTo>
                  <a:pt x="5710976" y="773273"/>
                </a:lnTo>
                <a:lnTo>
                  <a:pt x="5730270" y="773597"/>
                </a:lnTo>
                <a:lnTo>
                  <a:pt x="5749564" y="773922"/>
                </a:lnTo>
                <a:lnTo>
                  <a:pt x="5768858" y="774246"/>
                </a:lnTo>
                <a:lnTo>
                  <a:pt x="5788151" y="774567"/>
                </a:lnTo>
              </a:path>
            </a:pathLst>
          </a:custGeom>
          <a:noFill/>
          <a:ln w="279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896112" y="3387854"/>
            <a:ext cx="5788151" cy="1760218"/>
          </a:xfrm>
          <a:custGeom>
            <a:avLst/>
            <a:gdLst/>
            <a:ahLst/>
            <a:cxnLst/>
            <a:rect l="l" t="t" r="r" b="b"/>
            <a:pathLst>
              <a:path w="5788151" h="1760218">
                <a:moveTo>
                  <a:pt x="0" y="1760218"/>
                </a:moveTo>
                <a:lnTo>
                  <a:pt x="19293" y="1748952"/>
                </a:lnTo>
                <a:lnTo>
                  <a:pt x="38587" y="1728521"/>
                </a:lnTo>
                <a:lnTo>
                  <a:pt x="57881" y="1700705"/>
                </a:lnTo>
                <a:lnTo>
                  <a:pt x="77175" y="1667012"/>
                </a:lnTo>
                <a:lnTo>
                  <a:pt x="96469" y="1628714"/>
                </a:lnTo>
                <a:lnTo>
                  <a:pt x="115763" y="1586886"/>
                </a:lnTo>
                <a:lnTo>
                  <a:pt x="135056" y="1542431"/>
                </a:lnTo>
                <a:lnTo>
                  <a:pt x="154350" y="1496107"/>
                </a:lnTo>
                <a:lnTo>
                  <a:pt x="173644" y="1448545"/>
                </a:lnTo>
                <a:lnTo>
                  <a:pt x="192938" y="1400274"/>
                </a:lnTo>
                <a:lnTo>
                  <a:pt x="212232" y="1351730"/>
                </a:lnTo>
                <a:lnTo>
                  <a:pt x="231526" y="1303273"/>
                </a:lnTo>
                <a:lnTo>
                  <a:pt x="250819" y="1255197"/>
                </a:lnTo>
                <a:lnTo>
                  <a:pt x="270113" y="1207742"/>
                </a:lnTo>
                <a:lnTo>
                  <a:pt x="289407" y="1161099"/>
                </a:lnTo>
                <a:lnTo>
                  <a:pt x="308701" y="1115421"/>
                </a:lnTo>
                <a:lnTo>
                  <a:pt x="327995" y="1070826"/>
                </a:lnTo>
                <a:lnTo>
                  <a:pt x="347289" y="1027405"/>
                </a:lnTo>
                <a:lnTo>
                  <a:pt x="366582" y="985224"/>
                </a:lnTo>
                <a:lnTo>
                  <a:pt x="385876" y="944330"/>
                </a:lnTo>
                <a:lnTo>
                  <a:pt x="405170" y="904754"/>
                </a:lnTo>
                <a:lnTo>
                  <a:pt x="424464" y="866510"/>
                </a:lnTo>
                <a:lnTo>
                  <a:pt x="443758" y="829605"/>
                </a:lnTo>
                <a:lnTo>
                  <a:pt x="463052" y="794034"/>
                </a:lnTo>
                <a:lnTo>
                  <a:pt x="482346" y="759783"/>
                </a:lnTo>
                <a:lnTo>
                  <a:pt x="501639" y="726835"/>
                </a:lnTo>
                <a:lnTo>
                  <a:pt x="520933" y="695166"/>
                </a:lnTo>
                <a:lnTo>
                  <a:pt x="540227" y="664748"/>
                </a:lnTo>
                <a:lnTo>
                  <a:pt x="559521" y="635551"/>
                </a:lnTo>
                <a:lnTo>
                  <a:pt x="578815" y="607542"/>
                </a:lnTo>
                <a:lnTo>
                  <a:pt x="598109" y="580686"/>
                </a:lnTo>
                <a:lnTo>
                  <a:pt x="617402" y="554948"/>
                </a:lnTo>
                <a:lnTo>
                  <a:pt x="636696" y="530291"/>
                </a:lnTo>
                <a:lnTo>
                  <a:pt x="655990" y="506678"/>
                </a:lnTo>
                <a:lnTo>
                  <a:pt x="675284" y="484073"/>
                </a:lnTo>
                <a:lnTo>
                  <a:pt x="694578" y="462439"/>
                </a:lnTo>
                <a:lnTo>
                  <a:pt x="713872" y="441739"/>
                </a:lnTo>
                <a:lnTo>
                  <a:pt x="733165" y="421938"/>
                </a:lnTo>
                <a:lnTo>
                  <a:pt x="752459" y="403001"/>
                </a:lnTo>
                <a:lnTo>
                  <a:pt x="771753" y="384894"/>
                </a:lnTo>
                <a:lnTo>
                  <a:pt x="791047" y="367582"/>
                </a:lnTo>
                <a:lnTo>
                  <a:pt x="810341" y="351034"/>
                </a:lnTo>
                <a:lnTo>
                  <a:pt x="829635" y="335218"/>
                </a:lnTo>
                <a:lnTo>
                  <a:pt x="848928" y="320103"/>
                </a:lnTo>
                <a:lnTo>
                  <a:pt x="868222" y="305661"/>
                </a:lnTo>
                <a:lnTo>
                  <a:pt x="887516" y="291861"/>
                </a:lnTo>
                <a:lnTo>
                  <a:pt x="906810" y="278678"/>
                </a:lnTo>
                <a:lnTo>
                  <a:pt x="926104" y="266084"/>
                </a:lnTo>
                <a:lnTo>
                  <a:pt x="945398" y="254054"/>
                </a:lnTo>
                <a:lnTo>
                  <a:pt x="964692" y="242564"/>
                </a:lnTo>
                <a:lnTo>
                  <a:pt x="983985" y="231589"/>
                </a:lnTo>
                <a:lnTo>
                  <a:pt x="1003279" y="221108"/>
                </a:lnTo>
                <a:lnTo>
                  <a:pt x="1022573" y="211098"/>
                </a:lnTo>
                <a:lnTo>
                  <a:pt x="1041867" y="201539"/>
                </a:lnTo>
                <a:lnTo>
                  <a:pt x="1061161" y="192411"/>
                </a:lnTo>
                <a:lnTo>
                  <a:pt x="1080455" y="183694"/>
                </a:lnTo>
                <a:lnTo>
                  <a:pt x="1099748" y="175371"/>
                </a:lnTo>
                <a:lnTo>
                  <a:pt x="1119042" y="167423"/>
                </a:lnTo>
                <a:lnTo>
                  <a:pt x="1138336" y="159835"/>
                </a:lnTo>
                <a:lnTo>
                  <a:pt x="1157630" y="152589"/>
                </a:lnTo>
                <a:lnTo>
                  <a:pt x="1176924" y="145671"/>
                </a:lnTo>
                <a:lnTo>
                  <a:pt x="1196218" y="139066"/>
                </a:lnTo>
                <a:lnTo>
                  <a:pt x="1215511" y="132760"/>
                </a:lnTo>
                <a:lnTo>
                  <a:pt x="1234805" y="126739"/>
                </a:lnTo>
                <a:lnTo>
                  <a:pt x="1254099" y="120991"/>
                </a:lnTo>
                <a:lnTo>
                  <a:pt x="1273393" y="115503"/>
                </a:lnTo>
                <a:lnTo>
                  <a:pt x="1292687" y="110264"/>
                </a:lnTo>
                <a:lnTo>
                  <a:pt x="1311981" y="105262"/>
                </a:lnTo>
                <a:lnTo>
                  <a:pt x="1331274" y="100487"/>
                </a:lnTo>
                <a:lnTo>
                  <a:pt x="1350568" y="95928"/>
                </a:lnTo>
                <a:lnTo>
                  <a:pt x="1369862" y="91576"/>
                </a:lnTo>
                <a:lnTo>
                  <a:pt x="1389156" y="87421"/>
                </a:lnTo>
                <a:lnTo>
                  <a:pt x="1408450" y="83454"/>
                </a:lnTo>
                <a:lnTo>
                  <a:pt x="1427744" y="79668"/>
                </a:lnTo>
                <a:lnTo>
                  <a:pt x="1447038" y="76053"/>
                </a:lnTo>
                <a:lnTo>
                  <a:pt x="1466331" y="72602"/>
                </a:lnTo>
                <a:lnTo>
                  <a:pt x="1485625" y="69307"/>
                </a:lnTo>
                <a:lnTo>
                  <a:pt x="1504919" y="66162"/>
                </a:lnTo>
                <a:lnTo>
                  <a:pt x="1524213" y="63160"/>
                </a:lnTo>
                <a:lnTo>
                  <a:pt x="1543507" y="60294"/>
                </a:lnTo>
                <a:lnTo>
                  <a:pt x="1562801" y="57557"/>
                </a:lnTo>
                <a:lnTo>
                  <a:pt x="1582094" y="54945"/>
                </a:lnTo>
                <a:lnTo>
                  <a:pt x="1601388" y="52452"/>
                </a:lnTo>
                <a:lnTo>
                  <a:pt x="1620682" y="50071"/>
                </a:lnTo>
                <a:lnTo>
                  <a:pt x="1639976" y="47799"/>
                </a:lnTo>
                <a:lnTo>
                  <a:pt x="1659270" y="45630"/>
                </a:lnTo>
                <a:lnTo>
                  <a:pt x="1678564" y="43559"/>
                </a:lnTo>
                <a:lnTo>
                  <a:pt x="1697857" y="41582"/>
                </a:lnTo>
                <a:lnTo>
                  <a:pt x="1717151" y="39695"/>
                </a:lnTo>
                <a:lnTo>
                  <a:pt x="1736445" y="37893"/>
                </a:lnTo>
                <a:lnTo>
                  <a:pt x="1755739" y="36173"/>
                </a:lnTo>
                <a:lnTo>
                  <a:pt x="1775033" y="34531"/>
                </a:lnTo>
                <a:lnTo>
                  <a:pt x="1794327" y="32964"/>
                </a:lnTo>
                <a:lnTo>
                  <a:pt x="1813620" y="31468"/>
                </a:lnTo>
                <a:lnTo>
                  <a:pt x="1832914" y="30040"/>
                </a:lnTo>
                <a:lnTo>
                  <a:pt x="1852208" y="28676"/>
                </a:lnTo>
                <a:lnTo>
                  <a:pt x="1871502" y="27375"/>
                </a:lnTo>
                <a:lnTo>
                  <a:pt x="1890796" y="26132"/>
                </a:lnTo>
                <a:lnTo>
                  <a:pt x="1910090" y="24946"/>
                </a:lnTo>
                <a:lnTo>
                  <a:pt x="1929384" y="23814"/>
                </a:lnTo>
                <a:lnTo>
                  <a:pt x="1948677" y="22733"/>
                </a:lnTo>
                <a:lnTo>
                  <a:pt x="1967971" y="21701"/>
                </a:lnTo>
                <a:lnTo>
                  <a:pt x="1987265" y="20716"/>
                </a:lnTo>
                <a:lnTo>
                  <a:pt x="2006559" y="19776"/>
                </a:lnTo>
                <a:lnTo>
                  <a:pt x="2025853" y="18878"/>
                </a:lnTo>
                <a:lnTo>
                  <a:pt x="2045147" y="18021"/>
                </a:lnTo>
                <a:lnTo>
                  <a:pt x="2064440" y="17203"/>
                </a:lnTo>
                <a:lnTo>
                  <a:pt x="2083734" y="16422"/>
                </a:lnTo>
                <a:lnTo>
                  <a:pt x="2103028" y="15677"/>
                </a:lnTo>
                <a:lnTo>
                  <a:pt x="2122322" y="14965"/>
                </a:lnTo>
                <a:lnTo>
                  <a:pt x="2141616" y="14286"/>
                </a:lnTo>
                <a:lnTo>
                  <a:pt x="2160910" y="13637"/>
                </a:lnTo>
                <a:lnTo>
                  <a:pt x="2180203" y="13018"/>
                </a:lnTo>
                <a:lnTo>
                  <a:pt x="2199497" y="12427"/>
                </a:lnTo>
                <a:lnTo>
                  <a:pt x="2218791" y="11863"/>
                </a:lnTo>
                <a:lnTo>
                  <a:pt x="2238085" y="11325"/>
                </a:lnTo>
                <a:lnTo>
                  <a:pt x="2257379" y="10811"/>
                </a:lnTo>
                <a:lnTo>
                  <a:pt x="2276673" y="10320"/>
                </a:lnTo>
                <a:lnTo>
                  <a:pt x="2295966" y="9851"/>
                </a:lnTo>
                <a:lnTo>
                  <a:pt x="2315260" y="9404"/>
                </a:lnTo>
                <a:lnTo>
                  <a:pt x="2334554" y="8977"/>
                </a:lnTo>
                <a:lnTo>
                  <a:pt x="2353848" y="8570"/>
                </a:lnTo>
                <a:lnTo>
                  <a:pt x="2373142" y="8181"/>
                </a:lnTo>
                <a:lnTo>
                  <a:pt x="2392436" y="7809"/>
                </a:lnTo>
                <a:lnTo>
                  <a:pt x="2411730" y="7455"/>
                </a:lnTo>
                <a:lnTo>
                  <a:pt x="2431023" y="7116"/>
                </a:lnTo>
                <a:lnTo>
                  <a:pt x="2450317" y="6793"/>
                </a:lnTo>
                <a:lnTo>
                  <a:pt x="2469611" y="6485"/>
                </a:lnTo>
                <a:lnTo>
                  <a:pt x="2488905" y="6190"/>
                </a:lnTo>
                <a:lnTo>
                  <a:pt x="2508199" y="5909"/>
                </a:lnTo>
                <a:lnTo>
                  <a:pt x="2527493" y="5641"/>
                </a:lnTo>
                <a:lnTo>
                  <a:pt x="2546786" y="5385"/>
                </a:lnTo>
                <a:lnTo>
                  <a:pt x="2566080" y="5140"/>
                </a:lnTo>
                <a:lnTo>
                  <a:pt x="2585374" y="4907"/>
                </a:lnTo>
                <a:lnTo>
                  <a:pt x="2604668" y="4684"/>
                </a:lnTo>
                <a:lnTo>
                  <a:pt x="2623962" y="4471"/>
                </a:lnTo>
                <a:lnTo>
                  <a:pt x="2643256" y="4268"/>
                </a:lnTo>
                <a:lnTo>
                  <a:pt x="2662549" y="4075"/>
                </a:lnTo>
                <a:lnTo>
                  <a:pt x="2681843" y="3890"/>
                </a:lnTo>
                <a:lnTo>
                  <a:pt x="2701137" y="3713"/>
                </a:lnTo>
                <a:lnTo>
                  <a:pt x="2720431" y="3544"/>
                </a:lnTo>
                <a:lnTo>
                  <a:pt x="2739725" y="3383"/>
                </a:lnTo>
                <a:lnTo>
                  <a:pt x="2759019" y="3230"/>
                </a:lnTo>
                <a:lnTo>
                  <a:pt x="2778312" y="3083"/>
                </a:lnTo>
                <a:lnTo>
                  <a:pt x="2797606" y="2943"/>
                </a:lnTo>
                <a:lnTo>
                  <a:pt x="2816900" y="2809"/>
                </a:lnTo>
                <a:lnTo>
                  <a:pt x="2836194" y="2682"/>
                </a:lnTo>
                <a:lnTo>
                  <a:pt x="2855488" y="2560"/>
                </a:lnTo>
                <a:lnTo>
                  <a:pt x="2874782" y="2443"/>
                </a:lnTo>
                <a:lnTo>
                  <a:pt x="2894076" y="2332"/>
                </a:lnTo>
                <a:lnTo>
                  <a:pt x="2913369" y="2227"/>
                </a:lnTo>
                <a:lnTo>
                  <a:pt x="2932663" y="2125"/>
                </a:lnTo>
                <a:lnTo>
                  <a:pt x="2951957" y="2029"/>
                </a:lnTo>
                <a:lnTo>
                  <a:pt x="2971251" y="1937"/>
                </a:lnTo>
                <a:lnTo>
                  <a:pt x="2990545" y="1849"/>
                </a:lnTo>
                <a:lnTo>
                  <a:pt x="3009839" y="1765"/>
                </a:lnTo>
                <a:lnTo>
                  <a:pt x="3029132" y="1684"/>
                </a:lnTo>
                <a:lnTo>
                  <a:pt x="3048426" y="1608"/>
                </a:lnTo>
                <a:lnTo>
                  <a:pt x="3067720" y="1535"/>
                </a:lnTo>
                <a:lnTo>
                  <a:pt x="3087014" y="1465"/>
                </a:lnTo>
                <a:lnTo>
                  <a:pt x="3106308" y="1398"/>
                </a:lnTo>
                <a:lnTo>
                  <a:pt x="3125602" y="1335"/>
                </a:lnTo>
                <a:lnTo>
                  <a:pt x="3144895" y="1274"/>
                </a:lnTo>
                <a:lnTo>
                  <a:pt x="3164189" y="1216"/>
                </a:lnTo>
                <a:lnTo>
                  <a:pt x="3183483" y="1161"/>
                </a:lnTo>
                <a:lnTo>
                  <a:pt x="3202777" y="1108"/>
                </a:lnTo>
                <a:lnTo>
                  <a:pt x="3222071" y="1058"/>
                </a:lnTo>
                <a:lnTo>
                  <a:pt x="3241365" y="1010"/>
                </a:lnTo>
                <a:lnTo>
                  <a:pt x="3260658" y="964"/>
                </a:lnTo>
                <a:lnTo>
                  <a:pt x="3279952" y="920"/>
                </a:lnTo>
                <a:lnTo>
                  <a:pt x="3299246" y="878"/>
                </a:lnTo>
                <a:lnTo>
                  <a:pt x="3318540" y="838"/>
                </a:lnTo>
                <a:lnTo>
                  <a:pt x="3337834" y="800"/>
                </a:lnTo>
                <a:lnTo>
                  <a:pt x="3357128" y="763"/>
                </a:lnTo>
                <a:lnTo>
                  <a:pt x="3376422" y="729"/>
                </a:lnTo>
                <a:lnTo>
                  <a:pt x="3395715" y="695"/>
                </a:lnTo>
                <a:lnTo>
                  <a:pt x="3415009" y="664"/>
                </a:lnTo>
                <a:lnTo>
                  <a:pt x="3434303" y="634"/>
                </a:lnTo>
                <a:lnTo>
                  <a:pt x="3453597" y="605"/>
                </a:lnTo>
                <a:lnTo>
                  <a:pt x="3472891" y="577"/>
                </a:lnTo>
                <a:lnTo>
                  <a:pt x="3492185" y="551"/>
                </a:lnTo>
                <a:lnTo>
                  <a:pt x="3511478" y="526"/>
                </a:lnTo>
                <a:lnTo>
                  <a:pt x="3530772" y="502"/>
                </a:lnTo>
                <a:lnTo>
                  <a:pt x="3550066" y="479"/>
                </a:lnTo>
                <a:lnTo>
                  <a:pt x="3569360" y="457"/>
                </a:lnTo>
                <a:lnTo>
                  <a:pt x="3588654" y="436"/>
                </a:lnTo>
                <a:lnTo>
                  <a:pt x="3607948" y="416"/>
                </a:lnTo>
                <a:lnTo>
                  <a:pt x="3627241" y="397"/>
                </a:lnTo>
                <a:lnTo>
                  <a:pt x="3646535" y="379"/>
                </a:lnTo>
                <a:lnTo>
                  <a:pt x="3665829" y="362"/>
                </a:lnTo>
                <a:lnTo>
                  <a:pt x="3685123" y="345"/>
                </a:lnTo>
                <a:lnTo>
                  <a:pt x="3704417" y="329"/>
                </a:lnTo>
                <a:lnTo>
                  <a:pt x="3723711" y="314"/>
                </a:lnTo>
                <a:lnTo>
                  <a:pt x="3743004" y="300"/>
                </a:lnTo>
                <a:lnTo>
                  <a:pt x="3762298" y="286"/>
                </a:lnTo>
                <a:lnTo>
                  <a:pt x="3781592" y="273"/>
                </a:lnTo>
                <a:lnTo>
                  <a:pt x="3800886" y="261"/>
                </a:lnTo>
                <a:lnTo>
                  <a:pt x="3820180" y="249"/>
                </a:lnTo>
                <a:lnTo>
                  <a:pt x="3839474" y="237"/>
                </a:lnTo>
                <a:lnTo>
                  <a:pt x="3858768" y="226"/>
                </a:lnTo>
                <a:lnTo>
                  <a:pt x="3878061" y="216"/>
                </a:lnTo>
                <a:lnTo>
                  <a:pt x="3897355" y="206"/>
                </a:lnTo>
                <a:lnTo>
                  <a:pt x="3916649" y="197"/>
                </a:lnTo>
                <a:lnTo>
                  <a:pt x="3935943" y="188"/>
                </a:lnTo>
                <a:lnTo>
                  <a:pt x="3955237" y="179"/>
                </a:lnTo>
                <a:lnTo>
                  <a:pt x="3974531" y="171"/>
                </a:lnTo>
                <a:lnTo>
                  <a:pt x="3993824" y="163"/>
                </a:lnTo>
                <a:lnTo>
                  <a:pt x="4013118" y="155"/>
                </a:lnTo>
                <a:lnTo>
                  <a:pt x="4032412" y="148"/>
                </a:lnTo>
                <a:lnTo>
                  <a:pt x="4051706" y="141"/>
                </a:lnTo>
                <a:lnTo>
                  <a:pt x="4071000" y="135"/>
                </a:lnTo>
                <a:lnTo>
                  <a:pt x="4090294" y="129"/>
                </a:lnTo>
                <a:lnTo>
                  <a:pt x="4109587" y="123"/>
                </a:lnTo>
                <a:lnTo>
                  <a:pt x="4128881" y="117"/>
                </a:lnTo>
                <a:lnTo>
                  <a:pt x="4148175" y="112"/>
                </a:lnTo>
                <a:lnTo>
                  <a:pt x="4167469" y="106"/>
                </a:lnTo>
                <a:lnTo>
                  <a:pt x="4186763" y="101"/>
                </a:lnTo>
                <a:lnTo>
                  <a:pt x="4206057" y="97"/>
                </a:lnTo>
                <a:lnTo>
                  <a:pt x="4225350" y="92"/>
                </a:lnTo>
                <a:lnTo>
                  <a:pt x="4244644" y="88"/>
                </a:lnTo>
                <a:lnTo>
                  <a:pt x="4263938" y="84"/>
                </a:lnTo>
                <a:lnTo>
                  <a:pt x="4283232" y="80"/>
                </a:lnTo>
                <a:lnTo>
                  <a:pt x="4302526" y="76"/>
                </a:lnTo>
                <a:lnTo>
                  <a:pt x="4321820" y="73"/>
                </a:lnTo>
                <a:lnTo>
                  <a:pt x="4341113" y="69"/>
                </a:lnTo>
                <a:lnTo>
                  <a:pt x="4360407" y="66"/>
                </a:lnTo>
                <a:lnTo>
                  <a:pt x="4379701" y="63"/>
                </a:lnTo>
                <a:lnTo>
                  <a:pt x="4398995" y="60"/>
                </a:lnTo>
                <a:lnTo>
                  <a:pt x="4418289" y="57"/>
                </a:lnTo>
                <a:lnTo>
                  <a:pt x="4437583" y="54"/>
                </a:lnTo>
                <a:lnTo>
                  <a:pt x="4456877" y="52"/>
                </a:lnTo>
                <a:lnTo>
                  <a:pt x="4476170" y="49"/>
                </a:lnTo>
                <a:lnTo>
                  <a:pt x="4495464" y="47"/>
                </a:lnTo>
                <a:lnTo>
                  <a:pt x="4514758" y="45"/>
                </a:lnTo>
                <a:lnTo>
                  <a:pt x="4534052" y="43"/>
                </a:lnTo>
                <a:lnTo>
                  <a:pt x="4553346" y="41"/>
                </a:lnTo>
                <a:lnTo>
                  <a:pt x="4572640" y="39"/>
                </a:lnTo>
                <a:lnTo>
                  <a:pt x="4591933" y="37"/>
                </a:lnTo>
                <a:lnTo>
                  <a:pt x="4611227" y="35"/>
                </a:lnTo>
                <a:lnTo>
                  <a:pt x="4630521" y="33"/>
                </a:lnTo>
                <a:lnTo>
                  <a:pt x="4649815" y="32"/>
                </a:lnTo>
                <a:lnTo>
                  <a:pt x="4669109" y="30"/>
                </a:lnTo>
                <a:lnTo>
                  <a:pt x="4688403" y="29"/>
                </a:lnTo>
                <a:lnTo>
                  <a:pt x="4707696" y="27"/>
                </a:lnTo>
                <a:lnTo>
                  <a:pt x="4726990" y="26"/>
                </a:lnTo>
                <a:lnTo>
                  <a:pt x="4746284" y="25"/>
                </a:lnTo>
                <a:lnTo>
                  <a:pt x="4765578" y="23"/>
                </a:lnTo>
                <a:lnTo>
                  <a:pt x="4784872" y="22"/>
                </a:lnTo>
                <a:lnTo>
                  <a:pt x="4804166" y="21"/>
                </a:lnTo>
                <a:lnTo>
                  <a:pt x="4823459" y="20"/>
                </a:lnTo>
                <a:lnTo>
                  <a:pt x="4842753" y="19"/>
                </a:lnTo>
                <a:lnTo>
                  <a:pt x="4862047" y="18"/>
                </a:lnTo>
                <a:lnTo>
                  <a:pt x="4881341" y="17"/>
                </a:lnTo>
                <a:lnTo>
                  <a:pt x="4900635" y="16"/>
                </a:lnTo>
                <a:lnTo>
                  <a:pt x="4919929" y="15"/>
                </a:lnTo>
                <a:lnTo>
                  <a:pt x="4939223" y="14"/>
                </a:lnTo>
                <a:lnTo>
                  <a:pt x="4958516" y="14"/>
                </a:lnTo>
                <a:lnTo>
                  <a:pt x="4977810" y="13"/>
                </a:lnTo>
                <a:lnTo>
                  <a:pt x="4997104" y="12"/>
                </a:lnTo>
                <a:lnTo>
                  <a:pt x="5016398" y="12"/>
                </a:lnTo>
                <a:lnTo>
                  <a:pt x="5035692" y="11"/>
                </a:lnTo>
                <a:lnTo>
                  <a:pt x="5054986" y="10"/>
                </a:lnTo>
                <a:lnTo>
                  <a:pt x="5074279" y="10"/>
                </a:lnTo>
                <a:lnTo>
                  <a:pt x="5093573" y="9"/>
                </a:lnTo>
                <a:lnTo>
                  <a:pt x="5112867" y="9"/>
                </a:lnTo>
                <a:lnTo>
                  <a:pt x="5132161" y="8"/>
                </a:lnTo>
                <a:lnTo>
                  <a:pt x="5151455" y="8"/>
                </a:lnTo>
                <a:lnTo>
                  <a:pt x="5170749" y="7"/>
                </a:lnTo>
                <a:lnTo>
                  <a:pt x="5190042" y="7"/>
                </a:lnTo>
                <a:lnTo>
                  <a:pt x="5209336" y="6"/>
                </a:lnTo>
                <a:lnTo>
                  <a:pt x="5228630" y="6"/>
                </a:lnTo>
                <a:lnTo>
                  <a:pt x="5247924" y="6"/>
                </a:lnTo>
                <a:lnTo>
                  <a:pt x="5267218" y="5"/>
                </a:lnTo>
                <a:lnTo>
                  <a:pt x="5286512" y="5"/>
                </a:lnTo>
                <a:lnTo>
                  <a:pt x="5305805" y="5"/>
                </a:lnTo>
                <a:lnTo>
                  <a:pt x="5325099" y="4"/>
                </a:lnTo>
                <a:lnTo>
                  <a:pt x="5344393" y="4"/>
                </a:lnTo>
                <a:lnTo>
                  <a:pt x="5363687" y="4"/>
                </a:lnTo>
                <a:lnTo>
                  <a:pt x="5382981" y="3"/>
                </a:lnTo>
                <a:lnTo>
                  <a:pt x="5402275" y="3"/>
                </a:lnTo>
                <a:lnTo>
                  <a:pt x="5421569" y="3"/>
                </a:lnTo>
                <a:lnTo>
                  <a:pt x="5440862" y="3"/>
                </a:lnTo>
                <a:lnTo>
                  <a:pt x="5460156" y="2"/>
                </a:lnTo>
                <a:lnTo>
                  <a:pt x="5479450" y="2"/>
                </a:lnTo>
                <a:lnTo>
                  <a:pt x="5498744" y="2"/>
                </a:lnTo>
                <a:lnTo>
                  <a:pt x="5518038" y="2"/>
                </a:lnTo>
                <a:lnTo>
                  <a:pt x="5537332" y="2"/>
                </a:lnTo>
                <a:lnTo>
                  <a:pt x="5556625" y="1"/>
                </a:lnTo>
                <a:lnTo>
                  <a:pt x="5575919" y="1"/>
                </a:lnTo>
                <a:lnTo>
                  <a:pt x="5595213" y="1"/>
                </a:lnTo>
                <a:lnTo>
                  <a:pt x="5614507" y="1"/>
                </a:lnTo>
                <a:lnTo>
                  <a:pt x="5633801" y="1"/>
                </a:lnTo>
                <a:lnTo>
                  <a:pt x="5653095" y="1"/>
                </a:lnTo>
                <a:lnTo>
                  <a:pt x="5672388" y="0"/>
                </a:lnTo>
                <a:lnTo>
                  <a:pt x="5691682" y="0"/>
                </a:lnTo>
                <a:lnTo>
                  <a:pt x="5710976" y="0"/>
                </a:lnTo>
                <a:lnTo>
                  <a:pt x="5730270" y="0"/>
                </a:lnTo>
                <a:lnTo>
                  <a:pt x="5749564" y="0"/>
                </a:lnTo>
                <a:lnTo>
                  <a:pt x="5768858" y="0"/>
                </a:lnTo>
                <a:lnTo>
                  <a:pt x="5788151" y="0"/>
                </a:lnTo>
              </a:path>
            </a:pathLst>
          </a:custGeom>
          <a:noFill/>
          <a:ln w="3302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6112" y="5358384"/>
            <a:ext cx="182880" cy="411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294376"/>
            <a:ext cx="123992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kP alto, sem D: oscila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92654" y="5358384"/>
            <a:ext cx="18288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39542" y="5294376"/>
            <a:ext cx="1399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mesmo kP + kD: amortecido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5294376"/>
            <a:ext cx="5788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>
                <a:solidFill>
                  <a:srgbClr val="8DA2C0"/>
                </a:solidFill>
                <a:latin typeface="Segoe UI"/>
              </a:rPr>
              <a:t>tempo (s)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3" y="209397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DA2C0"/>
                </a:solidFill>
                <a:latin typeface="Segoe UI"/>
              </a:rPr>
              <a:t>posicao (normalizada)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1874519"/>
            <a:ext cx="4773168" cy="16002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86600" y="1874519"/>
            <a:ext cx="50292" cy="1600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20" y="2002535"/>
            <a:ext cx="4224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A78BFA"/>
                </a:solidFill>
                <a:latin typeface="Consolas"/>
              </a:rPr>
              <a:t>o termo D amplifica x50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24344" y="2386583"/>
            <a:ext cx="4389120" cy="1014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variacao do erro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d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erro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erroAnterior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/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dt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saida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kP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*erro + kD*d;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dt = 0.02 -&gt; dividir por 0.02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           = multiplicar por 50</a:t>
            </a:r>
          </a:p>
        </p:txBody>
      </p:sp>
      <p:sp>
        <p:nvSpPr>
          <p:cNvPr id="43" name="Oval 42"/>
          <p:cNvSpPr/>
          <p:nvPr/>
        </p:nvSpPr>
        <p:spPr>
          <a:xfrm>
            <a:off x="7086600" y="371246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42631" y="3611880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Serve para amortecer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42631" y="3886200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Permite usar kP maior sem oscilar.</a:t>
            </a:r>
          </a:p>
        </p:txBody>
      </p:sp>
      <p:sp>
        <p:nvSpPr>
          <p:cNvPr id="46" name="Oval 45"/>
          <p:cNvSpPr/>
          <p:nvPr/>
        </p:nvSpPr>
        <p:spPr>
          <a:xfrm>
            <a:off x="7086600" y="4498848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42631" y="4398264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Amplifica ruído do encoder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2631" y="4672584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Divide por dt = multiplica por 50. Um pulso de ruído vira um soco no motor.</a:t>
            </a:r>
          </a:p>
        </p:txBody>
      </p:sp>
      <p:sp>
        <p:nvSpPr>
          <p:cNvPr id="49" name="Oval 48"/>
          <p:cNvSpPr/>
          <p:nvPr/>
        </p:nvSpPr>
        <p:spPr>
          <a:xfrm>
            <a:off x="7086600" y="528523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42631" y="5184648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Comece com 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2631" y="5458968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Só entre com D se o kP que você precisa já oscila.</a:t>
            </a:r>
          </a:p>
        </p:txBody>
      </p:sp>
      <p:sp>
        <p:nvSpPr>
          <p:cNvPr id="52" name="Oval 51"/>
          <p:cNvSpPr/>
          <p:nvPr/>
        </p:nvSpPr>
        <p:spPr>
          <a:xfrm>
            <a:off x="7086600" y="6071616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42631" y="5971032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Nos nossos labs: kD = 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42631" y="6245352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lab5, lab6 e lab9 — todos. E funciona.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PIDController na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Os seis métodos que você vai usar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O resto da classe é detalhe. Estes seis resolvem a prova.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74519"/>
            <a:ext cx="5943600" cy="40233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874519"/>
            <a:ext cx="50292" cy="40233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5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o ciclo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86583"/>
            <a:ext cx="5559552" cy="3438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import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edu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wpi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first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wpilibj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controller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PIDController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1. criar (uma vez, no construtor do comando)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PIDController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pid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PIDController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kP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kI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kD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2. configurar quando e "chegou"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pid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setTolerance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FBBF24"/>
                </a:solidFill>
                <a:latin typeface="Consolas"/>
              </a:rPr>
              <a:t>5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BBF24"/>
                </a:solidFill>
                <a:latin typeface="Consolas"/>
              </a:rPr>
              <a:t>10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5 mm, 10 mm/s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3. para angulo: -180 e 180 sao vizinhos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pid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enableContinuousInput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000">
                <a:solidFill>
                  <a:srgbClr val="FBBF24"/>
                </a:solidFill>
                <a:latin typeface="Consolas"/>
              </a:rPr>
              <a:t>180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BBF24"/>
                </a:solidFill>
                <a:latin typeface="Consolas"/>
              </a:rPr>
              <a:t>180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4. zerar no initialize()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pid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reset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5. calcular, a cada 20 ms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saida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pid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medido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alvo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6. terminar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return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pid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atSetpoint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920240"/>
            <a:ext cx="5367528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202996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MÉTODO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3184" y="2029968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O QUE RECEBE / DEVOLVE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322576"/>
            <a:ext cx="5367528" cy="56692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2404872"/>
            <a:ext cx="26151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new PIDController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3184" y="2404872"/>
            <a:ext cx="23134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kP, kI, kD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971800"/>
            <a:ext cx="26151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setTolerance(p, 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2971800"/>
            <a:ext cx="23134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Posição e velocidade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456432"/>
            <a:ext cx="5367528" cy="56692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538728"/>
            <a:ext cx="26151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calculate(medido, alvo)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3538728"/>
            <a:ext cx="23134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→ saída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4105656"/>
            <a:ext cx="26151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atSetpoint()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3184" y="4105656"/>
            <a:ext cx="23134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→ boolean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590288"/>
            <a:ext cx="5367528" cy="56692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4672584"/>
            <a:ext cx="26151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reset()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4672584"/>
            <a:ext cx="23134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Zera I e memória do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5239512"/>
            <a:ext cx="26151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enableContinuousInput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5239512"/>
            <a:ext cx="23134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Faixa circular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5532120"/>
            <a:ext cx="5367528" cy="86868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5532120"/>
            <a:ext cx="54864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59" y="5715000"/>
            <a:ext cx="48188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59E0B"/>
                </a:solidFill>
                <a:latin typeface="Segoe UI"/>
              </a:rPr>
              <a:t>→  VERSÃO DO WPILIB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59" y="6062472"/>
            <a:ext cx="4818888" cy="210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2020 (nosso repo): edu.wpi.first.wpilibj.controller.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2023+: edu.wpi.first.math.controller. Mesma API, pacote diferente.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CÓDIGO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lab5Pid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PID de posição, do nosso repositório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DriveToDistance com PIDController puro — o ponto de partida.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37360"/>
            <a:ext cx="7498079" cy="48920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737360"/>
            <a:ext cx="50292" cy="48920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865376"/>
            <a:ext cx="6949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lab5Pid/src/main/java/frc/robot/commands/DriveToDistance.java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49424"/>
            <a:ext cx="7114031" cy="430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PIDController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pidController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kP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0.05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kI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kD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950">
                <a:solidFill>
                  <a:srgbClr val="6B7F9B"/>
                </a:solidFill>
                <a:latin typeface="Consolas"/>
              </a:rPr>
              <a:t>// ganhos como campo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DriveToDistance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milimetro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pidController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PIDController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kP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kI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kD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addRequirements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omniDrive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distanceSetpoint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milimetro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           </a:t>
            </a:r>
            <a:r>
              <a:rPr b="0" i="1" sz="950">
                <a:solidFill>
                  <a:srgbClr val="6B7F9B"/>
                </a:solidFill>
                <a:latin typeface="Consolas"/>
              </a:rPr>
              <a:t>// ATENCAO: em mm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initialize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pidController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reset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                  </a:t>
            </a:r>
            <a:r>
              <a:rPr b="0" i="1" sz="950">
                <a:solidFill>
                  <a:srgbClr val="6B7F9B"/>
                </a:solidFill>
                <a:latin typeface="Consolas"/>
              </a:rPr>
              <a:t>// zera a memoria de I e D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pidController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setTolerance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5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          </a:t>
            </a:r>
            <a:r>
              <a:rPr b="0" i="1" sz="950">
                <a:solidFill>
                  <a:srgbClr val="6B7F9B"/>
                </a:solidFill>
                <a:latin typeface="Consolas"/>
              </a:rPr>
              <a:t>// 5 mm = "cheguei"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omniDrive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resetEncoders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omniDrive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resetYaw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execute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pidController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  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omniDrive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getAverageForwardEncoderDistance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distanceSetpoint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omniDrive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holonomicDrive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SmartDashboard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putNumber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86EFAC"/>
                </a:solidFill>
                <a:latin typeface="Consolas"/>
              </a:rPr>
              <a:t>"Setpoint distancia"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distanceSetpoint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boolean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isFinished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return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pidController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atSetpoint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8001000" y="202082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920240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Ganhos em campo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194560"/>
            <a:ext cx="3630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8DA2C0"/>
                </a:solidFill>
                <a:latin typeface="Segoe UI"/>
              </a:rPr>
              <a:t>kP, kI, kD como variáveis: ajuste rápido na bancada.</a:t>
            </a:r>
          </a:p>
        </p:txBody>
      </p:sp>
      <p:sp>
        <p:nvSpPr>
          <p:cNvPr id="16" name="Oval 15"/>
          <p:cNvSpPr/>
          <p:nvPr/>
        </p:nvSpPr>
        <p:spPr>
          <a:xfrm>
            <a:off x="8001000" y="289864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2798064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reset no initialize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3072384"/>
            <a:ext cx="3630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8DA2C0"/>
                </a:solidFill>
                <a:latin typeface="Segoe UI"/>
              </a:rPr>
              <a:t>Cada acionamento começa limpo.</a:t>
            </a:r>
          </a:p>
        </p:txBody>
      </p:sp>
      <p:sp>
        <p:nvSpPr>
          <p:cNvPr id="19" name="Oval 18"/>
          <p:cNvSpPr/>
          <p:nvPr/>
        </p:nvSpPr>
        <p:spPr>
          <a:xfrm>
            <a:off x="8001000" y="3776472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3675887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Telemetria dos dois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3950207"/>
            <a:ext cx="3630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8DA2C0"/>
                </a:solidFill>
                <a:latin typeface="Segoe UI"/>
              </a:rPr>
              <a:t>Publica medição E setpoint — é assim que se sintoniza.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0" y="4654296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4553712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atSetpoint no fim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4828031"/>
            <a:ext cx="3630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8DA2C0"/>
                </a:solidFill>
                <a:latin typeface="Segoe UI"/>
              </a:rPr>
              <a:t>O controlador decide quando acabou.</a:t>
            </a:r>
          </a:p>
        </p:txBody>
      </p:sp>
      <p:sp>
        <p:nvSpPr>
          <p:cNvPr id="25" name="Oval 24"/>
          <p:cNvSpPr/>
          <p:nvPr/>
        </p:nvSpPr>
        <p:spPr>
          <a:xfrm>
            <a:off x="8001000" y="5532120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1" y="5431536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Unidade: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5705855"/>
            <a:ext cx="3630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8DA2C0"/>
                </a:solidFill>
                <a:latin typeface="Segoe UI"/>
              </a:rPr>
              <a:t>O encoder reporta mm, então o setpoint é mm.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CÓDIGO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lab9OmniDrive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PID de velocidade, um por roda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O caso mais útil de PID num robô holonômico: fazer a roda girar no RPM pedido.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83080"/>
            <a:ext cx="7086600" cy="44348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783080"/>
            <a:ext cx="50292" cy="44348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911096"/>
            <a:ext cx="6537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lab9OmniDrive/subsystems/OmnidriveSubsystem.java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95144"/>
            <a:ext cx="6702552" cy="3849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um controlador por roda, criados como campo do subsystem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PIDController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pid1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PIDController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DriveConstants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kP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DriveConstants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kI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DriveConstants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... pid2, pid3 iguais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driveRobotOriented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vx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vy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wz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1. cinematica: fracao de potencia desejada por roda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targetPercent1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vx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wz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... 2 e 3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2. fracao -&gt; RPM desejado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targetRPM1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targetPercent1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* DriveConstants.kMaxRPM;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3. RPM real, medido pelo encoder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currentRPM1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getRPM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4. o PID fecha a malha de VELOCIDADE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output1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pid1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currentRPM1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targetRPM1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output1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828800"/>
            <a:ext cx="4270248" cy="12344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828800"/>
            <a:ext cx="4270248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2029968"/>
            <a:ext cx="3904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34D399"/>
                </a:solidFill>
                <a:latin typeface="Segoe UI"/>
              </a:rPr>
              <a:t>GANHOS REAIS DO LAB9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2340864"/>
            <a:ext cx="390448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kP = 0.005   kI = 0.001   kD = 0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erro em RPM (máx. 150 RPM)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3200400"/>
            <a:ext cx="4270248" cy="12344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3200400"/>
            <a:ext cx="427024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3401568"/>
            <a:ext cx="3904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22D3EE"/>
                </a:solidFill>
                <a:latin typeface="Segoe UI"/>
              </a:rPr>
              <a:t>POR QUE VELOCIDADE?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3712464"/>
            <a:ext cx="390448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Roda que derrapa ou trava deixa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de obedecer. Fechar em RPM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iguala as três rodas.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4572000"/>
            <a:ext cx="4270248" cy="137160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20" y="4572000"/>
            <a:ext cx="5486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754880"/>
            <a:ext cx="3721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59E0B"/>
                </a:solidFill>
                <a:latin typeface="Segoe UI"/>
              </a:rPr>
              <a:t>→  GUARDE ESTE DETALHE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102352"/>
            <a:ext cx="372160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kI = 0.001 está ali para vencer o atrito que o P não vence. É exatamente o trabalho que um feedforward kV faria — melhor e mais rápido. Volto nisso no bloco 03.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SINTONIA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A receita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Como sintonizar sem chutar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Sempre nesta ordem. Um ganho por vez, com a telemetria aberta.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65960"/>
            <a:ext cx="11530584" cy="667512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65960"/>
            <a:ext cx="64008" cy="66751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3969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2D3EE"/>
                </a:solidFill>
                <a:latin typeface="Segoe U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57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Prepare a medição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317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Publique medição e setpoint no SmartDashboard. Sem gráfico, você está no escuro.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" y="2715768"/>
            <a:ext cx="11530584" cy="667512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" y="2715768"/>
            <a:ext cx="64008" cy="66751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8950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2D3EE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8072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Zere tudo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81527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kP = kI = kD = 0. Robô suspenso ou em área livre.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" y="3465575"/>
            <a:ext cx="11530584" cy="667512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" y="3465575"/>
            <a:ext cx="64008" cy="66751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639311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4D399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557015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Suba o kP até oscilar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31335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Dobre a cada tentativa. Quando começar a oscilar, volte para a metade.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" y="4215383"/>
            <a:ext cx="11530584" cy="667512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" y="4215383"/>
            <a:ext cx="64008" cy="66751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8912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A78BFA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306823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Só então pense no kD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58114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Se o kP que você precisa oscila, adicione kD aos poucos para amortecer.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" y="4965192"/>
            <a:ext cx="11530584" cy="667512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" y="4965192"/>
            <a:ext cx="64008" cy="6675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3892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59E0B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05663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kI por último, e com limite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330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Só se sobrar erro permanente. Use setIntegratorRange.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" y="5715000"/>
            <a:ext cx="11530584" cy="667512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" y="5715000"/>
            <a:ext cx="64008" cy="66751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88873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472B6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806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Valide com a bateria baixa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6080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O que funciona a 12,6 V pode falhar a 11,5 V.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184" y="6355080"/>
            <a:ext cx="11530584" cy="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0B11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9184" y="6355080"/>
            <a:ext cx="54864" cy="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3" y="653796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0B1120"/>
                </a:solidFill>
                <a:latin typeface="Segoe UI"/>
              </a:rPr>
              <a:t> 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3" y="6885432"/>
            <a:ext cx="10981944" cy="-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" y="6309360"/>
            <a:ext cx="11530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59E0B"/>
                </a:solidFill>
                <a:latin typeface="Segoe UI"/>
              </a:rPr>
              <a:t>Anote cada tentativa: ganho, o que você viu, o que mudou. Sintonia sem registro é tentativa e erro infinito.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Sintoma → 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robô está fazendo isso? Faça aquilo.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Tabela de bancada. Decore ou imprima.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96596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075688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SINTOMA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20756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CAUSA PROVÁVEL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075688"/>
            <a:ext cx="4489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O QUE FAZER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2368296"/>
            <a:ext cx="11530584" cy="576072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450591"/>
            <a:ext cx="33467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Para antes do alvo e fica lá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2450591"/>
            <a:ext cx="307238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kP não vence o atrito no fim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450591"/>
            <a:ext cx="445312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Aumente kP; se persistir, kI pequeno ou feedforward 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026663"/>
            <a:ext cx="33467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Passa do alvo e volta (overshoot)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3026663"/>
            <a:ext cx="307238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kP alto demais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3026663"/>
            <a:ext cx="445312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Reduza kP; ou adicione kD; ou use motion profile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3520439"/>
            <a:ext cx="11530584" cy="576072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602735"/>
            <a:ext cx="33467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Oscila sem parar / treme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3602735"/>
            <a:ext cx="307238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kP alto, ou kD amplificando ruído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3602735"/>
            <a:ext cx="445312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Reduza kP e kD; filtre a medição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178807"/>
            <a:ext cx="33467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Chega rápido e depois foge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1648" y="4178807"/>
            <a:ext cx="307238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Sinal invertido em algum lugar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178807"/>
            <a:ext cx="445312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Confira ordem calculate(medido, alvo) e sinal do encoder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" y="4672583"/>
            <a:ext cx="11530584" cy="576072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4754879"/>
            <a:ext cx="33467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Dispara ao destravar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41648" y="4754879"/>
            <a:ext cx="307238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Integral windup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3488" y="4754879"/>
            <a:ext cx="445312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setIntegratorRange, reset no initialize, ou kI =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5330951"/>
            <a:ext cx="33467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Diz “cheguei” passando voando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1648" y="5330951"/>
            <a:ext cx="307238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Tolerância só de posição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5330951"/>
            <a:ext cx="445312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setTolerance(posição, velocidade)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" y="5824727"/>
            <a:ext cx="11530584" cy="576072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5907023"/>
            <a:ext cx="33467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Gira 350° em vez de 10°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1648" y="5907023"/>
            <a:ext cx="307238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Ângulo sem faixa circular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3488" y="5907023"/>
            <a:ext cx="445312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enableContinuousInput(-180, 180)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ARMADILHAS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que dá errado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Seis erros de PID que compilam perfeitamente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Nenhum deles gera aviso. Todos custam tempo de pista.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2011680"/>
            <a:ext cx="5596128" cy="10058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2011680"/>
            <a:ext cx="54864" cy="10058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3225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87171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219456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Criar o controlador no execute()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542032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DA2C0"/>
                </a:solidFill>
                <a:latin typeface="Segoe UI"/>
              </a:rPr>
              <a:t>Nasce de novo a cada 20 ms: I e D nunca funcionam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" y="3108960"/>
            <a:ext cx="5596128" cy="10058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" y="3108960"/>
            <a:ext cx="54864" cy="10058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341985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87171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329184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Esquecer o reset() no initialize()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3639312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DA2C0"/>
                </a:solidFill>
                <a:latin typeface="Segoe UI"/>
              </a:rPr>
              <a:t>Herda a integral do acionamento anterior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" y="4206240"/>
            <a:ext cx="5596128" cy="10058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" y="4206240"/>
            <a:ext cx="54864" cy="10058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45171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87171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43891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calculate(alvo, medido)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4736592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DA2C0"/>
                </a:solidFill>
                <a:latin typeface="Segoe UI"/>
              </a:rPr>
              <a:t>Erro invertido: o robô foge do alvo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011680"/>
            <a:ext cx="5596128" cy="10058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011680"/>
            <a:ext cx="54864" cy="10058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23225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87171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19456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Misturar unidades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542032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DA2C0"/>
                </a:solidFill>
                <a:latin typeface="Segoe UI"/>
              </a:rPr>
              <a:t>Ganho ajustado em mm, setpoint em metros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108960"/>
            <a:ext cx="5596128" cy="10058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108960"/>
            <a:ext cx="54864" cy="10058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341985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87171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29184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Chamar calculate() 2× por ciclo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639312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DA2C0"/>
                </a:solidFill>
                <a:latin typeface="Segoe UI"/>
              </a:rPr>
              <a:t>O termo D vê dt errado e enlouquece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206240"/>
            <a:ext cx="5596128" cy="10058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206240"/>
            <a:ext cx="54864" cy="10058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45171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87171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3891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Confiar no atSetpoint() sem tolerância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736592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DA2C0"/>
                </a:solidFill>
                <a:latin typeface="Segoe UI"/>
              </a:rPr>
              <a:t>Termina cedo, termina nunca, ou termina voando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184" y="5440680"/>
            <a:ext cx="11530584" cy="91440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9184" y="5440680"/>
            <a:ext cx="54864" cy="9144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3" y="562356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34D399"/>
                </a:solidFill>
                <a:latin typeface="Segoe UI"/>
              </a:rPr>
              <a:t>★  O TESTE DE 10 SEGUNDOS QUE PEGA QUASE TUDO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3" y="5971032"/>
            <a:ext cx="10981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Com o robô suspenso, mande um setpoint pequeno e olhe o SmartDashboard: a medição persegue o setpoint? Se ela se afasta, é sinal. Se ela trava antes, é atrito. Se ela treme, é ganho.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Feedforward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Prever o esforço em vez de esperar o erro aparecer.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F59E0B"/>
                </a:solidFill>
                <a:latin typeface="Segoe UI"/>
              </a:rPr>
              <a:t>10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03 · CONCEITO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Prever × reagir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Feedforward é conhecimento, não correção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Você já sabe quanta potência o motor precisa. Por que esperar o erro?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7627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F87171"/>
                </a:solidFill>
                <a:latin typeface="Segoe UI"/>
              </a:rPr>
              <a:t>PID — REATIVO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42032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EAF1FB"/>
                </a:solidFill>
                <a:latin typeface="Segoe UI"/>
              </a:rPr>
              <a:t>1. o robô atrasa</a:t>
            </a:r>
          </a:p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EAF1FB"/>
                </a:solidFill>
                <a:latin typeface="Segoe UI"/>
              </a:rPr>
              <a:t>2. o erro aparece</a:t>
            </a:r>
          </a:p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EAF1FB"/>
                </a:solidFill>
                <a:latin typeface="Segoe UI"/>
              </a:rPr>
              <a:t>3. o PID aumenta a saída</a:t>
            </a:r>
          </a:p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EAF1FB"/>
                </a:solidFill>
                <a:latin typeface="Segoe UI"/>
              </a:rPr>
              <a:t>4. o robô corrige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749039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F87171"/>
                </a:solidFill>
                <a:latin typeface="Segoe UI"/>
              </a:rPr>
              <a:t>Sempre um passo atrás do movimento.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96128" cy="2286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217627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34D399"/>
                </a:solidFill>
                <a:latin typeface="Segoe UI"/>
              </a:rPr>
              <a:t>FEEDFORWARD — PREDITIVO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2542032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EAF1FB"/>
                </a:solidFill>
                <a:latin typeface="Segoe UI"/>
              </a:rPr>
              <a:t>1. eu quero 100 RPM</a:t>
            </a:r>
          </a:p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EAF1FB"/>
                </a:solidFill>
                <a:latin typeface="Segoe UI"/>
              </a:rPr>
              <a:t>2. eu SEI que 100 RPM pede ~0,7</a:t>
            </a:r>
          </a:p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EAF1FB"/>
                </a:solidFill>
                <a:latin typeface="Segoe UI"/>
              </a:rPr>
              <a:t>3. mando 0,7 na hora</a:t>
            </a:r>
          </a:p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EAF1FB"/>
                </a:solidFill>
                <a:latin typeface="Segoe UI"/>
              </a:rPr>
              <a:t>4. o erro nem chega a nascer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3749039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34D399"/>
                </a:solidFill>
                <a:latin typeface="Segoe UI"/>
              </a:rPr>
              <a:t>Age junto com o movimento.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" y="4389120"/>
            <a:ext cx="11530584" cy="10515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" y="4389120"/>
            <a:ext cx="502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4517136"/>
            <a:ext cx="109819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o padrao que a WPILib recomenda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901184"/>
            <a:ext cx="11146536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2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saida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feedforward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0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velocidadeDesejada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200">
                <a:solidFill>
                  <a:srgbClr val="6B7F9B"/>
                </a:solidFill>
                <a:latin typeface="Consolas"/>
              </a:rPr>
              <a:t>// o grosso do esforco: previsto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DCE6F2"/>
                </a:solidFill>
                <a:latin typeface="Consolas"/>
              </a:rPr>
              <a:t>             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pid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0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velocidadeMedida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velocidadeDesejada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 </a:t>
            </a:r>
            <a:r>
              <a:rPr b="0" i="1" sz="1200">
                <a:solidFill>
                  <a:srgbClr val="6B7F9B"/>
                </a:solidFill>
                <a:latin typeface="Consolas"/>
              </a:rPr>
              <a:t>// o resto: corrigido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" y="5577840"/>
            <a:ext cx="11530584" cy="82296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" y="557784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3" y="576072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59E0B"/>
                </a:solidFill>
                <a:latin typeface="Segoe UI"/>
              </a:rPr>
              <a:t>→  DIVISÃO DE TRABALHO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3" y="6108192"/>
            <a:ext cx="109819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Feedforward entrega ~90% do esforço. O PID só limpa o que o modelo não previu: tapete, rampa, bateria caindo, uma roda mais apertada que a outra.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03 ·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kS, kV, 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Três constantes descrevem o seu 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saída = kS · sinal(v)  +  kV · v  +  kA ·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3730752" cy="310896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21488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22D3EE"/>
                </a:solidFill>
                <a:latin typeface="Consolas"/>
              </a:rPr>
              <a:t>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150">
                <a:solidFill>
                  <a:srgbClr val="8DA2C0"/>
                </a:solidFill>
                <a:latin typeface="Consolas"/>
              </a:rPr>
              <a:t>static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3" y="31272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Vencer o atrito de partida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3" y="361188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O mínimo para a roda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SAIR do lugar.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Medido empurrando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0,01 por vez.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920240"/>
            <a:ext cx="3730752" cy="310896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1488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4D399"/>
                </a:solidFill>
                <a:latin typeface="Consolas"/>
              </a:rPr>
              <a:t>kV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150">
                <a:solidFill>
                  <a:srgbClr val="8DA2C0"/>
                </a:solidFill>
                <a:latin typeface="Consolas"/>
              </a:rPr>
              <a:t>velocity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1272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Manter a velocidade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61188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Quanto de saída por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unidade de velocidade.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O termo que faz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mais diferença.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1" y="1920240"/>
            <a:ext cx="3730752" cy="310896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21488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A78BFA"/>
                </a:solidFill>
                <a:latin typeface="Consolas"/>
              </a:rPr>
              <a:t>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150">
                <a:solidFill>
                  <a:srgbClr val="8DA2C0"/>
                </a:solidFill>
                <a:latin typeface="Consolas"/>
              </a:rPr>
              <a:t>acceleration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1272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Acelerar a massa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61188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Esforço extra enquanto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está mudando de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velocidade. Opcional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no começo.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" y="5102352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52120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CONSTANTE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5212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SIGNIFICADO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5212080"/>
            <a:ext cx="6135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COMO MEDIR NA BANCADA EM 5 MINUTOS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" y="5504688"/>
            <a:ext cx="11530584" cy="38404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5586984"/>
            <a:ext cx="1700784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5586984"/>
            <a:ext cx="3072384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Saída mínima para mover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87568" y="5586984"/>
            <a:ext cx="609904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Suba 0,01 por vez até a roda girar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5971032"/>
            <a:ext cx="1700784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kV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5728" y="5971032"/>
            <a:ext cx="3072384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Saída por velocidade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7568" y="5971032"/>
            <a:ext cx="609904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Fixe a saída em 0,5; leia o RPM estável; kV = 0,5 / RPM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" y="6272784"/>
            <a:ext cx="11530584" cy="38404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6355080"/>
            <a:ext cx="1700784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kA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5728" y="6355080"/>
            <a:ext cx="3072384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Saída por aceleração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7568" y="6355080"/>
            <a:ext cx="609904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Comece com 0. Só acrescente se o perfil for agressivo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03 ·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SimpleMotorFeedforward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 classe pronta do WPILib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Três linhas para implantar. O cuidado está na unidade.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28800"/>
            <a:ext cx="6675120" cy="41148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828800"/>
            <a:ext cx="50292" cy="411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956816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59E0B"/>
                </a:solidFill>
                <a:latin typeface="Consolas"/>
              </a:rPr>
              <a:t>implantacao em 3 passos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40864"/>
            <a:ext cx="6291072" cy="352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import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edu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wpi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first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wpilibj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controller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SimpleMotorFeedforward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1. criar com as constantes medidas (campo do subsystem)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SimpleMotorFeedforward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ff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SimpleMotorFeedforward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kV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kA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2. prever o esforco para a velocidade desejada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saida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ff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velocidadeDesejada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3. ou, com o perfil, tambem com a aceleracao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saida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ff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velDesejada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acelDesejada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ATENCAO A UNIDADE DA SAIDA: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a classe nao sabe se kS/kV estao em volts ou em fracao.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Se mediu em fracao de saida (0 a 1):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saida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Se mediu em VOLTS (padrao da documentacao WPILib):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saida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/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RobotController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getBatteryVoltage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</p:txBody>
      </p:sp>
      <p:sp>
        <p:nvSpPr>
          <p:cNvPr id="13" name="Oval 12"/>
          <p:cNvSpPr/>
          <p:nvPr/>
        </p:nvSpPr>
        <p:spPr>
          <a:xfrm>
            <a:off x="7178040" y="202082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1" y="1920240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É só uma conta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4071" y="2194560"/>
            <a:ext cx="4425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Nenhum estado interno, nenhum reset, nada para zerar.</a:t>
            </a:r>
          </a:p>
        </p:txBody>
      </p:sp>
      <p:sp>
        <p:nvSpPr>
          <p:cNvPr id="16" name="Oval 15"/>
          <p:cNvSpPr/>
          <p:nvPr/>
        </p:nvSpPr>
        <p:spPr>
          <a:xfrm>
            <a:off x="7178040" y="298094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71" y="2880360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Não precisa de sensor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4071" y="3154680"/>
            <a:ext cx="4425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Ele prevê. Medir é trabalho do PID.</a:t>
            </a:r>
          </a:p>
        </p:txBody>
      </p:sp>
      <p:sp>
        <p:nvSpPr>
          <p:cNvPr id="19" name="Oval 18"/>
          <p:cNvSpPr/>
          <p:nvPr/>
        </p:nvSpPr>
        <p:spPr>
          <a:xfrm>
            <a:off x="7178040" y="394106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4071" y="3840480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Sozinho não corrige nada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1" y="4114800"/>
            <a:ext cx="4425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Se o modelo errar, o erro fica. Por isso vai com PID.</a:t>
            </a:r>
          </a:p>
        </p:txBody>
      </p:sp>
      <p:sp>
        <p:nvSpPr>
          <p:cNvPr id="22" name="Oval 21"/>
          <p:cNvSpPr/>
          <p:nvPr/>
        </p:nvSpPr>
        <p:spPr>
          <a:xfrm>
            <a:off x="7178040" y="49011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4071" y="4800600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Unidade é tudo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1" y="5074920"/>
            <a:ext cx="4425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volts ÷ 12 ou fração de saída. Escolha uma e documente no Constants.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4846320"/>
            <a:ext cx="4681728" cy="109728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78040" y="4846320"/>
            <a:ext cx="54864" cy="10972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5029200"/>
            <a:ext cx="41330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34D399"/>
                </a:solidFill>
                <a:latin typeface="Segoe UI"/>
              </a:rPr>
              <a:t>★  VARIANTE ÚTIL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5376672"/>
            <a:ext cx="41330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ff.maxAchievableVelocity(12.0, aceleração) diz a velocidade máxima real que o seu robô aguenta — bom para escolher as constraints do perfil.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03 · PADRÃO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Feedforward + PID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Juntos: o padrão que você deve usar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FF carrega o peso, PID corrige o imprevisto. Olhe o tamanho de cada 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74519"/>
            <a:ext cx="6583680" cy="384048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2002536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saida do motor durante um perfil de 1500 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5330952"/>
            <a:ext cx="5788152" cy="7315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" y="524865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-0.10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4581144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449884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3831335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3749039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0.48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081528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3" y="2999232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0.76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331720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3" y="224942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40410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3742" y="2331720"/>
            <a:ext cx="7315" cy="299923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9422" y="540410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1372" y="2331720"/>
            <a:ext cx="7315" cy="299923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37052" y="540410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9003" y="2331720"/>
            <a:ext cx="7315" cy="299923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94683" y="540410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3.0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26633" y="2331720"/>
            <a:ext cx="7315" cy="299923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2313" y="540410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4.0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84264" y="2331720"/>
            <a:ext cx="7315" cy="299923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540410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5.0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2331720"/>
            <a:ext cx="7315" cy="2999232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96112" y="2612082"/>
            <a:ext cx="5504075" cy="2718870"/>
          </a:xfrm>
          <a:custGeom>
            <a:avLst/>
            <a:gdLst/>
            <a:ahLst/>
            <a:cxnLst/>
            <a:rect l="l" t="t" r="r" b="b"/>
            <a:pathLst>
              <a:path w="5504075" h="2718870">
                <a:moveTo>
                  <a:pt x="0" y="2145103"/>
                </a:moveTo>
                <a:lnTo>
                  <a:pt x="23152" y="1916901"/>
                </a:lnTo>
                <a:lnTo>
                  <a:pt x="46305" y="1897341"/>
                </a:lnTo>
                <a:lnTo>
                  <a:pt x="69457" y="1877781"/>
                </a:lnTo>
                <a:lnTo>
                  <a:pt x="92610" y="1858220"/>
                </a:lnTo>
                <a:lnTo>
                  <a:pt x="115763" y="1838660"/>
                </a:lnTo>
                <a:lnTo>
                  <a:pt x="138915" y="1819100"/>
                </a:lnTo>
                <a:lnTo>
                  <a:pt x="162068" y="1799540"/>
                </a:lnTo>
                <a:lnTo>
                  <a:pt x="185220" y="1779979"/>
                </a:lnTo>
                <a:lnTo>
                  <a:pt x="208373" y="1760419"/>
                </a:lnTo>
                <a:lnTo>
                  <a:pt x="231526" y="1740859"/>
                </a:lnTo>
                <a:lnTo>
                  <a:pt x="254678" y="1721299"/>
                </a:lnTo>
                <a:lnTo>
                  <a:pt x="277831" y="1701739"/>
                </a:lnTo>
                <a:lnTo>
                  <a:pt x="300983" y="1682178"/>
                </a:lnTo>
                <a:lnTo>
                  <a:pt x="324136" y="1662618"/>
                </a:lnTo>
                <a:lnTo>
                  <a:pt x="347289" y="1643058"/>
                </a:lnTo>
                <a:lnTo>
                  <a:pt x="370441" y="1623498"/>
                </a:lnTo>
                <a:lnTo>
                  <a:pt x="393594" y="1603938"/>
                </a:lnTo>
                <a:lnTo>
                  <a:pt x="416746" y="1584377"/>
                </a:lnTo>
                <a:lnTo>
                  <a:pt x="439899" y="1564817"/>
                </a:lnTo>
                <a:lnTo>
                  <a:pt x="463052" y="1545257"/>
                </a:lnTo>
                <a:lnTo>
                  <a:pt x="486204" y="1525697"/>
                </a:lnTo>
                <a:lnTo>
                  <a:pt x="509357" y="1506137"/>
                </a:lnTo>
                <a:lnTo>
                  <a:pt x="532509" y="1486576"/>
                </a:lnTo>
                <a:lnTo>
                  <a:pt x="555662" y="1467016"/>
                </a:lnTo>
                <a:lnTo>
                  <a:pt x="578815" y="1447456"/>
                </a:lnTo>
                <a:lnTo>
                  <a:pt x="601967" y="1427896"/>
                </a:lnTo>
                <a:lnTo>
                  <a:pt x="625120" y="1408336"/>
                </a:lnTo>
                <a:lnTo>
                  <a:pt x="648273" y="1388775"/>
                </a:lnTo>
                <a:lnTo>
                  <a:pt x="671425" y="1369215"/>
                </a:lnTo>
                <a:lnTo>
                  <a:pt x="694578" y="1349655"/>
                </a:lnTo>
                <a:lnTo>
                  <a:pt x="717730" y="1330095"/>
                </a:lnTo>
                <a:lnTo>
                  <a:pt x="740883" y="1310534"/>
                </a:lnTo>
                <a:lnTo>
                  <a:pt x="764036" y="1290974"/>
                </a:lnTo>
                <a:lnTo>
                  <a:pt x="787188" y="1271414"/>
                </a:lnTo>
                <a:lnTo>
                  <a:pt x="810341" y="1251854"/>
                </a:lnTo>
                <a:lnTo>
                  <a:pt x="833493" y="1232294"/>
                </a:lnTo>
                <a:lnTo>
                  <a:pt x="856646" y="1212733"/>
                </a:lnTo>
                <a:lnTo>
                  <a:pt x="879799" y="1193173"/>
                </a:lnTo>
                <a:lnTo>
                  <a:pt x="902951" y="1173613"/>
                </a:lnTo>
                <a:lnTo>
                  <a:pt x="926104" y="1154053"/>
                </a:lnTo>
                <a:lnTo>
                  <a:pt x="949256" y="1134493"/>
                </a:lnTo>
                <a:lnTo>
                  <a:pt x="972409" y="1114932"/>
                </a:lnTo>
                <a:lnTo>
                  <a:pt x="995562" y="1095372"/>
                </a:lnTo>
                <a:lnTo>
                  <a:pt x="1018714" y="1075812"/>
                </a:lnTo>
                <a:lnTo>
                  <a:pt x="1041867" y="1056252"/>
                </a:lnTo>
                <a:lnTo>
                  <a:pt x="1065019" y="1036692"/>
                </a:lnTo>
                <a:lnTo>
                  <a:pt x="1088172" y="1017131"/>
                </a:lnTo>
                <a:lnTo>
                  <a:pt x="1111325" y="997571"/>
                </a:lnTo>
                <a:lnTo>
                  <a:pt x="1134477" y="978011"/>
                </a:lnTo>
                <a:lnTo>
                  <a:pt x="1157630" y="958451"/>
                </a:lnTo>
                <a:lnTo>
                  <a:pt x="1180783" y="938891"/>
                </a:lnTo>
                <a:lnTo>
                  <a:pt x="1203935" y="919330"/>
                </a:lnTo>
                <a:lnTo>
                  <a:pt x="1227088" y="899770"/>
                </a:lnTo>
                <a:lnTo>
                  <a:pt x="1250240" y="880210"/>
                </a:lnTo>
                <a:lnTo>
                  <a:pt x="1273393" y="860650"/>
                </a:lnTo>
                <a:lnTo>
                  <a:pt x="1296546" y="841089"/>
                </a:lnTo>
                <a:lnTo>
                  <a:pt x="1319698" y="821529"/>
                </a:lnTo>
                <a:lnTo>
                  <a:pt x="1342851" y="801969"/>
                </a:lnTo>
                <a:lnTo>
                  <a:pt x="1366003" y="782409"/>
                </a:lnTo>
                <a:lnTo>
                  <a:pt x="1389156" y="762849"/>
                </a:lnTo>
                <a:lnTo>
                  <a:pt x="1412309" y="743288"/>
                </a:lnTo>
                <a:lnTo>
                  <a:pt x="1435461" y="723728"/>
                </a:lnTo>
                <a:lnTo>
                  <a:pt x="1458614" y="704168"/>
                </a:lnTo>
                <a:lnTo>
                  <a:pt x="1481766" y="684608"/>
                </a:lnTo>
                <a:lnTo>
                  <a:pt x="1504919" y="665048"/>
                </a:lnTo>
                <a:lnTo>
                  <a:pt x="1528072" y="645487"/>
                </a:lnTo>
                <a:lnTo>
                  <a:pt x="1551224" y="625927"/>
                </a:lnTo>
                <a:lnTo>
                  <a:pt x="1574377" y="606367"/>
                </a:lnTo>
                <a:lnTo>
                  <a:pt x="1597529" y="586807"/>
                </a:lnTo>
                <a:lnTo>
                  <a:pt x="1620682" y="567247"/>
                </a:lnTo>
                <a:lnTo>
                  <a:pt x="1643835" y="547686"/>
                </a:lnTo>
                <a:lnTo>
                  <a:pt x="1666987" y="528126"/>
                </a:lnTo>
                <a:lnTo>
                  <a:pt x="1690140" y="508566"/>
                </a:lnTo>
                <a:lnTo>
                  <a:pt x="1713292" y="489006"/>
                </a:lnTo>
                <a:lnTo>
                  <a:pt x="1736445" y="469445"/>
                </a:lnTo>
                <a:lnTo>
                  <a:pt x="1759598" y="449885"/>
                </a:lnTo>
                <a:lnTo>
                  <a:pt x="1782750" y="430325"/>
                </a:lnTo>
                <a:lnTo>
                  <a:pt x="1805903" y="410765"/>
                </a:lnTo>
                <a:lnTo>
                  <a:pt x="1829056" y="391205"/>
                </a:lnTo>
                <a:lnTo>
                  <a:pt x="1852208" y="371644"/>
                </a:lnTo>
                <a:lnTo>
                  <a:pt x="1875361" y="352084"/>
                </a:lnTo>
                <a:lnTo>
                  <a:pt x="1898513" y="332524"/>
                </a:lnTo>
                <a:lnTo>
                  <a:pt x="1921666" y="312964"/>
                </a:lnTo>
                <a:lnTo>
                  <a:pt x="1944819" y="293404"/>
                </a:lnTo>
                <a:lnTo>
                  <a:pt x="1967971" y="273843"/>
                </a:lnTo>
                <a:lnTo>
                  <a:pt x="1991124" y="254283"/>
                </a:lnTo>
                <a:lnTo>
                  <a:pt x="2014276" y="234723"/>
                </a:lnTo>
                <a:lnTo>
                  <a:pt x="2037429" y="215163"/>
                </a:lnTo>
                <a:lnTo>
                  <a:pt x="2060582" y="195603"/>
                </a:lnTo>
                <a:lnTo>
                  <a:pt x="2083734" y="176042"/>
                </a:lnTo>
                <a:lnTo>
                  <a:pt x="2106887" y="156482"/>
                </a:lnTo>
                <a:lnTo>
                  <a:pt x="2130039" y="136922"/>
                </a:lnTo>
                <a:lnTo>
                  <a:pt x="2153192" y="117362"/>
                </a:lnTo>
                <a:lnTo>
                  <a:pt x="2176345" y="97802"/>
                </a:lnTo>
                <a:lnTo>
                  <a:pt x="2199497" y="78241"/>
                </a:lnTo>
                <a:lnTo>
                  <a:pt x="2222650" y="58681"/>
                </a:lnTo>
                <a:lnTo>
                  <a:pt x="2245802" y="39121"/>
                </a:lnTo>
                <a:lnTo>
                  <a:pt x="2268955" y="19561"/>
                </a:lnTo>
                <a:lnTo>
                  <a:pt x="2292108" y="0"/>
                </a:lnTo>
                <a:lnTo>
                  <a:pt x="2315260" y="293404"/>
                </a:lnTo>
                <a:lnTo>
                  <a:pt x="2338413" y="293404"/>
                </a:lnTo>
                <a:lnTo>
                  <a:pt x="2361566" y="293404"/>
                </a:lnTo>
                <a:lnTo>
                  <a:pt x="2384718" y="293404"/>
                </a:lnTo>
                <a:lnTo>
                  <a:pt x="2407871" y="293404"/>
                </a:lnTo>
                <a:lnTo>
                  <a:pt x="2431023" y="293404"/>
                </a:lnTo>
                <a:lnTo>
                  <a:pt x="2454176" y="293404"/>
                </a:lnTo>
                <a:lnTo>
                  <a:pt x="2477329" y="293404"/>
                </a:lnTo>
                <a:lnTo>
                  <a:pt x="2500481" y="293404"/>
                </a:lnTo>
                <a:lnTo>
                  <a:pt x="2523634" y="293404"/>
                </a:lnTo>
                <a:lnTo>
                  <a:pt x="2546786" y="293404"/>
                </a:lnTo>
                <a:lnTo>
                  <a:pt x="2569939" y="293404"/>
                </a:lnTo>
                <a:lnTo>
                  <a:pt x="2593092" y="293404"/>
                </a:lnTo>
                <a:lnTo>
                  <a:pt x="2616244" y="293404"/>
                </a:lnTo>
                <a:lnTo>
                  <a:pt x="2639397" y="293404"/>
                </a:lnTo>
                <a:lnTo>
                  <a:pt x="2662549" y="293404"/>
                </a:lnTo>
                <a:lnTo>
                  <a:pt x="2685702" y="293404"/>
                </a:lnTo>
                <a:lnTo>
                  <a:pt x="2708855" y="293404"/>
                </a:lnTo>
                <a:lnTo>
                  <a:pt x="2732007" y="293404"/>
                </a:lnTo>
                <a:lnTo>
                  <a:pt x="2755160" y="293404"/>
                </a:lnTo>
                <a:lnTo>
                  <a:pt x="2778312" y="293404"/>
                </a:lnTo>
                <a:lnTo>
                  <a:pt x="2801465" y="293404"/>
                </a:lnTo>
                <a:lnTo>
                  <a:pt x="2824618" y="293404"/>
                </a:lnTo>
                <a:lnTo>
                  <a:pt x="2847770" y="293404"/>
                </a:lnTo>
                <a:lnTo>
                  <a:pt x="2870923" y="293404"/>
                </a:lnTo>
                <a:lnTo>
                  <a:pt x="2894076" y="293404"/>
                </a:lnTo>
                <a:lnTo>
                  <a:pt x="2917228" y="293404"/>
                </a:lnTo>
                <a:lnTo>
                  <a:pt x="2940381" y="293404"/>
                </a:lnTo>
                <a:lnTo>
                  <a:pt x="2963533" y="293404"/>
                </a:lnTo>
                <a:lnTo>
                  <a:pt x="2986686" y="293404"/>
                </a:lnTo>
                <a:lnTo>
                  <a:pt x="3009839" y="293404"/>
                </a:lnTo>
                <a:lnTo>
                  <a:pt x="3032991" y="293404"/>
                </a:lnTo>
                <a:lnTo>
                  <a:pt x="3056144" y="293404"/>
                </a:lnTo>
                <a:lnTo>
                  <a:pt x="3079296" y="293404"/>
                </a:lnTo>
                <a:lnTo>
                  <a:pt x="3102449" y="293404"/>
                </a:lnTo>
                <a:lnTo>
                  <a:pt x="3125602" y="293404"/>
                </a:lnTo>
                <a:lnTo>
                  <a:pt x="3148754" y="293404"/>
                </a:lnTo>
                <a:lnTo>
                  <a:pt x="3171907" y="293404"/>
                </a:lnTo>
                <a:lnTo>
                  <a:pt x="3195059" y="611644"/>
                </a:lnTo>
                <a:lnTo>
                  <a:pt x="3218212" y="631204"/>
                </a:lnTo>
                <a:lnTo>
                  <a:pt x="3241365" y="650764"/>
                </a:lnTo>
                <a:lnTo>
                  <a:pt x="3264517" y="670324"/>
                </a:lnTo>
                <a:lnTo>
                  <a:pt x="3287670" y="689884"/>
                </a:lnTo>
                <a:lnTo>
                  <a:pt x="3310822" y="709445"/>
                </a:lnTo>
                <a:lnTo>
                  <a:pt x="3333975" y="729005"/>
                </a:lnTo>
                <a:lnTo>
                  <a:pt x="3357128" y="748565"/>
                </a:lnTo>
                <a:lnTo>
                  <a:pt x="3380280" y="768125"/>
                </a:lnTo>
                <a:lnTo>
                  <a:pt x="3403433" y="787685"/>
                </a:lnTo>
                <a:lnTo>
                  <a:pt x="3426585" y="807246"/>
                </a:lnTo>
                <a:lnTo>
                  <a:pt x="3449738" y="826806"/>
                </a:lnTo>
                <a:lnTo>
                  <a:pt x="3472891" y="846366"/>
                </a:lnTo>
                <a:lnTo>
                  <a:pt x="3496043" y="865926"/>
                </a:lnTo>
                <a:lnTo>
                  <a:pt x="3519196" y="885486"/>
                </a:lnTo>
                <a:lnTo>
                  <a:pt x="3542349" y="905047"/>
                </a:lnTo>
                <a:lnTo>
                  <a:pt x="3565501" y="924607"/>
                </a:lnTo>
                <a:lnTo>
                  <a:pt x="3588654" y="944167"/>
                </a:lnTo>
                <a:lnTo>
                  <a:pt x="3611806" y="963727"/>
                </a:lnTo>
                <a:lnTo>
                  <a:pt x="3634959" y="983288"/>
                </a:lnTo>
                <a:lnTo>
                  <a:pt x="3658112" y="1002848"/>
                </a:lnTo>
                <a:lnTo>
                  <a:pt x="3681264" y="1022408"/>
                </a:lnTo>
                <a:lnTo>
                  <a:pt x="3704417" y="1041968"/>
                </a:lnTo>
                <a:lnTo>
                  <a:pt x="3727569" y="1061528"/>
                </a:lnTo>
                <a:lnTo>
                  <a:pt x="3750722" y="1081089"/>
                </a:lnTo>
                <a:lnTo>
                  <a:pt x="3773875" y="1100649"/>
                </a:lnTo>
                <a:lnTo>
                  <a:pt x="3797027" y="1120209"/>
                </a:lnTo>
                <a:lnTo>
                  <a:pt x="3820180" y="1139769"/>
                </a:lnTo>
                <a:lnTo>
                  <a:pt x="3843332" y="1159329"/>
                </a:lnTo>
                <a:lnTo>
                  <a:pt x="3866485" y="1178890"/>
                </a:lnTo>
                <a:lnTo>
                  <a:pt x="3889638" y="1198450"/>
                </a:lnTo>
                <a:lnTo>
                  <a:pt x="3912790" y="1218010"/>
                </a:lnTo>
                <a:lnTo>
                  <a:pt x="3935943" y="1237570"/>
                </a:lnTo>
                <a:lnTo>
                  <a:pt x="3959095" y="1257130"/>
                </a:lnTo>
                <a:lnTo>
                  <a:pt x="3982248" y="1276691"/>
                </a:lnTo>
                <a:lnTo>
                  <a:pt x="4005401" y="1296251"/>
                </a:lnTo>
                <a:lnTo>
                  <a:pt x="4028553" y="1315811"/>
                </a:lnTo>
                <a:lnTo>
                  <a:pt x="4051706" y="1335371"/>
                </a:lnTo>
                <a:lnTo>
                  <a:pt x="4074859" y="1354931"/>
                </a:lnTo>
                <a:lnTo>
                  <a:pt x="4098011" y="1374492"/>
                </a:lnTo>
                <a:lnTo>
                  <a:pt x="4121164" y="1394052"/>
                </a:lnTo>
                <a:lnTo>
                  <a:pt x="4144316" y="1413612"/>
                </a:lnTo>
                <a:lnTo>
                  <a:pt x="4167469" y="1433172"/>
                </a:lnTo>
                <a:lnTo>
                  <a:pt x="4190622" y="1452733"/>
                </a:lnTo>
                <a:lnTo>
                  <a:pt x="4213774" y="1472293"/>
                </a:lnTo>
                <a:lnTo>
                  <a:pt x="4236927" y="1491853"/>
                </a:lnTo>
                <a:lnTo>
                  <a:pt x="4260079" y="1511413"/>
                </a:lnTo>
                <a:lnTo>
                  <a:pt x="4283232" y="1530973"/>
                </a:lnTo>
                <a:lnTo>
                  <a:pt x="4306385" y="1550534"/>
                </a:lnTo>
                <a:lnTo>
                  <a:pt x="4329537" y="1570094"/>
                </a:lnTo>
                <a:lnTo>
                  <a:pt x="4352690" y="1589654"/>
                </a:lnTo>
                <a:lnTo>
                  <a:pt x="4375842" y="1609214"/>
                </a:lnTo>
                <a:lnTo>
                  <a:pt x="4398995" y="1628774"/>
                </a:lnTo>
                <a:lnTo>
                  <a:pt x="4422148" y="1648335"/>
                </a:lnTo>
                <a:lnTo>
                  <a:pt x="4445300" y="1667895"/>
                </a:lnTo>
                <a:lnTo>
                  <a:pt x="4468453" y="1687455"/>
                </a:lnTo>
                <a:lnTo>
                  <a:pt x="4491605" y="1707015"/>
                </a:lnTo>
                <a:lnTo>
                  <a:pt x="4514758" y="1726575"/>
                </a:lnTo>
                <a:lnTo>
                  <a:pt x="4537911" y="1746136"/>
                </a:lnTo>
                <a:lnTo>
                  <a:pt x="4561063" y="1765696"/>
                </a:lnTo>
                <a:lnTo>
                  <a:pt x="4584216" y="1785256"/>
                </a:lnTo>
                <a:lnTo>
                  <a:pt x="4607368" y="1804816"/>
                </a:lnTo>
                <a:lnTo>
                  <a:pt x="4630521" y="1824376"/>
                </a:lnTo>
                <a:lnTo>
                  <a:pt x="4653674" y="1843937"/>
                </a:lnTo>
                <a:lnTo>
                  <a:pt x="4676826" y="1863497"/>
                </a:lnTo>
                <a:lnTo>
                  <a:pt x="4699979" y="1883057"/>
                </a:lnTo>
                <a:lnTo>
                  <a:pt x="4723132" y="1902617"/>
                </a:lnTo>
                <a:lnTo>
                  <a:pt x="4746284" y="1922178"/>
                </a:lnTo>
                <a:lnTo>
                  <a:pt x="4769437" y="1941738"/>
                </a:lnTo>
                <a:lnTo>
                  <a:pt x="4792589" y="1961298"/>
                </a:lnTo>
                <a:lnTo>
                  <a:pt x="4815742" y="1980858"/>
                </a:lnTo>
                <a:lnTo>
                  <a:pt x="4838895" y="2000418"/>
                </a:lnTo>
                <a:lnTo>
                  <a:pt x="4862047" y="2019979"/>
                </a:lnTo>
                <a:lnTo>
                  <a:pt x="4885200" y="2039539"/>
                </a:lnTo>
                <a:lnTo>
                  <a:pt x="4908352" y="2059099"/>
                </a:lnTo>
                <a:lnTo>
                  <a:pt x="4931505" y="2078659"/>
                </a:lnTo>
                <a:lnTo>
                  <a:pt x="4954658" y="2098219"/>
                </a:lnTo>
                <a:lnTo>
                  <a:pt x="4977810" y="2117780"/>
                </a:lnTo>
                <a:lnTo>
                  <a:pt x="5000963" y="2137340"/>
                </a:lnTo>
                <a:lnTo>
                  <a:pt x="5024115" y="2156900"/>
                </a:lnTo>
                <a:lnTo>
                  <a:pt x="5047268" y="2176460"/>
                </a:lnTo>
                <a:lnTo>
                  <a:pt x="5070421" y="2196020"/>
                </a:lnTo>
                <a:lnTo>
                  <a:pt x="5093573" y="2215581"/>
                </a:lnTo>
                <a:lnTo>
                  <a:pt x="5116726" y="2235141"/>
                </a:lnTo>
                <a:lnTo>
                  <a:pt x="5139878" y="2254701"/>
                </a:lnTo>
                <a:lnTo>
                  <a:pt x="5163031" y="2274261"/>
                </a:lnTo>
                <a:lnTo>
                  <a:pt x="5186184" y="2293821"/>
                </a:lnTo>
                <a:lnTo>
                  <a:pt x="5209336" y="2313382"/>
                </a:lnTo>
                <a:lnTo>
                  <a:pt x="5232489" y="2332942"/>
                </a:lnTo>
                <a:lnTo>
                  <a:pt x="5255642" y="2352502"/>
                </a:lnTo>
                <a:lnTo>
                  <a:pt x="5278794" y="2372062"/>
                </a:lnTo>
                <a:lnTo>
                  <a:pt x="5301947" y="2391623"/>
                </a:lnTo>
                <a:lnTo>
                  <a:pt x="5325099" y="2411183"/>
                </a:lnTo>
                <a:lnTo>
                  <a:pt x="5348252" y="2430743"/>
                </a:lnTo>
                <a:lnTo>
                  <a:pt x="5371405" y="2450303"/>
                </a:lnTo>
                <a:lnTo>
                  <a:pt x="5394557" y="2469863"/>
                </a:lnTo>
                <a:lnTo>
                  <a:pt x="5417710" y="2489424"/>
                </a:lnTo>
                <a:lnTo>
                  <a:pt x="5440862" y="2508984"/>
                </a:lnTo>
                <a:lnTo>
                  <a:pt x="5464015" y="2528544"/>
                </a:lnTo>
                <a:lnTo>
                  <a:pt x="5487168" y="2548104"/>
                </a:lnTo>
                <a:lnTo>
                  <a:pt x="5504075" y="2718870"/>
                </a:lnTo>
              </a:path>
            </a:pathLst>
          </a:custGeom>
          <a:noFill/>
          <a:ln w="330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896112" y="4840323"/>
            <a:ext cx="5504075" cy="307873"/>
          </a:xfrm>
          <a:custGeom>
            <a:avLst/>
            <a:gdLst/>
            <a:ahLst/>
            <a:cxnLst/>
            <a:rect l="l" t="t" r="r" b="b"/>
            <a:pathLst>
              <a:path w="5504075" h="307873">
                <a:moveTo>
                  <a:pt x="0" y="203491"/>
                </a:moveTo>
                <a:lnTo>
                  <a:pt x="23152" y="196190"/>
                </a:lnTo>
                <a:lnTo>
                  <a:pt x="46305" y="189075"/>
                </a:lnTo>
                <a:lnTo>
                  <a:pt x="69457" y="182273"/>
                </a:lnTo>
                <a:lnTo>
                  <a:pt x="92610" y="175905"/>
                </a:lnTo>
                <a:lnTo>
                  <a:pt x="115763" y="170087"/>
                </a:lnTo>
                <a:lnTo>
                  <a:pt x="138915" y="164923"/>
                </a:lnTo>
                <a:lnTo>
                  <a:pt x="162068" y="160506"/>
                </a:lnTo>
                <a:lnTo>
                  <a:pt x="185220" y="156916"/>
                </a:lnTo>
                <a:lnTo>
                  <a:pt x="208373" y="154218"/>
                </a:lnTo>
                <a:lnTo>
                  <a:pt x="231526" y="152460"/>
                </a:lnTo>
                <a:lnTo>
                  <a:pt x="254678" y="151673"/>
                </a:lnTo>
                <a:lnTo>
                  <a:pt x="277831" y="151870"/>
                </a:lnTo>
                <a:lnTo>
                  <a:pt x="300983" y="153047"/>
                </a:lnTo>
                <a:lnTo>
                  <a:pt x="324136" y="155180"/>
                </a:lnTo>
                <a:lnTo>
                  <a:pt x="347289" y="158229"/>
                </a:lnTo>
                <a:lnTo>
                  <a:pt x="370441" y="162136"/>
                </a:lnTo>
                <a:lnTo>
                  <a:pt x="393594" y="166830"/>
                </a:lnTo>
                <a:lnTo>
                  <a:pt x="416746" y="172222"/>
                </a:lnTo>
                <a:lnTo>
                  <a:pt x="439899" y="178213"/>
                </a:lnTo>
                <a:lnTo>
                  <a:pt x="463052" y="184692"/>
                </a:lnTo>
                <a:lnTo>
                  <a:pt x="486204" y="191542"/>
                </a:lnTo>
                <a:lnTo>
                  <a:pt x="509357" y="198637"/>
                </a:lnTo>
                <a:lnTo>
                  <a:pt x="532509" y="205848"/>
                </a:lnTo>
                <a:lnTo>
                  <a:pt x="555662" y="213046"/>
                </a:lnTo>
                <a:lnTo>
                  <a:pt x="578815" y="220101"/>
                </a:lnTo>
                <a:lnTo>
                  <a:pt x="601967" y="226890"/>
                </a:lnTo>
                <a:lnTo>
                  <a:pt x="625120" y="233293"/>
                </a:lnTo>
                <a:lnTo>
                  <a:pt x="648273" y="239201"/>
                </a:lnTo>
                <a:lnTo>
                  <a:pt x="671425" y="244514"/>
                </a:lnTo>
                <a:lnTo>
                  <a:pt x="694578" y="249145"/>
                </a:lnTo>
                <a:lnTo>
                  <a:pt x="717730" y="253020"/>
                </a:lnTo>
                <a:lnTo>
                  <a:pt x="740883" y="256084"/>
                </a:lnTo>
                <a:lnTo>
                  <a:pt x="764036" y="258294"/>
                </a:lnTo>
                <a:lnTo>
                  <a:pt x="787188" y="259629"/>
                </a:lnTo>
                <a:lnTo>
                  <a:pt x="810341" y="260082"/>
                </a:lnTo>
                <a:lnTo>
                  <a:pt x="833493" y="259666"/>
                </a:lnTo>
                <a:lnTo>
                  <a:pt x="856646" y="258412"/>
                </a:lnTo>
                <a:lnTo>
                  <a:pt x="879799" y="256365"/>
                </a:lnTo>
                <a:lnTo>
                  <a:pt x="902951" y="253590"/>
                </a:lnTo>
                <a:lnTo>
                  <a:pt x="926104" y="250164"/>
                </a:lnTo>
                <a:lnTo>
                  <a:pt x="949256" y="246177"/>
                </a:lnTo>
                <a:lnTo>
                  <a:pt x="972409" y="241733"/>
                </a:lnTo>
                <a:lnTo>
                  <a:pt x="995562" y="236942"/>
                </a:lnTo>
                <a:lnTo>
                  <a:pt x="1018714" y="231922"/>
                </a:lnTo>
                <a:lnTo>
                  <a:pt x="1041867" y="226798"/>
                </a:lnTo>
                <a:lnTo>
                  <a:pt x="1065019" y="221693"/>
                </a:lnTo>
                <a:lnTo>
                  <a:pt x="1088172" y="216734"/>
                </a:lnTo>
                <a:lnTo>
                  <a:pt x="1111325" y="212042"/>
                </a:lnTo>
                <a:lnTo>
                  <a:pt x="1134477" y="207735"/>
                </a:lnTo>
                <a:lnTo>
                  <a:pt x="1157630" y="203921"/>
                </a:lnTo>
                <a:lnTo>
                  <a:pt x="1180783" y="200700"/>
                </a:lnTo>
                <a:lnTo>
                  <a:pt x="1203935" y="198159"/>
                </a:lnTo>
                <a:lnTo>
                  <a:pt x="1227088" y="196374"/>
                </a:lnTo>
                <a:lnTo>
                  <a:pt x="1250240" y="195403"/>
                </a:lnTo>
                <a:lnTo>
                  <a:pt x="1273393" y="195289"/>
                </a:lnTo>
                <a:lnTo>
                  <a:pt x="1296546" y="196058"/>
                </a:lnTo>
                <a:lnTo>
                  <a:pt x="1319698" y="197717"/>
                </a:lnTo>
                <a:lnTo>
                  <a:pt x="1342851" y="200257"/>
                </a:lnTo>
                <a:lnTo>
                  <a:pt x="1366003" y="203650"/>
                </a:lnTo>
                <a:lnTo>
                  <a:pt x="1389156" y="207851"/>
                </a:lnTo>
                <a:lnTo>
                  <a:pt x="1412309" y="212798"/>
                </a:lnTo>
                <a:lnTo>
                  <a:pt x="1435461" y="218416"/>
                </a:lnTo>
                <a:lnTo>
                  <a:pt x="1458614" y="224613"/>
                </a:lnTo>
                <a:lnTo>
                  <a:pt x="1481766" y="231287"/>
                </a:lnTo>
                <a:lnTo>
                  <a:pt x="1504919" y="238325"/>
                </a:lnTo>
                <a:lnTo>
                  <a:pt x="1528072" y="245607"/>
                </a:lnTo>
                <a:lnTo>
                  <a:pt x="1551224" y="253005"/>
                </a:lnTo>
                <a:lnTo>
                  <a:pt x="1574377" y="260392"/>
                </a:lnTo>
                <a:lnTo>
                  <a:pt x="1597529" y="267636"/>
                </a:lnTo>
                <a:lnTo>
                  <a:pt x="1620682" y="274608"/>
                </a:lnTo>
                <a:lnTo>
                  <a:pt x="1643835" y="281186"/>
                </a:lnTo>
                <a:lnTo>
                  <a:pt x="1666987" y="287252"/>
                </a:lnTo>
                <a:lnTo>
                  <a:pt x="1690140" y="292697"/>
                </a:lnTo>
                <a:lnTo>
                  <a:pt x="1713292" y="297423"/>
                </a:lnTo>
                <a:lnTo>
                  <a:pt x="1736445" y="301348"/>
                </a:lnTo>
                <a:lnTo>
                  <a:pt x="1759598" y="304400"/>
                </a:lnTo>
                <a:lnTo>
                  <a:pt x="1782750" y="306527"/>
                </a:lnTo>
                <a:lnTo>
                  <a:pt x="1805903" y="307691"/>
                </a:lnTo>
                <a:lnTo>
                  <a:pt x="1829056" y="307873"/>
                </a:lnTo>
                <a:lnTo>
                  <a:pt x="1852208" y="307073"/>
                </a:lnTo>
                <a:lnTo>
                  <a:pt x="1875361" y="305307"/>
                </a:lnTo>
                <a:lnTo>
                  <a:pt x="1898513" y="302610"/>
                </a:lnTo>
                <a:lnTo>
                  <a:pt x="1921666" y="299034"/>
                </a:lnTo>
                <a:lnTo>
                  <a:pt x="1944819" y="294647"/>
                </a:lnTo>
                <a:lnTo>
                  <a:pt x="1967971" y="289531"/>
                </a:lnTo>
                <a:lnTo>
                  <a:pt x="1991124" y="283783"/>
                </a:lnTo>
                <a:lnTo>
                  <a:pt x="2014276" y="277509"/>
                </a:lnTo>
                <a:lnTo>
                  <a:pt x="2037429" y="270825"/>
                </a:lnTo>
                <a:lnTo>
                  <a:pt x="2060582" y="263855"/>
                </a:lnTo>
                <a:lnTo>
                  <a:pt x="2083734" y="256726"/>
                </a:lnTo>
                <a:lnTo>
                  <a:pt x="2106887" y="249567"/>
                </a:lnTo>
                <a:lnTo>
                  <a:pt x="2130039" y="242508"/>
                </a:lnTo>
                <a:lnTo>
                  <a:pt x="2153192" y="235675"/>
                </a:lnTo>
                <a:lnTo>
                  <a:pt x="2176345" y="72708"/>
                </a:lnTo>
                <a:lnTo>
                  <a:pt x="2199497" y="66681"/>
                </a:lnTo>
                <a:lnTo>
                  <a:pt x="2222650" y="61217"/>
                </a:lnTo>
                <a:lnTo>
                  <a:pt x="2245802" y="56407"/>
                </a:lnTo>
                <a:lnTo>
                  <a:pt x="2268955" y="52328"/>
                </a:lnTo>
                <a:lnTo>
                  <a:pt x="2292108" y="49043"/>
                </a:lnTo>
                <a:lnTo>
                  <a:pt x="2315260" y="46597"/>
                </a:lnTo>
                <a:lnTo>
                  <a:pt x="2338413" y="45019"/>
                </a:lnTo>
                <a:lnTo>
                  <a:pt x="2361566" y="44320"/>
                </a:lnTo>
                <a:lnTo>
                  <a:pt x="2384718" y="44494"/>
                </a:lnTo>
                <a:lnTo>
                  <a:pt x="2407871" y="45516"/>
                </a:lnTo>
                <a:lnTo>
                  <a:pt x="2431023" y="47343"/>
                </a:lnTo>
                <a:lnTo>
                  <a:pt x="2454176" y="206401"/>
                </a:lnTo>
                <a:lnTo>
                  <a:pt x="2477329" y="209651"/>
                </a:lnTo>
                <a:lnTo>
                  <a:pt x="2500481" y="213489"/>
                </a:lnTo>
                <a:lnTo>
                  <a:pt x="2523634" y="217816"/>
                </a:lnTo>
                <a:lnTo>
                  <a:pt x="2546786" y="222523"/>
                </a:lnTo>
                <a:lnTo>
                  <a:pt x="2569939" y="227494"/>
                </a:lnTo>
                <a:lnTo>
                  <a:pt x="2593092" y="232607"/>
                </a:lnTo>
                <a:lnTo>
                  <a:pt x="2616244" y="237737"/>
                </a:lnTo>
                <a:lnTo>
                  <a:pt x="2639397" y="242759"/>
                </a:lnTo>
                <a:lnTo>
                  <a:pt x="2662549" y="247549"/>
                </a:lnTo>
                <a:lnTo>
                  <a:pt x="2685702" y="251988"/>
                </a:lnTo>
                <a:lnTo>
                  <a:pt x="2708855" y="255965"/>
                </a:lnTo>
                <a:lnTo>
                  <a:pt x="2732007" y="259377"/>
                </a:lnTo>
                <a:lnTo>
                  <a:pt x="2755160" y="262131"/>
                </a:lnTo>
                <a:lnTo>
                  <a:pt x="2778312" y="264150"/>
                </a:lnTo>
                <a:lnTo>
                  <a:pt x="2801465" y="265369"/>
                </a:lnTo>
                <a:lnTo>
                  <a:pt x="2824618" y="265740"/>
                </a:lnTo>
                <a:lnTo>
                  <a:pt x="2847770" y="265232"/>
                </a:lnTo>
                <a:lnTo>
                  <a:pt x="2870923" y="263831"/>
                </a:lnTo>
                <a:lnTo>
                  <a:pt x="2894076" y="261541"/>
                </a:lnTo>
                <a:lnTo>
                  <a:pt x="2917228" y="258385"/>
                </a:lnTo>
                <a:lnTo>
                  <a:pt x="2940381" y="254403"/>
                </a:lnTo>
                <a:lnTo>
                  <a:pt x="2963533" y="249650"/>
                </a:lnTo>
                <a:lnTo>
                  <a:pt x="2986686" y="244198"/>
                </a:lnTo>
                <a:lnTo>
                  <a:pt x="3009839" y="238134"/>
                </a:lnTo>
                <a:lnTo>
                  <a:pt x="3032991" y="231557"/>
                </a:lnTo>
                <a:lnTo>
                  <a:pt x="3056144" y="68095"/>
                </a:lnTo>
                <a:lnTo>
                  <a:pt x="3079296" y="60830"/>
                </a:lnTo>
                <a:lnTo>
                  <a:pt x="3102449" y="53405"/>
                </a:lnTo>
                <a:lnTo>
                  <a:pt x="3125602" y="45949"/>
                </a:lnTo>
                <a:lnTo>
                  <a:pt x="3148754" y="38592"/>
                </a:lnTo>
                <a:lnTo>
                  <a:pt x="3171907" y="31464"/>
                </a:lnTo>
                <a:lnTo>
                  <a:pt x="3195059" y="24690"/>
                </a:lnTo>
                <a:lnTo>
                  <a:pt x="3218212" y="18391"/>
                </a:lnTo>
                <a:lnTo>
                  <a:pt x="3241365" y="12677"/>
                </a:lnTo>
                <a:lnTo>
                  <a:pt x="3264517" y="7650"/>
                </a:lnTo>
                <a:lnTo>
                  <a:pt x="3287670" y="3400"/>
                </a:lnTo>
                <a:lnTo>
                  <a:pt x="3310822" y="0"/>
                </a:lnTo>
                <a:lnTo>
                  <a:pt x="3333975" y="153991"/>
                </a:lnTo>
                <a:lnTo>
                  <a:pt x="3357128" y="152453"/>
                </a:lnTo>
                <a:lnTo>
                  <a:pt x="3380280" y="151891"/>
                </a:lnTo>
                <a:lnTo>
                  <a:pt x="3403433" y="152314"/>
                </a:lnTo>
                <a:lnTo>
                  <a:pt x="3426585" y="153710"/>
                </a:lnTo>
                <a:lnTo>
                  <a:pt x="3449738" y="156049"/>
                </a:lnTo>
                <a:lnTo>
                  <a:pt x="3472891" y="159286"/>
                </a:lnTo>
                <a:lnTo>
                  <a:pt x="3496043" y="163358"/>
                </a:lnTo>
                <a:lnTo>
                  <a:pt x="3519196" y="168186"/>
                </a:lnTo>
                <a:lnTo>
                  <a:pt x="3542349" y="173680"/>
                </a:lnTo>
                <a:lnTo>
                  <a:pt x="3565501" y="179735"/>
                </a:lnTo>
                <a:lnTo>
                  <a:pt x="3588654" y="186238"/>
                </a:lnTo>
                <a:lnTo>
                  <a:pt x="3611806" y="193069"/>
                </a:lnTo>
                <a:lnTo>
                  <a:pt x="3634959" y="200102"/>
                </a:lnTo>
                <a:lnTo>
                  <a:pt x="3658112" y="207206"/>
                </a:lnTo>
                <a:lnTo>
                  <a:pt x="3681264" y="214252"/>
                </a:lnTo>
                <a:lnTo>
                  <a:pt x="3704417" y="221114"/>
                </a:lnTo>
                <a:lnTo>
                  <a:pt x="3727569" y="227669"/>
                </a:lnTo>
                <a:lnTo>
                  <a:pt x="3750722" y="233801"/>
                </a:lnTo>
                <a:lnTo>
                  <a:pt x="3773875" y="239404"/>
                </a:lnTo>
                <a:lnTo>
                  <a:pt x="3797027" y="244382"/>
                </a:lnTo>
                <a:lnTo>
                  <a:pt x="3820180" y="248655"/>
                </a:lnTo>
                <a:lnTo>
                  <a:pt x="3843332" y="252154"/>
                </a:lnTo>
                <a:lnTo>
                  <a:pt x="3866485" y="254828"/>
                </a:lnTo>
                <a:lnTo>
                  <a:pt x="3889638" y="256645"/>
                </a:lnTo>
                <a:lnTo>
                  <a:pt x="3912790" y="257585"/>
                </a:lnTo>
                <a:lnTo>
                  <a:pt x="3935943" y="257652"/>
                </a:lnTo>
                <a:lnTo>
                  <a:pt x="3959095" y="256863"/>
                </a:lnTo>
                <a:lnTo>
                  <a:pt x="3982248" y="255256"/>
                </a:lnTo>
                <a:lnTo>
                  <a:pt x="4005401" y="252884"/>
                </a:lnTo>
                <a:lnTo>
                  <a:pt x="4028553" y="249814"/>
                </a:lnTo>
                <a:lnTo>
                  <a:pt x="4051706" y="246130"/>
                </a:lnTo>
                <a:lnTo>
                  <a:pt x="4074859" y="241927"/>
                </a:lnTo>
                <a:lnTo>
                  <a:pt x="4098011" y="237311"/>
                </a:lnTo>
                <a:lnTo>
                  <a:pt x="4121164" y="232396"/>
                </a:lnTo>
                <a:lnTo>
                  <a:pt x="4144316" y="227303"/>
                </a:lnTo>
                <a:lnTo>
                  <a:pt x="4167469" y="222155"/>
                </a:lnTo>
                <a:lnTo>
                  <a:pt x="4190622" y="217079"/>
                </a:lnTo>
                <a:lnTo>
                  <a:pt x="4213774" y="212199"/>
                </a:lnTo>
                <a:lnTo>
                  <a:pt x="4236927" y="207634"/>
                </a:lnTo>
                <a:lnTo>
                  <a:pt x="4260079" y="203500"/>
                </a:lnTo>
                <a:lnTo>
                  <a:pt x="4283232" y="199902"/>
                </a:lnTo>
                <a:lnTo>
                  <a:pt x="4306385" y="196937"/>
                </a:lnTo>
                <a:lnTo>
                  <a:pt x="4329537" y="194687"/>
                </a:lnTo>
                <a:lnTo>
                  <a:pt x="4352690" y="193220"/>
                </a:lnTo>
                <a:lnTo>
                  <a:pt x="4375842" y="192591"/>
                </a:lnTo>
                <a:lnTo>
                  <a:pt x="4398995" y="192835"/>
                </a:lnTo>
                <a:lnTo>
                  <a:pt x="4422148" y="193973"/>
                </a:lnTo>
                <a:lnTo>
                  <a:pt x="4445300" y="196005"/>
                </a:lnTo>
                <a:lnTo>
                  <a:pt x="4468453" y="198916"/>
                </a:lnTo>
                <a:lnTo>
                  <a:pt x="4491605" y="202670"/>
                </a:lnTo>
                <a:lnTo>
                  <a:pt x="4514758" y="207218"/>
                </a:lnTo>
                <a:lnTo>
                  <a:pt x="4537911" y="212491"/>
                </a:lnTo>
                <a:lnTo>
                  <a:pt x="4561063" y="218407"/>
                </a:lnTo>
                <a:lnTo>
                  <a:pt x="4584216" y="224872"/>
                </a:lnTo>
                <a:lnTo>
                  <a:pt x="4607368" y="231779"/>
                </a:lnTo>
                <a:lnTo>
                  <a:pt x="4630521" y="239012"/>
                </a:lnTo>
                <a:lnTo>
                  <a:pt x="4653674" y="246447"/>
                </a:lnTo>
                <a:lnTo>
                  <a:pt x="4676826" y="253956"/>
                </a:lnTo>
                <a:lnTo>
                  <a:pt x="4699979" y="261410"/>
                </a:lnTo>
                <a:lnTo>
                  <a:pt x="4723132" y="268678"/>
                </a:lnTo>
                <a:lnTo>
                  <a:pt x="4746284" y="275633"/>
                </a:lnTo>
                <a:lnTo>
                  <a:pt x="4769437" y="282153"/>
                </a:lnTo>
                <a:lnTo>
                  <a:pt x="4792589" y="288123"/>
                </a:lnTo>
                <a:lnTo>
                  <a:pt x="4815742" y="293438"/>
                </a:lnTo>
                <a:lnTo>
                  <a:pt x="4838895" y="298006"/>
                </a:lnTo>
                <a:lnTo>
                  <a:pt x="4862047" y="301746"/>
                </a:lnTo>
                <a:lnTo>
                  <a:pt x="4885200" y="304595"/>
                </a:lnTo>
                <a:lnTo>
                  <a:pt x="4908352" y="306504"/>
                </a:lnTo>
                <a:lnTo>
                  <a:pt x="4931505" y="307443"/>
                </a:lnTo>
                <a:lnTo>
                  <a:pt x="4954658" y="307398"/>
                </a:lnTo>
                <a:lnTo>
                  <a:pt x="4977810" y="306376"/>
                </a:lnTo>
                <a:lnTo>
                  <a:pt x="5000963" y="304398"/>
                </a:lnTo>
                <a:lnTo>
                  <a:pt x="5024115" y="301507"/>
                </a:lnTo>
                <a:lnTo>
                  <a:pt x="5047268" y="297759"/>
                </a:lnTo>
                <a:lnTo>
                  <a:pt x="5070421" y="293228"/>
                </a:lnTo>
                <a:lnTo>
                  <a:pt x="5093573" y="288001"/>
                </a:lnTo>
                <a:lnTo>
                  <a:pt x="5116726" y="282177"/>
                </a:lnTo>
                <a:lnTo>
                  <a:pt x="5139878" y="275867"/>
                </a:lnTo>
                <a:lnTo>
                  <a:pt x="5163031" y="269190"/>
                </a:lnTo>
                <a:lnTo>
                  <a:pt x="5186184" y="262269"/>
                </a:lnTo>
                <a:lnTo>
                  <a:pt x="5209336" y="255235"/>
                </a:lnTo>
                <a:lnTo>
                  <a:pt x="5232489" y="248215"/>
                </a:lnTo>
                <a:lnTo>
                  <a:pt x="5255642" y="241339"/>
                </a:lnTo>
                <a:lnTo>
                  <a:pt x="5278794" y="234730"/>
                </a:lnTo>
                <a:lnTo>
                  <a:pt x="5301947" y="228506"/>
                </a:lnTo>
                <a:lnTo>
                  <a:pt x="5325099" y="222777"/>
                </a:lnTo>
                <a:lnTo>
                  <a:pt x="5348252" y="217642"/>
                </a:lnTo>
                <a:lnTo>
                  <a:pt x="5371405" y="213186"/>
                </a:lnTo>
                <a:lnTo>
                  <a:pt x="5394557" y="209481"/>
                </a:lnTo>
                <a:lnTo>
                  <a:pt x="5417710" y="206585"/>
                </a:lnTo>
                <a:lnTo>
                  <a:pt x="5440862" y="204536"/>
                </a:lnTo>
                <a:lnTo>
                  <a:pt x="5464015" y="203357"/>
                </a:lnTo>
                <a:lnTo>
                  <a:pt x="5487168" y="203052"/>
                </a:lnTo>
                <a:lnTo>
                  <a:pt x="5504075" y="203374"/>
                </a:lnTo>
              </a:path>
            </a:pathLst>
          </a:custGeom>
          <a:noFill/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6112" y="5541264"/>
            <a:ext cx="18288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5477256"/>
            <a:ext cx="123992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feedforward (previsto)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92654" y="5541264"/>
            <a:ext cx="1828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39542" y="5477256"/>
            <a:ext cx="8156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PID (correcao)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477256"/>
            <a:ext cx="5788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>
                <a:solidFill>
                  <a:srgbClr val="8DA2C0"/>
                </a:solidFill>
                <a:latin typeface="Segoe UI"/>
              </a:rPr>
              <a:t>tempo (s)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3" y="209397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DA2C0"/>
                </a:solidFill>
                <a:latin typeface="Segoe UI"/>
              </a:rPr>
              <a:t>fracao de saida (0 a 1)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0" y="1874519"/>
            <a:ext cx="4773168" cy="23774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86600" y="1874519"/>
            <a:ext cx="50292" cy="2377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2002535"/>
            <a:ext cx="4224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a soma dos dois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4344" y="2386583"/>
            <a:ext cx="4389120" cy="1792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no execute(), a cada 20 ms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alvoRPM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prev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ff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alvoRPM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corr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pid1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getRPM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alvoRPM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prev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corr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soma</a:t>
            </a:r>
          </a:p>
        </p:txBody>
      </p:sp>
      <p:sp>
        <p:nvSpPr>
          <p:cNvPr id="45" name="Oval 44"/>
          <p:cNvSpPr/>
          <p:nvPr/>
        </p:nvSpPr>
        <p:spPr>
          <a:xfrm>
            <a:off x="7086600" y="453542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42631" y="4434840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O PID fica pequeno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2631" y="4709159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Com FF bom, a correção vive perto de zero.</a:t>
            </a:r>
          </a:p>
        </p:txBody>
      </p:sp>
      <p:sp>
        <p:nvSpPr>
          <p:cNvPr id="48" name="Oval 47"/>
          <p:cNvSpPr/>
          <p:nvPr/>
        </p:nvSpPr>
        <p:spPr>
          <a:xfrm>
            <a:off x="7086600" y="5239512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42631" y="5138927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Ganho de PID menor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2631" y="5413247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Menos ganho = menos oscilação e menos tremor.</a:t>
            </a:r>
          </a:p>
        </p:txBody>
      </p:sp>
      <p:sp>
        <p:nvSpPr>
          <p:cNvPr id="51" name="Oval 50"/>
          <p:cNvSpPr/>
          <p:nvPr/>
        </p:nvSpPr>
        <p:spPr>
          <a:xfrm>
            <a:off x="7086600" y="5943599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42631" y="5843015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Os picos são as trocas de fase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2631" y="6117335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Começo, fim da aceleração, início da frenagem.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03 · VARIANTES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Elevador e braço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Quando a gravidade entra na conta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Mecanismo vertical tem um esforço que existe mesmo parado.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760720" cy="2286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286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ElevatorFeedforward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376672" cy="1700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ELEVADOR: peso constante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saida = kS + kG + kV*v + kA*a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7DD3FC"/>
                </a:solidFill>
                <a:latin typeface="Consolas"/>
              </a:rPr>
              <a:t>ElevatorFeedforward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ff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ElevatorFeedforward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kG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kV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kA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saida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ff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velocidadeDesejada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kG segura o elevador parado no 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96128" cy="2286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0292" cy="2286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48256"/>
            <a:ext cx="5047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A78BFA"/>
                </a:solidFill>
                <a:latin typeface="Consolas"/>
              </a:rPr>
              <a:t>ArmFeedforward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32304"/>
            <a:ext cx="5212080" cy="1700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BRACO: peso depende do angulo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saida = kS + kCos*cos(ang) + kV*v + kA*a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7DD3FC"/>
                </a:solidFill>
                <a:latin typeface="Consolas"/>
              </a:rPr>
              <a:t>ArmFeedforward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ff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ArmFeedforward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kCos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kV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kA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saida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ff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anguloRad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velDesejada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braco na horizontal pesa mais que na vertical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438912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4988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CLASSE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44988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MECANISMO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4498848"/>
            <a:ext cx="2569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CONSTANTES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" y="4791456"/>
            <a:ext cx="11530584" cy="45720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873752"/>
            <a:ext cx="36210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SimpleMotorFeedforward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4873752"/>
            <a:ext cx="47183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Roda, esteira, atirador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4873752"/>
            <a:ext cx="253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kS, kV, 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5330952"/>
            <a:ext cx="36210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ElevatorFeedforward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5330952"/>
            <a:ext cx="47183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Elevador, mastro vertical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5330952"/>
            <a:ext cx="253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kS, kG, kV, kA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" y="5705856"/>
            <a:ext cx="11530584" cy="45720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5788152"/>
            <a:ext cx="36210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ArmFeedforward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5788152"/>
            <a:ext cx="47183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Braço, garra articulada, torre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5788152"/>
            <a:ext cx="253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kS, kCos, kV, kA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" y="5943600"/>
            <a:ext cx="11530584" cy="73152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" y="5943600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3" y="612648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59E0B"/>
                </a:solidFill>
                <a:latin typeface="Segoe UI"/>
              </a:rPr>
              <a:t>→  POR QUE ISSO IMPORTA TANTO EM MECANISMO VERTICAL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3" y="6473952"/>
            <a:ext cx="10981944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Sem kG, o PID só sustenta o elevador se houver erro — ou seja, ele cai um pouco, e só então é segurado. Com kG, ele para onde você mandou.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03 · NOSSO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que falta implantar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Honestidade: o repositório ainda não usa feedforward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E dá para corrigir hoje, no lab9, em menos de 20 linhas.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28800"/>
            <a:ext cx="5943600" cy="41148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828800"/>
            <a:ext cx="50292" cy="41148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956816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87171"/>
                </a:solidFill>
                <a:latin typeface="Consolas"/>
              </a:rPr>
              <a:t>o que esta no repositorio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40864"/>
            <a:ext cx="5559552" cy="352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HOJE — lab9OmniDrive (PID puro)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kP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0.005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kI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0.001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&lt;- vence o atrito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0.000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output1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pid1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currentRPM1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targetRPM1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output1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O kI acumula devagar ate vencer o atrito.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Funciona, mas: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  - demora a reagir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  - risco de windup se a roda travar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  - a correcao e "descoberta" toda vez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596128" cy="41148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50292" cy="4114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956816"/>
            <a:ext cx="5047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a versao com feedforward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340864"/>
            <a:ext cx="5212080" cy="352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PROPOSTA — medir e prever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Constants.DriveConstants: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kS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0.08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medido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kV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1.0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/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kMaxRPM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fracao por RPM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OmnidriveSubsystem: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SimpleMotorFeedforward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ff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SimpleMotorFeedforward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kV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prev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ff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targetRPM1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corr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pid1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currentRPM1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targetRPM1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prev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corr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Depois: reduza kI para 0 e kP pela metade.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O atrito agora e previsto, nao descoberto.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" y="5943600"/>
            <a:ext cx="11530584" cy="64008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" y="594360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3" y="612648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59E0B"/>
                </a:solidFill>
                <a:latin typeface="Segoe UI"/>
              </a:rPr>
              <a:t>→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3" y="6473952"/>
            <a:ext cx="10981944" cy="-1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Ordem de implantação: 1) meça kS e kV na bancada  ·  2) some o feedforward  ·  3) zere o kI  ·  4) reduza o kP até a correção ficar pequena.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Motion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Planejar o caminho antes de pedir ao controlador.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A78BFA"/>
                </a:solidFill>
                <a:latin typeface="Segoe UI"/>
              </a:rPr>
              <a:t>12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04 ·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setpoint em degrau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“Vá para 1500 mm. Agora.”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Esse é o pedido que fazemos ao PID — e ele é fisicamente impossível.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74519"/>
            <a:ext cx="6583680" cy="38862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2002536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o alvo que o controlador recebe (mm)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5376672"/>
            <a:ext cx="5788152" cy="7315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" y="529437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4615433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453313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425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3854196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377190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850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092958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3" y="3010662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1275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331720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3" y="224942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1700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4498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3742" y="2331720"/>
            <a:ext cx="7315" cy="30449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9422" y="54498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1372" y="2331720"/>
            <a:ext cx="7315" cy="30449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37052" y="54498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9003" y="2331720"/>
            <a:ext cx="7315" cy="30449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94683" y="54498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3.0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26633" y="2331720"/>
            <a:ext cx="7315" cy="30449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2313" y="54498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4.0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84264" y="2331720"/>
            <a:ext cx="7315" cy="30449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54498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5.0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2331720"/>
            <a:ext cx="7315" cy="3044952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96112" y="2689949"/>
            <a:ext cx="5788152" cy="2686723"/>
          </a:xfrm>
          <a:custGeom>
            <a:avLst/>
            <a:gdLst/>
            <a:ahLst/>
            <a:cxnLst/>
            <a:rect l="l" t="t" r="r" b="b"/>
            <a:pathLst>
              <a:path w="5788152" h="2686723">
                <a:moveTo>
                  <a:pt x="0" y="2686723"/>
                </a:moveTo>
                <a:lnTo>
                  <a:pt x="115" y="0"/>
                </a:lnTo>
                <a:lnTo>
                  <a:pt x="5788152" y="0"/>
                </a:lnTo>
              </a:path>
            </a:pathLst>
          </a:custGeom>
          <a:noFill/>
          <a:ln w="27940">
            <a:solidFill>
              <a:srgbClr val="F8717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896112" y="2689968"/>
            <a:ext cx="5504075" cy="2686704"/>
          </a:xfrm>
          <a:custGeom>
            <a:avLst/>
            <a:gdLst/>
            <a:ahLst/>
            <a:cxnLst/>
            <a:rect l="l" t="t" r="r" b="b"/>
            <a:pathLst>
              <a:path w="5504075" h="2686704">
                <a:moveTo>
                  <a:pt x="0" y="2686704"/>
                </a:moveTo>
                <a:lnTo>
                  <a:pt x="23152" y="2686606"/>
                </a:lnTo>
                <a:lnTo>
                  <a:pt x="46305" y="2686313"/>
                </a:lnTo>
                <a:lnTo>
                  <a:pt x="69457" y="2685826"/>
                </a:lnTo>
                <a:lnTo>
                  <a:pt x="92610" y="2685143"/>
                </a:lnTo>
                <a:lnTo>
                  <a:pt x="115763" y="2684265"/>
                </a:lnTo>
                <a:lnTo>
                  <a:pt x="138915" y="2683192"/>
                </a:lnTo>
                <a:lnTo>
                  <a:pt x="162068" y="2681924"/>
                </a:lnTo>
                <a:lnTo>
                  <a:pt x="185220" y="2680461"/>
                </a:lnTo>
                <a:lnTo>
                  <a:pt x="208373" y="2678803"/>
                </a:lnTo>
                <a:lnTo>
                  <a:pt x="231526" y="2676950"/>
                </a:lnTo>
                <a:lnTo>
                  <a:pt x="254678" y="2674902"/>
                </a:lnTo>
                <a:lnTo>
                  <a:pt x="277831" y="2672658"/>
                </a:lnTo>
                <a:lnTo>
                  <a:pt x="300983" y="2670220"/>
                </a:lnTo>
                <a:lnTo>
                  <a:pt x="324136" y="2667587"/>
                </a:lnTo>
                <a:lnTo>
                  <a:pt x="347289" y="2664758"/>
                </a:lnTo>
                <a:lnTo>
                  <a:pt x="370441" y="2661734"/>
                </a:lnTo>
                <a:lnTo>
                  <a:pt x="393594" y="2658516"/>
                </a:lnTo>
                <a:lnTo>
                  <a:pt x="416746" y="2655102"/>
                </a:lnTo>
                <a:lnTo>
                  <a:pt x="439899" y="2651493"/>
                </a:lnTo>
                <a:lnTo>
                  <a:pt x="463052" y="2647689"/>
                </a:lnTo>
                <a:lnTo>
                  <a:pt x="486204" y="2643690"/>
                </a:lnTo>
                <a:lnTo>
                  <a:pt x="509357" y="2639496"/>
                </a:lnTo>
                <a:lnTo>
                  <a:pt x="532509" y="2635107"/>
                </a:lnTo>
                <a:lnTo>
                  <a:pt x="555662" y="2630523"/>
                </a:lnTo>
                <a:lnTo>
                  <a:pt x="578815" y="2625744"/>
                </a:lnTo>
                <a:lnTo>
                  <a:pt x="601967" y="2620769"/>
                </a:lnTo>
                <a:lnTo>
                  <a:pt x="625120" y="2615600"/>
                </a:lnTo>
                <a:lnTo>
                  <a:pt x="648273" y="2610236"/>
                </a:lnTo>
                <a:lnTo>
                  <a:pt x="671425" y="2604676"/>
                </a:lnTo>
                <a:lnTo>
                  <a:pt x="694578" y="2598921"/>
                </a:lnTo>
                <a:lnTo>
                  <a:pt x="717730" y="2592972"/>
                </a:lnTo>
                <a:lnTo>
                  <a:pt x="740883" y="2586827"/>
                </a:lnTo>
                <a:lnTo>
                  <a:pt x="764036" y="2580487"/>
                </a:lnTo>
                <a:lnTo>
                  <a:pt x="787188" y="2573952"/>
                </a:lnTo>
                <a:lnTo>
                  <a:pt x="810341" y="2567222"/>
                </a:lnTo>
                <a:lnTo>
                  <a:pt x="833493" y="2560297"/>
                </a:lnTo>
                <a:lnTo>
                  <a:pt x="856646" y="2553177"/>
                </a:lnTo>
                <a:lnTo>
                  <a:pt x="879799" y="2545862"/>
                </a:lnTo>
                <a:lnTo>
                  <a:pt x="902951" y="2538352"/>
                </a:lnTo>
                <a:lnTo>
                  <a:pt x="926104" y="2530646"/>
                </a:lnTo>
                <a:lnTo>
                  <a:pt x="949256" y="2522746"/>
                </a:lnTo>
                <a:lnTo>
                  <a:pt x="972409" y="2514651"/>
                </a:lnTo>
                <a:lnTo>
                  <a:pt x="995562" y="2506360"/>
                </a:lnTo>
                <a:lnTo>
                  <a:pt x="1018714" y="2497874"/>
                </a:lnTo>
                <a:lnTo>
                  <a:pt x="1041867" y="2489194"/>
                </a:lnTo>
                <a:lnTo>
                  <a:pt x="1065019" y="2480318"/>
                </a:lnTo>
                <a:lnTo>
                  <a:pt x="1088172" y="2471247"/>
                </a:lnTo>
                <a:lnTo>
                  <a:pt x="1111325" y="2461981"/>
                </a:lnTo>
                <a:lnTo>
                  <a:pt x="1134477" y="2452520"/>
                </a:lnTo>
                <a:lnTo>
                  <a:pt x="1157630" y="2442864"/>
                </a:lnTo>
                <a:lnTo>
                  <a:pt x="1180783" y="2433013"/>
                </a:lnTo>
                <a:lnTo>
                  <a:pt x="1203935" y="2422967"/>
                </a:lnTo>
                <a:lnTo>
                  <a:pt x="1227088" y="2412726"/>
                </a:lnTo>
                <a:lnTo>
                  <a:pt x="1250240" y="2402289"/>
                </a:lnTo>
                <a:lnTo>
                  <a:pt x="1273393" y="2391658"/>
                </a:lnTo>
                <a:lnTo>
                  <a:pt x="1296546" y="2380832"/>
                </a:lnTo>
                <a:lnTo>
                  <a:pt x="1319698" y="2369810"/>
                </a:lnTo>
                <a:lnTo>
                  <a:pt x="1342851" y="2358593"/>
                </a:lnTo>
                <a:lnTo>
                  <a:pt x="1366003" y="2347182"/>
                </a:lnTo>
                <a:lnTo>
                  <a:pt x="1389156" y="2335575"/>
                </a:lnTo>
                <a:lnTo>
                  <a:pt x="1412309" y="2323773"/>
                </a:lnTo>
                <a:lnTo>
                  <a:pt x="1435461" y="2311776"/>
                </a:lnTo>
                <a:lnTo>
                  <a:pt x="1458614" y="2299584"/>
                </a:lnTo>
                <a:lnTo>
                  <a:pt x="1481766" y="2287197"/>
                </a:lnTo>
                <a:lnTo>
                  <a:pt x="1504919" y="2274615"/>
                </a:lnTo>
                <a:lnTo>
                  <a:pt x="1528072" y="2261838"/>
                </a:lnTo>
                <a:lnTo>
                  <a:pt x="1551224" y="2248866"/>
                </a:lnTo>
                <a:lnTo>
                  <a:pt x="1574377" y="2235699"/>
                </a:lnTo>
                <a:lnTo>
                  <a:pt x="1597529" y="2222336"/>
                </a:lnTo>
                <a:lnTo>
                  <a:pt x="1620682" y="2208779"/>
                </a:lnTo>
                <a:lnTo>
                  <a:pt x="1643835" y="2195026"/>
                </a:lnTo>
                <a:lnTo>
                  <a:pt x="1666987" y="2181079"/>
                </a:lnTo>
                <a:lnTo>
                  <a:pt x="1690140" y="2166936"/>
                </a:lnTo>
                <a:lnTo>
                  <a:pt x="1713292" y="2152598"/>
                </a:lnTo>
                <a:lnTo>
                  <a:pt x="1736445" y="2138065"/>
                </a:lnTo>
                <a:lnTo>
                  <a:pt x="1759598" y="2123337"/>
                </a:lnTo>
                <a:lnTo>
                  <a:pt x="1782750" y="2108414"/>
                </a:lnTo>
                <a:lnTo>
                  <a:pt x="1805903" y="2093296"/>
                </a:lnTo>
                <a:lnTo>
                  <a:pt x="1829056" y="2077983"/>
                </a:lnTo>
                <a:lnTo>
                  <a:pt x="1852208" y="2062475"/>
                </a:lnTo>
                <a:lnTo>
                  <a:pt x="1875361" y="2046772"/>
                </a:lnTo>
                <a:lnTo>
                  <a:pt x="1898513" y="2030874"/>
                </a:lnTo>
                <a:lnTo>
                  <a:pt x="1921666" y="2014780"/>
                </a:lnTo>
                <a:lnTo>
                  <a:pt x="1944819" y="1998492"/>
                </a:lnTo>
                <a:lnTo>
                  <a:pt x="1967971" y="1982008"/>
                </a:lnTo>
                <a:lnTo>
                  <a:pt x="1991124" y="1965330"/>
                </a:lnTo>
                <a:lnTo>
                  <a:pt x="2014276" y="1948456"/>
                </a:lnTo>
                <a:lnTo>
                  <a:pt x="2037429" y="1931387"/>
                </a:lnTo>
                <a:lnTo>
                  <a:pt x="2060582" y="1914123"/>
                </a:lnTo>
                <a:lnTo>
                  <a:pt x="2083734" y="1896665"/>
                </a:lnTo>
                <a:lnTo>
                  <a:pt x="2106887" y="1879011"/>
                </a:lnTo>
                <a:lnTo>
                  <a:pt x="2130039" y="1861162"/>
                </a:lnTo>
                <a:lnTo>
                  <a:pt x="2153192" y="1843117"/>
                </a:lnTo>
                <a:lnTo>
                  <a:pt x="2176345" y="1824878"/>
                </a:lnTo>
                <a:lnTo>
                  <a:pt x="2199497" y="1806444"/>
                </a:lnTo>
                <a:lnTo>
                  <a:pt x="2222650" y="1787815"/>
                </a:lnTo>
                <a:lnTo>
                  <a:pt x="2245802" y="1768990"/>
                </a:lnTo>
                <a:lnTo>
                  <a:pt x="2268955" y="1749971"/>
                </a:lnTo>
                <a:lnTo>
                  <a:pt x="2292108" y="1730756"/>
                </a:lnTo>
                <a:lnTo>
                  <a:pt x="2315260" y="1711347"/>
                </a:lnTo>
                <a:lnTo>
                  <a:pt x="2338413" y="1691840"/>
                </a:lnTo>
                <a:lnTo>
                  <a:pt x="2361566" y="1672332"/>
                </a:lnTo>
                <a:lnTo>
                  <a:pt x="2384718" y="1652825"/>
                </a:lnTo>
                <a:lnTo>
                  <a:pt x="2407871" y="1633318"/>
                </a:lnTo>
                <a:lnTo>
                  <a:pt x="2431023" y="1613811"/>
                </a:lnTo>
                <a:lnTo>
                  <a:pt x="2454176" y="1594304"/>
                </a:lnTo>
                <a:lnTo>
                  <a:pt x="2477329" y="1574797"/>
                </a:lnTo>
                <a:lnTo>
                  <a:pt x="2500481" y="1555290"/>
                </a:lnTo>
                <a:lnTo>
                  <a:pt x="2523634" y="1535783"/>
                </a:lnTo>
                <a:lnTo>
                  <a:pt x="2546786" y="1516275"/>
                </a:lnTo>
                <a:lnTo>
                  <a:pt x="2569939" y="1496768"/>
                </a:lnTo>
                <a:lnTo>
                  <a:pt x="2593092" y="1477261"/>
                </a:lnTo>
                <a:lnTo>
                  <a:pt x="2616244" y="1457754"/>
                </a:lnTo>
                <a:lnTo>
                  <a:pt x="2639397" y="1438247"/>
                </a:lnTo>
                <a:lnTo>
                  <a:pt x="2662549" y="1418740"/>
                </a:lnTo>
                <a:lnTo>
                  <a:pt x="2685702" y="1399233"/>
                </a:lnTo>
                <a:lnTo>
                  <a:pt x="2708855" y="1379725"/>
                </a:lnTo>
                <a:lnTo>
                  <a:pt x="2732007" y="1360218"/>
                </a:lnTo>
                <a:lnTo>
                  <a:pt x="2755160" y="1340711"/>
                </a:lnTo>
                <a:lnTo>
                  <a:pt x="2778312" y="1321204"/>
                </a:lnTo>
                <a:lnTo>
                  <a:pt x="2801465" y="1301697"/>
                </a:lnTo>
                <a:lnTo>
                  <a:pt x="2824618" y="1282190"/>
                </a:lnTo>
                <a:lnTo>
                  <a:pt x="2847770" y="1262683"/>
                </a:lnTo>
                <a:lnTo>
                  <a:pt x="2870923" y="1243176"/>
                </a:lnTo>
                <a:lnTo>
                  <a:pt x="2894076" y="1223668"/>
                </a:lnTo>
                <a:lnTo>
                  <a:pt x="2917228" y="1204161"/>
                </a:lnTo>
                <a:lnTo>
                  <a:pt x="2940381" y="1184654"/>
                </a:lnTo>
                <a:lnTo>
                  <a:pt x="2963533" y="1165147"/>
                </a:lnTo>
                <a:lnTo>
                  <a:pt x="2986686" y="1145640"/>
                </a:lnTo>
                <a:lnTo>
                  <a:pt x="3009839" y="1126133"/>
                </a:lnTo>
                <a:lnTo>
                  <a:pt x="3032991" y="1106626"/>
                </a:lnTo>
                <a:lnTo>
                  <a:pt x="3056144" y="1087118"/>
                </a:lnTo>
                <a:lnTo>
                  <a:pt x="3079296" y="1067611"/>
                </a:lnTo>
                <a:lnTo>
                  <a:pt x="3102449" y="1048104"/>
                </a:lnTo>
                <a:lnTo>
                  <a:pt x="3125602" y="1028597"/>
                </a:lnTo>
                <a:lnTo>
                  <a:pt x="3148754" y="1009090"/>
                </a:lnTo>
                <a:lnTo>
                  <a:pt x="3171907" y="989583"/>
                </a:lnTo>
                <a:lnTo>
                  <a:pt x="3195059" y="970102"/>
                </a:lnTo>
                <a:lnTo>
                  <a:pt x="3218212" y="950745"/>
                </a:lnTo>
                <a:lnTo>
                  <a:pt x="3241365" y="931583"/>
                </a:lnTo>
                <a:lnTo>
                  <a:pt x="3264517" y="912616"/>
                </a:lnTo>
                <a:lnTo>
                  <a:pt x="3287670" y="893844"/>
                </a:lnTo>
                <a:lnTo>
                  <a:pt x="3310822" y="875268"/>
                </a:lnTo>
                <a:lnTo>
                  <a:pt x="3333975" y="856886"/>
                </a:lnTo>
                <a:lnTo>
                  <a:pt x="3357128" y="838700"/>
                </a:lnTo>
                <a:lnTo>
                  <a:pt x="3380280" y="820708"/>
                </a:lnTo>
                <a:lnTo>
                  <a:pt x="3403433" y="802912"/>
                </a:lnTo>
                <a:lnTo>
                  <a:pt x="3426585" y="785310"/>
                </a:lnTo>
                <a:lnTo>
                  <a:pt x="3449738" y="767904"/>
                </a:lnTo>
                <a:lnTo>
                  <a:pt x="3472891" y="750693"/>
                </a:lnTo>
                <a:lnTo>
                  <a:pt x="3496043" y="733677"/>
                </a:lnTo>
                <a:lnTo>
                  <a:pt x="3519196" y="716856"/>
                </a:lnTo>
                <a:lnTo>
                  <a:pt x="3542349" y="700230"/>
                </a:lnTo>
                <a:lnTo>
                  <a:pt x="3565501" y="683799"/>
                </a:lnTo>
                <a:lnTo>
                  <a:pt x="3588654" y="667563"/>
                </a:lnTo>
                <a:lnTo>
                  <a:pt x="3611806" y="651522"/>
                </a:lnTo>
                <a:lnTo>
                  <a:pt x="3634959" y="635677"/>
                </a:lnTo>
                <a:lnTo>
                  <a:pt x="3658112" y="620026"/>
                </a:lnTo>
                <a:lnTo>
                  <a:pt x="3681264" y="604570"/>
                </a:lnTo>
                <a:lnTo>
                  <a:pt x="3704417" y="589310"/>
                </a:lnTo>
                <a:lnTo>
                  <a:pt x="3727569" y="574245"/>
                </a:lnTo>
                <a:lnTo>
                  <a:pt x="3750722" y="559374"/>
                </a:lnTo>
                <a:lnTo>
                  <a:pt x="3773875" y="544699"/>
                </a:lnTo>
                <a:lnTo>
                  <a:pt x="3797027" y="530219"/>
                </a:lnTo>
                <a:lnTo>
                  <a:pt x="3820180" y="515934"/>
                </a:lnTo>
                <a:lnTo>
                  <a:pt x="3843332" y="501844"/>
                </a:lnTo>
                <a:lnTo>
                  <a:pt x="3866485" y="487949"/>
                </a:lnTo>
                <a:lnTo>
                  <a:pt x="3889638" y="474249"/>
                </a:lnTo>
                <a:lnTo>
                  <a:pt x="3912790" y="460744"/>
                </a:lnTo>
                <a:lnTo>
                  <a:pt x="3935943" y="447434"/>
                </a:lnTo>
                <a:lnTo>
                  <a:pt x="3959095" y="434319"/>
                </a:lnTo>
                <a:lnTo>
                  <a:pt x="3982248" y="421400"/>
                </a:lnTo>
                <a:lnTo>
                  <a:pt x="4005401" y="408675"/>
                </a:lnTo>
                <a:lnTo>
                  <a:pt x="4028553" y="396146"/>
                </a:lnTo>
                <a:lnTo>
                  <a:pt x="4051706" y="383811"/>
                </a:lnTo>
                <a:lnTo>
                  <a:pt x="4074859" y="371672"/>
                </a:lnTo>
                <a:lnTo>
                  <a:pt x="4098011" y="359728"/>
                </a:lnTo>
                <a:lnTo>
                  <a:pt x="4121164" y="347979"/>
                </a:lnTo>
                <a:lnTo>
                  <a:pt x="4144316" y="336424"/>
                </a:lnTo>
                <a:lnTo>
                  <a:pt x="4167469" y="325065"/>
                </a:lnTo>
                <a:lnTo>
                  <a:pt x="4190622" y="313901"/>
                </a:lnTo>
                <a:lnTo>
                  <a:pt x="4213774" y="302932"/>
                </a:lnTo>
                <a:lnTo>
                  <a:pt x="4236927" y="292159"/>
                </a:lnTo>
                <a:lnTo>
                  <a:pt x="4260079" y="281580"/>
                </a:lnTo>
                <a:lnTo>
                  <a:pt x="4283232" y="271196"/>
                </a:lnTo>
                <a:lnTo>
                  <a:pt x="4306385" y="261008"/>
                </a:lnTo>
                <a:lnTo>
                  <a:pt x="4329537" y="251014"/>
                </a:lnTo>
                <a:lnTo>
                  <a:pt x="4352690" y="241216"/>
                </a:lnTo>
                <a:lnTo>
                  <a:pt x="4375842" y="231612"/>
                </a:lnTo>
                <a:lnTo>
                  <a:pt x="4398995" y="222204"/>
                </a:lnTo>
                <a:lnTo>
                  <a:pt x="4422148" y="212991"/>
                </a:lnTo>
                <a:lnTo>
                  <a:pt x="4445300" y="203972"/>
                </a:lnTo>
                <a:lnTo>
                  <a:pt x="4468453" y="195149"/>
                </a:lnTo>
                <a:lnTo>
                  <a:pt x="4491605" y="186521"/>
                </a:lnTo>
                <a:lnTo>
                  <a:pt x="4514758" y="178088"/>
                </a:lnTo>
                <a:lnTo>
                  <a:pt x="4537911" y="169850"/>
                </a:lnTo>
                <a:lnTo>
                  <a:pt x="4561063" y="161807"/>
                </a:lnTo>
                <a:lnTo>
                  <a:pt x="4584216" y="153960"/>
                </a:lnTo>
                <a:lnTo>
                  <a:pt x="4607368" y="146307"/>
                </a:lnTo>
                <a:lnTo>
                  <a:pt x="4630521" y="138849"/>
                </a:lnTo>
                <a:lnTo>
                  <a:pt x="4653674" y="131587"/>
                </a:lnTo>
                <a:lnTo>
                  <a:pt x="4676826" y="124519"/>
                </a:lnTo>
                <a:lnTo>
                  <a:pt x="4699979" y="117647"/>
                </a:lnTo>
                <a:lnTo>
                  <a:pt x="4723132" y="110970"/>
                </a:lnTo>
                <a:lnTo>
                  <a:pt x="4746284" y="104487"/>
                </a:lnTo>
                <a:lnTo>
                  <a:pt x="4769437" y="98200"/>
                </a:lnTo>
                <a:lnTo>
                  <a:pt x="4792589" y="92108"/>
                </a:lnTo>
                <a:lnTo>
                  <a:pt x="4815742" y="86211"/>
                </a:lnTo>
                <a:lnTo>
                  <a:pt x="4838895" y="80509"/>
                </a:lnTo>
                <a:lnTo>
                  <a:pt x="4862047" y="75002"/>
                </a:lnTo>
                <a:lnTo>
                  <a:pt x="4885200" y="69690"/>
                </a:lnTo>
                <a:lnTo>
                  <a:pt x="4908352" y="64573"/>
                </a:lnTo>
                <a:lnTo>
                  <a:pt x="4931505" y="59652"/>
                </a:lnTo>
                <a:lnTo>
                  <a:pt x="4954658" y="54925"/>
                </a:lnTo>
                <a:lnTo>
                  <a:pt x="4977810" y="50394"/>
                </a:lnTo>
                <a:lnTo>
                  <a:pt x="5000963" y="46057"/>
                </a:lnTo>
                <a:lnTo>
                  <a:pt x="5024115" y="41916"/>
                </a:lnTo>
                <a:lnTo>
                  <a:pt x="5047268" y="37969"/>
                </a:lnTo>
                <a:lnTo>
                  <a:pt x="5070421" y="34218"/>
                </a:lnTo>
                <a:lnTo>
                  <a:pt x="5093573" y="30662"/>
                </a:lnTo>
                <a:lnTo>
                  <a:pt x="5116726" y="27301"/>
                </a:lnTo>
                <a:lnTo>
                  <a:pt x="5139878" y="24135"/>
                </a:lnTo>
                <a:lnTo>
                  <a:pt x="5163031" y="21164"/>
                </a:lnTo>
                <a:lnTo>
                  <a:pt x="5186184" y="18388"/>
                </a:lnTo>
                <a:lnTo>
                  <a:pt x="5209336" y="15807"/>
                </a:lnTo>
                <a:lnTo>
                  <a:pt x="5232489" y="13421"/>
                </a:lnTo>
                <a:lnTo>
                  <a:pt x="5255642" y="11230"/>
                </a:lnTo>
                <a:lnTo>
                  <a:pt x="5278794" y="9235"/>
                </a:lnTo>
                <a:lnTo>
                  <a:pt x="5301947" y="7434"/>
                </a:lnTo>
                <a:lnTo>
                  <a:pt x="5325099" y="5829"/>
                </a:lnTo>
                <a:lnTo>
                  <a:pt x="5348252" y="4418"/>
                </a:lnTo>
                <a:lnTo>
                  <a:pt x="5371405" y="3203"/>
                </a:lnTo>
                <a:lnTo>
                  <a:pt x="5394557" y="2183"/>
                </a:lnTo>
                <a:lnTo>
                  <a:pt x="5417710" y="1358"/>
                </a:lnTo>
                <a:lnTo>
                  <a:pt x="5440862" y="727"/>
                </a:lnTo>
                <a:lnTo>
                  <a:pt x="5464015" y="292"/>
                </a:lnTo>
                <a:lnTo>
                  <a:pt x="5487168" y="52"/>
                </a:lnTo>
                <a:lnTo>
                  <a:pt x="5504075" y="0"/>
                </a:lnTo>
              </a:path>
            </a:pathLst>
          </a:custGeom>
          <a:noFill/>
          <a:ln w="3302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6112" y="5586984"/>
            <a:ext cx="182880" cy="411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5522976"/>
            <a:ext cx="16111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setpoint em degrau (PID puro)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63900" y="5586984"/>
            <a:ext cx="18288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10788" y="5522976"/>
            <a:ext cx="10808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setpoint com perfil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522976"/>
            <a:ext cx="5788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>
                <a:solidFill>
                  <a:srgbClr val="8DA2C0"/>
                </a:solidFill>
                <a:latin typeface="Segoe UI"/>
              </a:rPr>
              <a:t>tempo (s)</a:t>
            </a:r>
          </a:p>
        </p:txBody>
      </p:sp>
      <p:sp>
        <p:nvSpPr>
          <p:cNvPr id="40" name="Oval 39"/>
          <p:cNvSpPr/>
          <p:nvPr/>
        </p:nvSpPr>
        <p:spPr>
          <a:xfrm>
            <a:off x="7086600" y="2112264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42631" y="2011680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Erro gigante no instante zero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42631" y="2286000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1500 mm de erro. Com kP = 0,05 isso satura o motor 75×.</a:t>
            </a:r>
          </a:p>
        </p:txBody>
      </p:sp>
      <p:sp>
        <p:nvSpPr>
          <p:cNvPr id="43" name="Oval 42"/>
          <p:cNvSpPr/>
          <p:nvPr/>
        </p:nvSpPr>
        <p:spPr>
          <a:xfrm>
            <a:off x="7086600" y="3118104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42631" y="3017520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O robô arranca com tudo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42631" y="3291840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Derrapagem, encoder que escorrega, trajetória que abre.</a:t>
            </a:r>
          </a:p>
        </p:txBody>
      </p:sp>
      <p:sp>
        <p:nvSpPr>
          <p:cNvPr id="46" name="Oval 45"/>
          <p:cNvSpPr/>
          <p:nvPr/>
        </p:nvSpPr>
        <p:spPr>
          <a:xfrm>
            <a:off x="7086600" y="4123944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42631" y="4023360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Perto do alvo, chega voando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2631" y="4297680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A frenagem depende do atrito, não do plano.</a:t>
            </a:r>
          </a:p>
        </p:txBody>
      </p:sp>
      <p:sp>
        <p:nvSpPr>
          <p:cNvPr id="49" name="Oval 48"/>
          <p:cNvSpPr/>
          <p:nvPr/>
        </p:nvSpPr>
        <p:spPr>
          <a:xfrm>
            <a:off x="7086600" y="5129784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42631" y="5029200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Resultado: overshoot ou pontaria ruim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2631" y="5303520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E a culpa cai no ganho, que não é o culpado.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86600" y="5029200"/>
            <a:ext cx="4773168" cy="77724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5029200"/>
            <a:ext cx="54864" cy="7772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60920" y="5212080"/>
            <a:ext cx="4224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34D399"/>
                </a:solidFill>
                <a:latin typeface="Segoe UI"/>
              </a:rPr>
              <a:t>★  A VIRADA DE CHAVE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5559552"/>
            <a:ext cx="42245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Em vez de mudar o controlador, mude o alvo: dê a ele um alvo que se move de forma possível.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04 · CONCEITO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que é um motion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Um plano de movimento no tempo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Para cada instante: onde estar, com que velocidade, com que aceleração.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74519"/>
            <a:ext cx="6583680" cy="38862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2002536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o mesmo movimento, duas grandezas (normalizadas)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5376672"/>
            <a:ext cx="5788152" cy="7315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" y="529437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4615433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453313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3854196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377190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0.57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092958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3" y="3010662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0.86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331720"/>
            <a:ext cx="578815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3" y="224942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4498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3742" y="2331720"/>
            <a:ext cx="7315" cy="30449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9422" y="54498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1372" y="2331720"/>
            <a:ext cx="7315" cy="30449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37052" y="54498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9003" y="2331720"/>
            <a:ext cx="7315" cy="30449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94683" y="54498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3.0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26633" y="2331720"/>
            <a:ext cx="7315" cy="30449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2313" y="54498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4.0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84264" y="2331720"/>
            <a:ext cx="7315" cy="304495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544982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5.0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2331720"/>
            <a:ext cx="7315" cy="3044952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96112" y="2728906"/>
            <a:ext cx="5504075" cy="2647766"/>
          </a:xfrm>
          <a:custGeom>
            <a:avLst/>
            <a:gdLst/>
            <a:ahLst/>
            <a:cxnLst/>
            <a:rect l="l" t="t" r="r" b="b"/>
            <a:pathLst>
              <a:path w="5504075" h="2647766">
                <a:moveTo>
                  <a:pt x="0" y="2647766"/>
                </a:moveTo>
                <a:lnTo>
                  <a:pt x="23152" y="2647669"/>
                </a:lnTo>
                <a:lnTo>
                  <a:pt x="46305" y="2647381"/>
                </a:lnTo>
                <a:lnTo>
                  <a:pt x="69457" y="2646900"/>
                </a:lnTo>
                <a:lnTo>
                  <a:pt x="92610" y="2646228"/>
                </a:lnTo>
                <a:lnTo>
                  <a:pt x="115763" y="2645362"/>
                </a:lnTo>
                <a:lnTo>
                  <a:pt x="138915" y="2644305"/>
                </a:lnTo>
                <a:lnTo>
                  <a:pt x="162068" y="2643056"/>
                </a:lnTo>
                <a:lnTo>
                  <a:pt x="185220" y="2641614"/>
                </a:lnTo>
                <a:lnTo>
                  <a:pt x="208373" y="2639980"/>
                </a:lnTo>
                <a:lnTo>
                  <a:pt x="231526" y="2638153"/>
                </a:lnTo>
                <a:lnTo>
                  <a:pt x="254678" y="2636135"/>
                </a:lnTo>
                <a:lnTo>
                  <a:pt x="277831" y="2633924"/>
                </a:lnTo>
                <a:lnTo>
                  <a:pt x="300983" y="2631521"/>
                </a:lnTo>
                <a:lnTo>
                  <a:pt x="324136" y="2628926"/>
                </a:lnTo>
                <a:lnTo>
                  <a:pt x="347289" y="2626138"/>
                </a:lnTo>
                <a:lnTo>
                  <a:pt x="370441" y="2623158"/>
                </a:lnTo>
                <a:lnTo>
                  <a:pt x="393594" y="2619986"/>
                </a:lnTo>
                <a:lnTo>
                  <a:pt x="416746" y="2616622"/>
                </a:lnTo>
                <a:lnTo>
                  <a:pt x="439899" y="2613065"/>
                </a:lnTo>
                <a:lnTo>
                  <a:pt x="463052" y="2609317"/>
                </a:lnTo>
                <a:lnTo>
                  <a:pt x="486204" y="2605376"/>
                </a:lnTo>
                <a:lnTo>
                  <a:pt x="509357" y="2601242"/>
                </a:lnTo>
                <a:lnTo>
                  <a:pt x="532509" y="2596917"/>
                </a:lnTo>
                <a:lnTo>
                  <a:pt x="555662" y="2592399"/>
                </a:lnTo>
                <a:lnTo>
                  <a:pt x="578815" y="2587689"/>
                </a:lnTo>
                <a:lnTo>
                  <a:pt x="601967" y="2582787"/>
                </a:lnTo>
                <a:lnTo>
                  <a:pt x="625120" y="2577692"/>
                </a:lnTo>
                <a:lnTo>
                  <a:pt x="648273" y="2572406"/>
                </a:lnTo>
                <a:lnTo>
                  <a:pt x="671425" y="2566927"/>
                </a:lnTo>
                <a:lnTo>
                  <a:pt x="694578" y="2561256"/>
                </a:lnTo>
                <a:lnTo>
                  <a:pt x="717730" y="2555392"/>
                </a:lnTo>
                <a:lnTo>
                  <a:pt x="740883" y="2549336"/>
                </a:lnTo>
                <a:lnTo>
                  <a:pt x="764036" y="2543089"/>
                </a:lnTo>
                <a:lnTo>
                  <a:pt x="787188" y="2536648"/>
                </a:lnTo>
                <a:lnTo>
                  <a:pt x="810341" y="2530016"/>
                </a:lnTo>
                <a:lnTo>
                  <a:pt x="833493" y="2523191"/>
                </a:lnTo>
                <a:lnTo>
                  <a:pt x="856646" y="2516174"/>
                </a:lnTo>
                <a:lnTo>
                  <a:pt x="879799" y="2508965"/>
                </a:lnTo>
                <a:lnTo>
                  <a:pt x="902951" y="2501564"/>
                </a:lnTo>
                <a:lnTo>
                  <a:pt x="926104" y="2493970"/>
                </a:lnTo>
                <a:lnTo>
                  <a:pt x="949256" y="2486184"/>
                </a:lnTo>
                <a:lnTo>
                  <a:pt x="972409" y="2478206"/>
                </a:lnTo>
                <a:lnTo>
                  <a:pt x="995562" y="2470036"/>
                </a:lnTo>
                <a:lnTo>
                  <a:pt x="1018714" y="2461673"/>
                </a:lnTo>
                <a:lnTo>
                  <a:pt x="1041867" y="2453118"/>
                </a:lnTo>
                <a:lnTo>
                  <a:pt x="1065019" y="2444371"/>
                </a:lnTo>
                <a:lnTo>
                  <a:pt x="1088172" y="2435432"/>
                </a:lnTo>
                <a:lnTo>
                  <a:pt x="1111325" y="2426300"/>
                </a:lnTo>
                <a:lnTo>
                  <a:pt x="1134477" y="2416976"/>
                </a:lnTo>
                <a:lnTo>
                  <a:pt x="1157630" y="2407460"/>
                </a:lnTo>
                <a:lnTo>
                  <a:pt x="1180783" y="2397752"/>
                </a:lnTo>
                <a:lnTo>
                  <a:pt x="1203935" y="2387851"/>
                </a:lnTo>
                <a:lnTo>
                  <a:pt x="1227088" y="2377758"/>
                </a:lnTo>
                <a:lnTo>
                  <a:pt x="1250240" y="2367473"/>
                </a:lnTo>
                <a:lnTo>
                  <a:pt x="1273393" y="2356996"/>
                </a:lnTo>
                <a:lnTo>
                  <a:pt x="1296546" y="2346327"/>
                </a:lnTo>
                <a:lnTo>
                  <a:pt x="1319698" y="2335465"/>
                </a:lnTo>
                <a:lnTo>
                  <a:pt x="1342851" y="2324411"/>
                </a:lnTo>
                <a:lnTo>
                  <a:pt x="1366003" y="2313164"/>
                </a:lnTo>
                <a:lnTo>
                  <a:pt x="1389156" y="2301726"/>
                </a:lnTo>
                <a:lnTo>
                  <a:pt x="1412309" y="2290095"/>
                </a:lnTo>
                <a:lnTo>
                  <a:pt x="1435461" y="2278272"/>
                </a:lnTo>
                <a:lnTo>
                  <a:pt x="1458614" y="2266257"/>
                </a:lnTo>
                <a:lnTo>
                  <a:pt x="1481766" y="2254049"/>
                </a:lnTo>
                <a:lnTo>
                  <a:pt x="1504919" y="2241650"/>
                </a:lnTo>
                <a:lnTo>
                  <a:pt x="1528072" y="2229058"/>
                </a:lnTo>
                <a:lnTo>
                  <a:pt x="1551224" y="2216273"/>
                </a:lnTo>
                <a:lnTo>
                  <a:pt x="1574377" y="2203297"/>
                </a:lnTo>
                <a:lnTo>
                  <a:pt x="1597529" y="2190128"/>
                </a:lnTo>
                <a:lnTo>
                  <a:pt x="1620682" y="2176767"/>
                </a:lnTo>
                <a:lnTo>
                  <a:pt x="1643835" y="2163214"/>
                </a:lnTo>
                <a:lnTo>
                  <a:pt x="1666987" y="2149468"/>
                </a:lnTo>
                <a:lnTo>
                  <a:pt x="1690140" y="2135531"/>
                </a:lnTo>
                <a:lnTo>
                  <a:pt x="1713292" y="2121401"/>
                </a:lnTo>
                <a:lnTo>
                  <a:pt x="1736445" y="2107079"/>
                </a:lnTo>
                <a:lnTo>
                  <a:pt x="1759598" y="2092564"/>
                </a:lnTo>
                <a:lnTo>
                  <a:pt x="1782750" y="2077857"/>
                </a:lnTo>
                <a:lnTo>
                  <a:pt x="1805903" y="2062959"/>
                </a:lnTo>
                <a:lnTo>
                  <a:pt x="1829056" y="2047867"/>
                </a:lnTo>
                <a:lnTo>
                  <a:pt x="1852208" y="2032584"/>
                </a:lnTo>
                <a:lnTo>
                  <a:pt x="1875361" y="2017108"/>
                </a:lnTo>
                <a:lnTo>
                  <a:pt x="1898513" y="2001440"/>
                </a:lnTo>
                <a:lnTo>
                  <a:pt x="1921666" y="1985580"/>
                </a:lnTo>
                <a:lnTo>
                  <a:pt x="1944819" y="1969528"/>
                </a:lnTo>
                <a:lnTo>
                  <a:pt x="1967971" y="1953283"/>
                </a:lnTo>
                <a:lnTo>
                  <a:pt x="1991124" y="1936846"/>
                </a:lnTo>
                <a:lnTo>
                  <a:pt x="2014276" y="1920217"/>
                </a:lnTo>
                <a:lnTo>
                  <a:pt x="2037429" y="1903396"/>
                </a:lnTo>
                <a:lnTo>
                  <a:pt x="2060582" y="1886382"/>
                </a:lnTo>
                <a:lnTo>
                  <a:pt x="2083734" y="1869176"/>
                </a:lnTo>
                <a:lnTo>
                  <a:pt x="2106887" y="1851778"/>
                </a:lnTo>
                <a:lnTo>
                  <a:pt x="2130039" y="1834188"/>
                </a:lnTo>
                <a:lnTo>
                  <a:pt x="2153192" y="1816405"/>
                </a:lnTo>
                <a:lnTo>
                  <a:pt x="2176345" y="1798431"/>
                </a:lnTo>
                <a:lnTo>
                  <a:pt x="2199497" y="1780263"/>
                </a:lnTo>
                <a:lnTo>
                  <a:pt x="2222650" y="1761904"/>
                </a:lnTo>
                <a:lnTo>
                  <a:pt x="2245802" y="1743353"/>
                </a:lnTo>
                <a:lnTo>
                  <a:pt x="2268955" y="1724609"/>
                </a:lnTo>
                <a:lnTo>
                  <a:pt x="2292108" y="1705673"/>
                </a:lnTo>
                <a:lnTo>
                  <a:pt x="2315260" y="1686544"/>
                </a:lnTo>
                <a:lnTo>
                  <a:pt x="2338413" y="1667320"/>
                </a:lnTo>
                <a:lnTo>
                  <a:pt x="2361566" y="1648096"/>
                </a:lnTo>
                <a:lnTo>
                  <a:pt x="2384718" y="1628871"/>
                </a:lnTo>
                <a:lnTo>
                  <a:pt x="2407871" y="1609647"/>
                </a:lnTo>
                <a:lnTo>
                  <a:pt x="2431023" y="1590422"/>
                </a:lnTo>
                <a:lnTo>
                  <a:pt x="2454176" y="1571198"/>
                </a:lnTo>
                <a:lnTo>
                  <a:pt x="2477329" y="1551973"/>
                </a:lnTo>
                <a:lnTo>
                  <a:pt x="2500481" y="1532749"/>
                </a:lnTo>
                <a:lnTo>
                  <a:pt x="2523634" y="1513525"/>
                </a:lnTo>
                <a:lnTo>
                  <a:pt x="2546786" y="1494300"/>
                </a:lnTo>
                <a:lnTo>
                  <a:pt x="2569939" y="1475076"/>
                </a:lnTo>
                <a:lnTo>
                  <a:pt x="2593092" y="1455851"/>
                </a:lnTo>
                <a:lnTo>
                  <a:pt x="2616244" y="1436627"/>
                </a:lnTo>
                <a:lnTo>
                  <a:pt x="2639397" y="1417402"/>
                </a:lnTo>
                <a:lnTo>
                  <a:pt x="2662549" y="1398178"/>
                </a:lnTo>
                <a:lnTo>
                  <a:pt x="2685702" y="1378954"/>
                </a:lnTo>
                <a:lnTo>
                  <a:pt x="2708855" y="1359729"/>
                </a:lnTo>
                <a:lnTo>
                  <a:pt x="2732007" y="1340505"/>
                </a:lnTo>
                <a:lnTo>
                  <a:pt x="2755160" y="1321280"/>
                </a:lnTo>
                <a:lnTo>
                  <a:pt x="2778312" y="1302056"/>
                </a:lnTo>
                <a:lnTo>
                  <a:pt x="2801465" y="1282831"/>
                </a:lnTo>
                <a:lnTo>
                  <a:pt x="2824618" y="1263607"/>
                </a:lnTo>
                <a:lnTo>
                  <a:pt x="2847770" y="1244383"/>
                </a:lnTo>
                <a:lnTo>
                  <a:pt x="2870923" y="1225158"/>
                </a:lnTo>
                <a:lnTo>
                  <a:pt x="2894076" y="1205934"/>
                </a:lnTo>
                <a:lnTo>
                  <a:pt x="2917228" y="1186709"/>
                </a:lnTo>
                <a:lnTo>
                  <a:pt x="2940381" y="1167485"/>
                </a:lnTo>
                <a:lnTo>
                  <a:pt x="2963533" y="1148261"/>
                </a:lnTo>
                <a:lnTo>
                  <a:pt x="2986686" y="1129036"/>
                </a:lnTo>
                <a:lnTo>
                  <a:pt x="3009839" y="1109812"/>
                </a:lnTo>
                <a:lnTo>
                  <a:pt x="3032991" y="1090587"/>
                </a:lnTo>
                <a:lnTo>
                  <a:pt x="3056144" y="1071363"/>
                </a:lnTo>
                <a:lnTo>
                  <a:pt x="3079296" y="1052138"/>
                </a:lnTo>
                <a:lnTo>
                  <a:pt x="3102449" y="1032914"/>
                </a:lnTo>
                <a:lnTo>
                  <a:pt x="3125602" y="1013690"/>
                </a:lnTo>
                <a:lnTo>
                  <a:pt x="3148754" y="994465"/>
                </a:lnTo>
                <a:lnTo>
                  <a:pt x="3171907" y="975241"/>
                </a:lnTo>
                <a:lnTo>
                  <a:pt x="3195059" y="956042"/>
                </a:lnTo>
                <a:lnTo>
                  <a:pt x="3218212" y="936966"/>
                </a:lnTo>
                <a:lnTo>
                  <a:pt x="3241365" y="918082"/>
                </a:lnTo>
                <a:lnTo>
                  <a:pt x="3264517" y="899390"/>
                </a:lnTo>
                <a:lnTo>
                  <a:pt x="3287670" y="880890"/>
                </a:lnTo>
                <a:lnTo>
                  <a:pt x="3310822" y="862582"/>
                </a:lnTo>
                <a:lnTo>
                  <a:pt x="3333975" y="844467"/>
                </a:lnTo>
                <a:lnTo>
                  <a:pt x="3357128" y="826544"/>
                </a:lnTo>
                <a:lnTo>
                  <a:pt x="3380280" y="808814"/>
                </a:lnTo>
                <a:lnTo>
                  <a:pt x="3403433" y="791275"/>
                </a:lnTo>
                <a:lnTo>
                  <a:pt x="3426585" y="773929"/>
                </a:lnTo>
                <a:lnTo>
                  <a:pt x="3449738" y="756775"/>
                </a:lnTo>
                <a:lnTo>
                  <a:pt x="3472891" y="739813"/>
                </a:lnTo>
                <a:lnTo>
                  <a:pt x="3496043" y="723044"/>
                </a:lnTo>
                <a:lnTo>
                  <a:pt x="3519196" y="706466"/>
                </a:lnTo>
                <a:lnTo>
                  <a:pt x="3542349" y="690081"/>
                </a:lnTo>
                <a:lnTo>
                  <a:pt x="3565501" y="673888"/>
                </a:lnTo>
                <a:lnTo>
                  <a:pt x="3588654" y="657888"/>
                </a:lnTo>
                <a:lnTo>
                  <a:pt x="3611806" y="642080"/>
                </a:lnTo>
                <a:lnTo>
                  <a:pt x="3634959" y="626464"/>
                </a:lnTo>
                <a:lnTo>
                  <a:pt x="3658112" y="611040"/>
                </a:lnTo>
                <a:lnTo>
                  <a:pt x="3681264" y="595808"/>
                </a:lnTo>
                <a:lnTo>
                  <a:pt x="3704417" y="580769"/>
                </a:lnTo>
                <a:lnTo>
                  <a:pt x="3727569" y="565922"/>
                </a:lnTo>
                <a:lnTo>
                  <a:pt x="3750722" y="551267"/>
                </a:lnTo>
                <a:lnTo>
                  <a:pt x="3773875" y="536804"/>
                </a:lnTo>
                <a:lnTo>
                  <a:pt x="3797027" y="522534"/>
                </a:lnTo>
                <a:lnTo>
                  <a:pt x="3820180" y="508456"/>
                </a:lnTo>
                <a:lnTo>
                  <a:pt x="3843332" y="494570"/>
                </a:lnTo>
                <a:lnTo>
                  <a:pt x="3866485" y="480877"/>
                </a:lnTo>
                <a:lnTo>
                  <a:pt x="3889638" y="467375"/>
                </a:lnTo>
                <a:lnTo>
                  <a:pt x="3912790" y="454066"/>
                </a:lnTo>
                <a:lnTo>
                  <a:pt x="3935943" y="440949"/>
                </a:lnTo>
                <a:lnTo>
                  <a:pt x="3959095" y="428025"/>
                </a:lnTo>
                <a:lnTo>
                  <a:pt x="3982248" y="415292"/>
                </a:lnTo>
                <a:lnTo>
                  <a:pt x="4005401" y="402752"/>
                </a:lnTo>
                <a:lnTo>
                  <a:pt x="4028553" y="390404"/>
                </a:lnTo>
                <a:lnTo>
                  <a:pt x="4051706" y="378249"/>
                </a:lnTo>
                <a:lnTo>
                  <a:pt x="4074859" y="366285"/>
                </a:lnTo>
                <a:lnTo>
                  <a:pt x="4098011" y="354514"/>
                </a:lnTo>
                <a:lnTo>
                  <a:pt x="4121164" y="342935"/>
                </a:lnTo>
                <a:lnTo>
                  <a:pt x="4144316" y="331548"/>
                </a:lnTo>
                <a:lnTo>
                  <a:pt x="4167469" y="320354"/>
                </a:lnTo>
                <a:lnTo>
                  <a:pt x="4190622" y="309352"/>
                </a:lnTo>
                <a:lnTo>
                  <a:pt x="4213774" y="298542"/>
                </a:lnTo>
                <a:lnTo>
                  <a:pt x="4236927" y="287924"/>
                </a:lnTo>
                <a:lnTo>
                  <a:pt x="4260079" y="277499"/>
                </a:lnTo>
                <a:lnTo>
                  <a:pt x="4283232" y="267266"/>
                </a:lnTo>
                <a:lnTo>
                  <a:pt x="4306385" y="257225"/>
                </a:lnTo>
                <a:lnTo>
                  <a:pt x="4329537" y="247376"/>
                </a:lnTo>
                <a:lnTo>
                  <a:pt x="4352690" y="237719"/>
                </a:lnTo>
                <a:lnTo>
                  <a:pt x="4375842" y="228255"/>
                </a:lnTo>
                <a:lnTo>
                  <a:pt x="4398995" y="218983"/>
                </a:lnTo>
                <a:lnTo>
                  <a:pt x="4422148" y="209903"/>
                </a:lnTo>
                <a:lnTo>
                  <a:pt x="4445300" y="201016"/>
                </a:lnTo>
                <a:lnTo>
                  <a:pt x="4468453" y="192321"/>
                </a:lnTo>
                <a:lnTo>
                  <a:pt x="4491605" y="183818"/>
                </a:lnTo>
                <a:lnTo>
                  <a:pt x="4514758" y="175507"/>
                </a:lnTo>
                <a:lnTo>
                  <a:pt x="4537911" y="167388"/>
                </a:lnTo>
                <a:lnTo>
                  <a:pt x="4561063" y="159462"/>
                </a:lnTo>
                <a:lnTo>
                  <a:pt x="4584216" y="151728"/>
                </a:lnTo>
                <a:lnTo>
                  <a:pt x="4607368" y="144186"/>
                </a:lnTo>
                <a:lnTo>
                  <a:pt x="4630521" y="136837"/>
                </a:lnTo>
                <a:lnTo>
                  <a:pt x="4653674" y="129679"/>
                </a:lnTo>
                <a:lnTo>
                  <a:pt x="4676826" y="122714"/>
                </a:lnTo>
                <a:lnTo>
                  <a:pt x="4699979" y="115942"/>
                </a:lnTo>
                <a:lnTo>
                  <a:pt x="4723132" y="109361"/>
                </a:lnTo>
                <a:lnTo>
                  <a:pt x="4746284" y="102973"/>
                </a:lnTo>
                <a:lnTo>
                  <a:pt x="4769437" y="96777"/>
                </a:lnTo>
                <a:lnTo>
                  <a:pt x="4792589" y="90773"/>
                </a:lnTo>
                <a:lnTo>
                  <a:pt x="4815742" y="84961"/>
                </a:lnTo>
                <a:lnTo>
                  <a:pt x="4838895" y="79342"/>
                </a:lnTo>
                <a:lnTo>
                  <a:pt x="4862047" y="73915"/>
                </a:lnTo>
                <a:lnTo>
                  <a:pt x="4885200" y="68680"/>
                </a:lnTo>
                <a:lnTo>
                  <a:pt x="4908352" y="63637"/>
                </a:lnTo>
                <a:lnTo>
                  <a:pt x="4931505" y="58787"/>
                </a:lnTo>
                <a:lnTo>
                  <a:pt x="4954658" y="54129"/>
                </a:lnTo>
                <a:lnTo>
                  <a:pt x="4977810" y="49663"/>
                </a:lnTo>
                <a:lnTo>
                  <a:pt x="5000963" y="45389"/>
                </a:lnTo>
                <a:lnTo>
                  <a:pt x="5024115" y="41308"/>
                </a:lnTo>
                <a:lnTo>
                  <a:pt x="5047268" y="37419"/>
                </a:lnTo>
                <a:lnTo>
                  <a:pt x="5070421" y="33722"/>
                </a:lnTo>
                <a:lnTo>
                  <a:pt x="5093573" y="30217"/>
                </a:lnTo>
                <a:lnTo>
                  <a:pt x="5116726" y="26905"/>
                </a:lnTo>
                <a:lnTo>
                  <a:pt x="5139878" y="23785"/>
                </a:lnTo>
                <a:lnTo>
                  <a:pt x="5163031" y="20857"/>
                </a:lnTo>
                <a:lnTo>
                  <a:pt x="5186184" y="18121"/>
                </a:lnTo>
                <a:lnTo>
                  <a:pt x="5209336" y="15578"/>
                </a:lnTo>
                <a:lnTo>
                  <a:pt x="5232489" y="13226"/>
                </a:lnTo>
                <a:lnTo>
                  <a:pt x="5255642" y="11067"/>
                </a:lnTo>
                <a:lnTo>
                  <a:pt x="5278794" y="9101"/>
                </a:lnTo>
                <a:lnTo>
                  <a:pt x="5301947" y="7326"/>
                </a:lnTo>
                <a:lnTo>
                  <a:pt x="5325099" y="5744"/>
                </a:lnTo>
                <a:lnTo>
                  <a:pt x="5348252" y="4354"/>
                </a:lnTo>
                <a:lnTo>
                  <a:pt x="5371405" y="3156"/>
                </a:lnTo>
                <a:lnTo>
                  <a:pt x="5394557" y="2151"/>
                </a:lnTo>
                <a:lnTo>
                  <a:pt x="5417710" y="1338"/>
                </a:lnTo>
                <a:lnTo>
                  <a:pt x="5440862" y="717"/>
                </a:lnTo>
                <a:lnTo>
                  <a:pt x="5464015" y="288"/>
                </a:lnTo>
                <a:lnTo>
                  <a:pt x="5487168" y="51"/>
                </a:lnTo>
                <a:lnTo>
                  <a:pt x="5504075" y="0"/>
                </a:lnTo>
              </a:path>
            </a:pathLst>
          </a:custGeom>
          <a:noFill/>
          <a:ln w="3302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896112" y="2728887"/>
            <a:ext cx="5504075" cy="2647785"/>
          </a:xfrm>
          <a:custGeom>
            <a:avLst/>
            <a:gdLst/>
            <a:ahLst/>
            <a:cxnLst/>
            <a:rect l="l" t="t" r="r" b="b"/>
            <a:pathLst>
              <a:path w="5504075" h="2647785">
                <a:moveTo>
                  <a:pt x="0" y="2647785"/>
                </a:moveTo>
                <a:lnTo>
                  <a:pt x="23152" y="2621307"/>
                </a:lnTo>
                <a:lnTo>
                  <a:pt x="46305" y="2594829"/>
                </a:lnTo>
                <a:lnTo>
                  <a:pt x="69457" y="2568351"/>
                </a:lnTo>
                <a:lnTo>
                  <a:pt x="92610" y="2541873"/>
                </a:lnTo>
                <a:lnTo>
                  <a:pt x="115763" y="2515395"/>
                </a:lnTo>
                <a:lnTo>
                  <a:pt x="138915" y="2488917"/>
                </a:lnTo>
                <a:lnTo>
                  <a:pt x="162068" y="2462440"/>
                </a:lnTo>
                <a:lnTo>
                  <a:pt x="185220" y="2435962"/>
                </a:lnTo>
                <a:lnTo>
                  <a:pt x="208373" y="2409484"/>
                </a:lnTo>
                <a:lnTo>
                  <a:pt x="231526" y="2383006"/>
                </a:lnTo>
                <a:lnTo>
                  <a:pt x="254678" y="2356528"/>
                </a:lnTo>
                <a:lnTo>
                  <a:pt x="277831" y="2330050"/>
                </a:lnTo>
                <a:lnTo>
                  <a:pt x="300983" y="2303573"/>
                </a:lnTo>
                <a:lnTo>
                  <a:pt x="324136" y="2277095"/>
                </a:lnTo>
                <a:lnTo>
                  <a:pt x="347289" y="2250617"/>
                </a:lnTo>
                <a:lnTo>
                  <a:pt x="370441" y="2224139"/>
                </a:lnTo>
                <a:lnTo>
                  <a:pt x="393594" y="2197661"/>
                </a:lnTo>
                <a:lnTo>
                  <a:pt x="416746" y="2171183"/>
                </a:lnTo>
                <a:lnTo>
                  <a:pt x="439899" y="2144705"/>
                </a:lnTo>
                <a:lnTo>
                  <a:pt x="463052" y="2118228"/>
                </a:lnTo>
                <a:lnTo>
                  <a:pt x="486204" y="2091750"/>
                </a:lnTo>
                <a:lnTo>
                  <a:pt x="509357" y="2065272"/>
                </a:lnTo>
                <a:lnTo>
                  <a:pt x="532509" y="2038794"/>
                </a:lnTo>
                <a:lnTo>
                  <a:pt x="555662" y="2012316"/>
                </a:lnTo>
                <a:lnTo>
                  <a:pt x="578815" y="1985838"/>
                </a:lnTo>
                <a:lnTo>
                  <a:pt x="601967" y="1959361"/>
                </a:lnTo>
                <a:lnTo>
                  <a:pt x="625120" y="1932883"/>
                </a:lnTo>
                <a:lnTo>
                  <a:pt x="648273" y="1906405"/>
                </a:lnTo>
                <a:lnTo>
                  <a:pt x="671425" y="1879927"/>
                </a:lnTo>
                <a:lnTo>
                  <a:pt x="694578" y="1853449"/>
                </a:lnTo>
                <a:lnTo>
                  <a:pt x="717730" y="1826971"/>
                </a:lnTo>
                <a:lnTo>
                  <a:pt x="740883" y="1800494"/>
                </a:lnTo>
                <a:lnTo>
                  <a:pt x="764036" y="1774016"/>
                </a:lnTo>
                <a:lnTo>
                  <a:pt x="787188" y="1747538"/>
                </a:lnTo>
                <a:lnTo>
                  <a:pt x="810341" y="1721060"/>
                </a:lnTo>
                <a:lnTo>
                  <a:pt x="833493" y="1694582"/>
                </a:lnTo>
                <a:lnTo>
                  <a:pt x="856646" y="1668104"/>
                </a:lnTo>
                <a:lnTo>
                  <a:pt x="879799" y="1641626"/>
                </a:lnTo>
                <a:lnTo>
                  <a:pt x="902951" y="1615149"/>
                </a:lnTo>
                <a:lnTo>
                  <a:pt x="926104" y="1588671"/>
                </a:lnTo>
                <a:lnTo>
                  <a:pt x="949256" y="1562193"/>
                </a:lnTo>
                <a:lnTo>
                  <a:pt x="972409" y="1535715"/>
                </a:lnTo>
                <a:lnTo>
                  <a:pt x="995562" y="1509237"/>
                </a:lnTo>
                <a:lnTo>
                  <a:pt x="1018714" y="1482759"/>
                </a:lnTo>
                <a:lnTo>
                  <a:pt x="1041867" y="1456282"/>
                </a:lnTo>
                <a:lnTo>
                  <a:pt x="1065019" y="1429804"/>
                </a:lnTo>
                <a:lnTo>
                  <a:pt x="1088172" y="1403326"/>
                </a:lnTo>
                <a:lnTo>
                  <a:pt x="1111325" y="1376848"/>
                </a:lnTo>
                <a:lnTo>
                  <a:pt x="1134477" y="1350370"/>
                </a:lnTo>
                <a:lnTo>
                  <a:pt x="1157630" y="1323892"/>
                </a:lnTo>
                <a:lnTo>
                  <a:pt x="1180783" y="1297414"/>
                </a:lnTo>
                <a:lnTo>
                  <a:pt x="1203935" y="1270937"/>
                </a:lnTo>
                <a:lnTo>
                  <a:pt x="1227088" y="1244459"/>
                </a:lnTo>
                <a:lnTo>
                  <a:pt x="1250240" y="1217981"/>
                </a:lnTo>
                <a:lnTo>
                  <a:pt x="1273393" y="1191503"/>
                </a:lnTo>
                <a:lnTo>
                  <a:pt x="1296546" y="1165025"/>
                </a:lnTo>
                <a:lnTo>
                  <a:pt x="1319698" y="1138547"/>
                </a:lnTo>
                <a:lnTo>
                  <a:pt x="1342851" y="1112070"/>
                </a:lnTo>
                <a:lnTo>
                  <a:pt x="1366003" y="1085592"/>
                </a:lnTo>
                <a:lnTo>
                  <a:pt x="1389156" y="1059114"/>
                </a:lnTo>
                <a:lnTo>
                  <a:pt x="1412309" y="1032636"/>
                </a:lnTo>
                <a:lnTo>
                  <a:pt x="1435461" y="1006158"/>
                </a:lnTo>
                <a:lnTo>
                  <a:pt x="1458614" y="979680"/>
                </a:lnTo>
                <a:lnTo>
                  <a:pt x="1481766" y="953203"/>
                </a:lnTo>
                <a:lnTo>
                  <a:pt x="1504919" y="926725"/>
                </a:lnTo>
                <a:lnTo>
                  <a:pt x="1528072" y="900247"/>
                </a:lnTo>
                <a:lnTo>
                  <a:pt x="1551224" y="873769"/>
                </a:lnTo>
                <a:lnTo>
                  <a:pt x="1574377" y="847291"/>
                </a:lnTo>
                <a:lnTo>
                  <a:pt x="1597529" y="820813"/>
                </a:lnTo>
                <a:lnTo>
                  <a:pt x="1620682" y="794335"/>
                </a:lnTo>
                <a:lnTo>
                  <a:pt x="1643835" y="767858"/>
                </a:lnTo>
                <a:lnTo>
                  <a:pt x="1666987" y="741380"/>
                </a:lnTo>
                <a:lnTo>
                  <a:pt x="1690140" y="714902"/>
                </a:lnTo>
                <a:lnTo>
                  <a:pt x="1713292" y="688424"/>
                </a:lnTo>
                <a:lnTo>
                  <a:pt x="1736445" y="661946"/>
                </a:lnTo>
                <a:lnTo>
                  <a:pt x="1759598" y="635468"/>
                </a:lnTo>
                <a:lnTo>
                  <a:pt x="1782750" y="608991"/>
                </a:lnTo>
                <a:lnTo>
                  <a:pt x="1805903" y="582513"/>
                </a:lnTo>
                <a:lnTo>
                  <a:pt x="1829056" y="556035"/>
                </a:lnTo>
                <a:lnTo>
                  <a:pt x="1852208" y="529557"/>
                </a:lnTo>
                <a:lnTo>
                  <a:pt x="1875361" y="503079"/>
                </a:lnTo>
                <a:lnTo>
                  <a:pt x="1898513" y="476601"/>
                </a:lnTo>
                <a:lnTo>
                  <a:pt x="1921666" y="450123"/>
                </a:lnTo>
                <a:lnTo>
                  <a:pt x="1944819" y="423646"/>
                </a:lnTo>
                <a:lnTo>
                  <a:pt x="1967971" y="397168"/>
                </a:lnTo>
                <a:lnTo>
                  <a:pt x="1991124" y="370690"/>
                </a:lnTo>
                <a:lnTo>
                  <a:pt x="2014276" y="344212"/>
                </a:lnTo>
                <a:lnTo>
                  <a:pt x="2037429" y="317734"/>
                </a:lnTo>
                <a:lnTo>
                  <a:pt x="2060582" y="291256"/>
                </a:lnTo>
                <a:lnTo>
                  <a:pt x="2083734" y="264779"/>
                </a:lnTo>
                <a:lnTo>
                  <a:pt x="2106887" y="238301"/>
                </a:lnTo>
                <a:lnTo>
                  <a:pt x="2130039" y="211823"/>
                </a:lnTo>
                <a:lnTo>
                  <a:pt x="2153192" y="185345"/>
                </a:lnTo>
                <a:lnTo>
                  <a:pt x="2176345" y="158867"/>
                </a:lnTo>
                <a:lnTo>
                  <a:pt x="2199497" y="132389"/>
                </a:lnTo>
                <a:lnTo>
                  <a:pt x="2222650" y="105912"/>
                </a:lnTo>
                <a:lnTo>
                  <a:pt x="2245802" y="79434"/>
                </a:lnTo>
                <a:lnTo>
                  <a:pt x="2268955" y="52956"/>
                </a:lnTo>
                <a:lnTo>
                  <a:pt x="2292108" y="26478"/>
                </a:lnTo>
                <a:lnTo>
                  <a:pt x="2315260" y="0"/>
                </a:lnTo>
                <a:lnTo>
                  <a:pt x="2338413" y="0"/>
                </a:lnTo>
                <a:lnTo>
                  <a:pt x="2361566" y="0"/>
                </a:lnTo>
                <a:lnTo>
                  <a:pt x="2384718" y="0"/>
                </a:lnTo>
                <a:lnTo>
                  <a:pt x="2407871" y="0"/>
                </a:lnTo>
                <a:lnTo>
                  <a:pt x="2431023" y="0"/>
                </a:lnTo>
                <a:lnTo>
                  <a:pt x="2454176" y="0"/>
                </a:lnTo>
                <a:lnTo>
                  <a:pt x="2477329" y="0"/>
                </a:lnTo>
                <a:lnTo>
                  <a:pt x="2500481" y="0"/>
                </a:lnTo>
                <a:lnTo>
                  <a:pt x="2523634" y="0"/>
                </a:lnTo>
                <a:lnTo>
                  <a:pt x="2546786" y="0"/>
                </a:lnTo>
                <a:lnTo>
                  <a:pt x="2569939" y="0"/>
                </a:lnTo>
                <a:lnTo>
                  <a:pt x="2593092" y="0"/>
                </a:lnTo>
                <a:lnTo>
                  <a:pt x="2616244" y="0"/>
                </a:lnTo>
                <a:lnTo>
                  <a:pt x="2639397" y="0"/>
                </a:lnTo>
                <a:lnTo>
                  <a:pt x="2662549" y="0"/>
                </a:lnTo>
                <a:lnTo>
                  <a:pt x="2685702" y="0"/>
                </a:lnTo>
                <a:lnTo>
                  <a:pt x="2708855" y="0"/>
                </a:lnTo>
                <a:lnTo>
                  <a:pt x="2732007" y="0"/>
                </a:lnTo>
                <a:lnTo>
                  <a:pt x="2755160" y="0"/>
                </a:lnTo>
                <a:lnTo>
                  <a:pt x="2778312" y="0"/>
                </a:lnTo>
                <a:lnTo>
                  <a:pt x="2801465" y="0"/>
                </a:lnTo>
                <a:lnTo>
                  <a:pt x="2824618" y="0"/>
                </a:lnTo>
                <a:lnTo>
                  <a:pt x="2847770" y="0"/>
                </a:lnTo>
                <a:lnTo>
                  <a:pt x="2870923" y="0"/>
                </a:lnTo>
                <a:lnTo>
                  <a:pt x="2894076" y="0"/>
                </a:lnTo>
                <a:lnTo>
                  <a:pt x="2917228" y="0"/>
                </a:lnTo>
                <a:lnTo>
                  <a:pt x="2940381" y="0"/>
                </a:lnTo>
                <a:lnTo>
                  <a:pt x="2963533" y="0"/>
                </a:lnTo>
                <a:lnTo>
                  <a:pt x="2986686" y="0"/>
                </a:lnTo>
                <a:lnTo>
                  <a:pt x="3009839" y="0"/>
                </a:lnTo>
                <a:lnTo>
                  <a:pt x="3032991" y="0"/>
                </a:lnTo>
                <a:lnTo>
                  <a:pt x="3056144" y="0"/>
                </a:lnTo>
                <a:lnTo>
                  <a:pt x="3079296" y="0"/>
                </a:lnTo>
                <a:lnTo>
                  <a:pt x="3102449" y="0"/>
                </a:lnTo>
                <a:lnTo>
                  <a:pt x="3125602" y="0"/>
                </a:lnTo>
                <a:lnTo>
                  <a:pt x="3148754" y="0"/>
                </a:lnTo>
                <a:lnTo>
                  <a:pt x="3171907" y="0"/>
                </a:lnTo>
                <a:lnTo>
                  <a:pt x="3195059" y="7143"/>
                </a:lnTo>
                <a:lnTo>
                  <a:pt x="3218212" y="33621"/>
                </a:lnTo>
                <a:lnTo>
                  <a:pt x="3241365" y="60099"/>
                </a:lnTo>
                <a:lnTo>
                  <a:pt x="3264517" y="86576"/>
                </a:lnTo>
                <a:lnTo>
                  <a:pt x="3287670" y="113054"/>
                </a:lnTo>
                <a:lnTo>
                  <a:pt x="3310822" y="139532"/>
                </a:lnTo>
                <a:lnTo>
                  <a:pt x="3333975" y="166010"/>
                </a:lnTo>
                <a:lnTo>
                  <a:pt x="3357128" y="192488"/>
                </a:lnTo>
                <a:lnTo>
                  <a:pt x="3380280" y="218966"/>
                </a:lnTo>
                <a:lnTo>
                  <a:pt x="3403433" y="245443"/>
                </a:lnTo>
                <a:lnTo>
                  <a:pt x="3426585" y="271921"/>
                </a:lnTo>
                <a:lnTo>
                  <a:pt x="3449738" y="298399"/>
                </a:lnTo>
                <a:lnTo>
                  <a:pt x="3472891" y="324877"/>
                </a:lnTo>
                <a:lnTo>
                  <a:pt x="3496043" y="351355"/>
                </a:lnTo>
                <a:lnTo>
                  <a:pt x="3519196" y="377833"/>
                </a:lnTo>
                <a:lnTo>
                  <a:pt x="3542349" y="404310"/>
                </a:lnTo>
                <a:lnTo>
                  <a:pt x="3565501" y="430788"/>
                </a:lnTo>
                <a:lnTo>
                  <a:pt x="3588654" y="457266"/>
                </a:lnTo>
                <a:lnTo>
                  <a:pt x="3611806" y="483744"/>
                </a:lnTo>
                <a:lnTo>
                  <a:pt x="3634959" y="510222"/>
                </a:lnTo>
                <a:lnTo>
                  <a:pt x="3658112" y="536700"/>
                </a:lnTo>
                <a:lnTo>
                  <a:pt x="3681264" y="563178"/>
                </a:lnTo>
                <a:lnTo>
                  <a:pt x="3704417" y="589655"/>
                </a:lnTo>
                <a:lnTo>
                  <a:pt x="3727569" y="616133"/>
                </a:lnTo>
                <a:lnTo>
                  <a:pt x="3750722" y="642611"/>
                </a:lnTo>
                <a:lnTo>
                  <a:pt x="3773875" y="669089"/>
                </a:lnTo>
                <a:lnTo>
                  <a:pt x="3797027" y="695567"/>
                </a:lnTo>
                <a:lnTo>
                  <a:pt x="3820180" y="722045"/>
                </a:lnTo>
                <a:lnTo>
                  <a:pt x="3843332" y="748522"/>
                </a:lnTo>
                <a:lnTo>
                  <a:pt x="3866485" y="775000"/>
                </a:lnTo>
                <a:lnTo>
                  <a:pt x="3889638" y="801478"/>
                </a:lnTo>
                <a:lnTo>
                  <a:pt x="3912790" y="827956"/>
                </a:lnTo>
                <a:lnTo>
                  <a:pt x="3935943" y="854434"/>
                </a:lnTo>
                <a:lnTo>
                  <a:pt x="3959095" y="880912"/>
                </a:lnTo>
                <a:lnTo>
                  <a:pt x="3982248" y="907390"/>
                </a:lnTo>
                <a:lnTo>
                  <a:pt x="4005401" y="933867"/>
                </a:lnTo>
                <a:lnTo>
                  <a:pt x="4028553" y="960345"/>
                </a:lnTo>
                <a:lnTo>
                  <a:pt x="4051706" y="986823"/>
                </a:lnTo>
                <a:lnTo>
                  <a:pt x="4074859" y="1013301"/>
                </a:lnTo>
                <a:lnTo>
                  <a:pt x="4098011" y="1039779"/>
                </a:lnTo>
                <a:lnTo>
                  <a:pt x="4121164" y="1066257"/>
                </a:lnTo>
                <a:lnTo>
                  <a:pt x="4144316" y="1092734"/>
                </a:lnTo>
                <a:lnTo>
                  <a:pt x="4167469" y="1119212"/>
                </a:lnTo>
                <a:lnTo>
                  <a:pt x="4190622" y="1145690"/>
                </a:lnTo>
                <a:lnTo>
                  <a:pt x="4213774" y="1172168"/>
                </a:lnTo>
                <a:lnTo>
                  <a:pt x="4236927" y="1198646"/>
                </a:lnTo>
                <a:lnTo>
                  <a:pt x="4260079" y="1225124"/>
                </a:lnTo>
                <a:lnTo>
                  <a:pt x="4283232" y="1251601"/>
                </a:lnTo>
                <a:lnTo>
                  <a:pt x="4306385" y="1278079"/>
                </a:lnTo>
                <a:lnTo>
                  <a:pt x="4329537" y="1304557"/>
                </a:lnTo>
                <a:lnTo>
                  <a:pt x="4352690" y="1331035"/>
                </a:lnTo>
                <a:lnTo>
                  <a:pt x="4375842" y="1357513"/>
                </a:lnTo>
                <a:lnTo>
                  <a:pt x="4398995" y="1383991"/>
                </a:lnTo>
                <a:lnTo>
                  <a:pt x="4422148" y="1410469"/>
                </a:lnTo>
                <a:lnTo>
                  <a:pt x="4445300" y="1436946"/>
                </a:lnTo>
                <a:lnTo>
                  <a:pt x="4468453" y="1463424"/>
                </a:lnTo>
                <a:lnTo>
                  <a:pt x="4491605" y="1489902"/>
                </a:lnTo>
                <a:lnTo>
                  <a:pt x="4514758" y="1516380"/>
                </a:lnTo>
                <a:lnTo>
                  <a:pt x="4537911" y="1542858"/>
                </a:lnTo>
                <a:lnTo>
                  <a:pt x="4561063" y="1569336"/>
                </a:lnTo>
                <a:lnTo>
                  <a:pt x="4584216" y="1595813"/>
                </a:lnTo>
                <a:lnTo>
                  <a:pt x="4607368" y="1622291"/>
                </a:lnTo>
                <a:lnTo>
                  <a:pt x="4630521" y="1648769"/>
                </a:lnTo>
                <a:lnTo>
                  <a:pt x="4653674" y="1675247"/>
                </a:lnTo>
                <a:lnTo>
                  <a:pt x="4676826" y="1701725"/>
                </a:lnTo>
                <a:lnTo>
                  <a:pt x="4699979" y="1728203"/>
                </a:lnTo>
                <a:lnTo>
                  <a:pt x="4723132" y="1754681"/>
                </a:lnTo>
                <a:lnTo>
                  <a:pt x="4746284" y="1781158"/>
                </a:lnTo>
                <a:lnTo>
                  <a:pt x="4769437" y="1807636"/>
                </a:lnTo>
                <a:lnTo>
                  <a:pt x="4792589" y="1834114"/>
                </a:lnTo>
                <a:lnTo>
                  <a:pt x="4815742" y="1860592"/>
                </a:lnTo>
                <a:lnTo>
                  <a:pt x="4838895" y="1887070"/>
                </a:lnTo>
                <a:lnTo>
                  <a:pt x="4862047" y="1913548"/>
                </a:lnTo>
                <a:lnTo>
                  <a:pt x="4885200" y="1940025"/>
                </a:lnTo>
                <a:lnTo>
                  <a:pt x="4908352" y="1966503"/>
                </a:lnTo>
                <a:lnTo>
                  <a:pt x="4931505" y="1992981"/>
                </a:lnTo>
                <a:lnTo>
                  <a:pt x="4954658" y="2019459"/>
                </a:lnTo>
                <a:lnTo>
                  <a:pt x="4977810" y="2045937"/>
                </a:lnTo>
                <a:lnTo>
                  <a:pt x="5000963" y="2072415"/>
                </a:lnTo>
                <a:lnTo>
                  <a:pt x="5024115" y="2098892"/>
                </a:lnTo>
                <a:lnTo>
                  <a:pt x="5047268" y="2125370"/>
                </a:lnTo>
                <a:lnTo>
                  <a:pt x="5070421" y="2151848"/>
                </a:lnTo>
                <a:lnTo>
                  <a:pt x="5093573" y="2178326"/>
                </a:lnTo>
                <a:lnTo>
                  <a:pt x="5116726" y="2204804"/>
                </a:lnTo>
                <a:lnTo>
                  <a:pt x="5139878" y="2231282"/>
                </a:lnTo>
                <a:lnTo>
                  <a:pt x="5163031" y="2257760"/>
                </a:lnTo>
                <a:lnTo>
                  <a:pt x="5186184" y="2284237"/>
                </a:lnTo>
                <a:lnTo>
                  <a:pt x="5209336" y="2310715"/>
                </a:lnTo>
                <a:lnTo>
                  <a:pt x="5232489" y="2337193"/>
                </a:lnTo>
                <a:lnTo>
                  <a:pt x="5255642" y="2363671"/>
                </a:lnTo>
                <a:lnTo>
                  <a:pt x="5278794" y="2390149"/>
                </a:lnTo>
                <a:lnTo>
                  <a:pt x="5301947" y="2416627"/>
                </a:lnTo>
                <a:lnTo>
                  <a:pt x="5325099" y="2443104"/>
                </a:lnTo>
                <a:lnTo>
                  <a:pt x="5348252" y="2469582"/>
                </a:lnTo>
                <a:lnTo>
                  <a:pt x="5371405" y="2496060"/>
                </a:lnTo>
                <a:lnTo>
                  <a:pt x="5394557" y="2522538"/>
                </a:lnTo>
                <a:lnTo>
                  <a:pt x="5417710" y="2549016"/>
                </a:lnTo>
                <a:lnTo>
                  <a:pt x="5440862" y="2575494"/>
                </a:lnTo>
                <a:lnTo>
                  <a:pt x="5464015" y="2601971"/>
                </a:lnTo>
                <a:lnTo>
                  <a:pt x="5487168" y="2628449"/>
                </a:lnTo>
                <a:lnTo>
                  <a:pt x="5504075" y="2647785"/>
                </a:lnTo>
              </a:path>
            </a:pathLst>
          </a:custGeom>
          <a:noFill/>
          <a:ln w="330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6112" y="5586984"/>
            <a:ext cx="1828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5522976"/>
            <a:ext cx="974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posicao planejada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27478" y="5586984"/>
            <a:ext cx="18288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74366" y="5522976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velocidade planejada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522976"/>
            <a:ext cx="5788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>
                <a:solidFill>
                  <a:srgbClr val="8DA2C0"/>
                </a:solidFill>
                <a:latin typeface="Segoe UI"/>
              </a:rPr>
              <a:t>tempo (s)</a:t>
            </a:r>
          </a:p>
        </p:txBody>
      </p:sp>
      <p:sp>
        <p:nvSpPr>
          <p:cNvPr id="40" name="Oval 39"/>
          <p:cNvSpPr/>
          <p:nvPr/>
        </p:nvSpPr>
        <p:spPr>
          <a:xfrm>
            <a:off x="7086600" y="211226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42631" y="2011680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É uma função do tempo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42631" y="2286000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profile.calculate(t) devolve posição E velocidade.</a:t>
            </a:r>
          </a:p>
        </p:txBody>
      </p:sp>
      <p:sp>
        <p:nvSpPr>
          <p:cNvPr id="43" name="Oval 42"/>
          <p:cNvSpPr/>
          <p:nvPr/>
        </p:nvSpPr>
        <p:spPr>
          <a:xfrm>
            <a:off x="7086600" y="3099816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42631" y="2999232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Respeita o que o robô aguenta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42631" y="3273552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Você declara velocidade e aceleração máximas.</a:t>
            </a:r>
          </a:p>
        </p:txBody>
      </p:sp>
      <p:sp>
        <p:nvSpPr>
          <p:cNvPr id="46" name="Oval 45"/>
          <p:cNvSpPr/>
          <p:nvPr/>
        </p:nvSpPr>
        <p:spPr>
          <a:xfrm>
            <a:off x="7086600" y="4087368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42631" y="3986784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Vira o setpoint do PID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2631" y="4261104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O alvo passa a ser “onde eu deveria estar AGORA”.</a:t>
            </a:r>
          </a:p>
        </p:txBody>
      </p:sp>
      <p:sp>
        <p:nvSpPr>
          <p:cNvPr id="49" name="Oval 48"/>
          <p:cNvSpPr/>
          <p:nvPr/>
        </p:nvSpPr>
        <p:spPr>
          <a:xfrm>
            <a:off x="7086600" y="5074920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42631" y="4974336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Alimenta o feedforward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2631" y="5248656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A velocidade planejada é exatamente o que o FF precisa.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86600" y="5029200"/>
            <a:ext cx="4773168" cy="82296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502920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60920" y="5212080"/>
            <a:ext cx="4224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59E0B"/>
                </a:solidFill>
                <a:latin typeface="Segoe UI"/>
              </a:rPr>
              <a:t>!  MOTION PROFILE ≠ CONTROLADOR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5559552"/>
            <a:ext cx="4224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Ele não lê sensor e não corrige nada. Ele só planeja. Quem executa continua sendo FF + PID.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04 · TRAPEZOIDPROFILE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As três fases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Trapézio: acelera, cruza, desacelera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A forma mais simples de perfil — e a que resolve 90% dos casos.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74519"/>
            <a:ext cx="6858000" cy="393192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2002536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perfil de 1500 mm com as constantes do lab6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5422392"/>
            <a:ext cx="6062472" cy="7315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" y="534009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4649724"/>
            <a:ext cx="606247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456742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155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3877056"/>
            <a:ext cx="606247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379476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310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104387"/>
            <a:ext cx="606247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3" y="3022091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465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331720"/>
            <a:ext cx="606247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3" y="224942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620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4955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8606" y="2331720"/>
            <a:ext cx="7315" cy="309067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34286" y="54955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21100" y="2331720"/>
            <a:ext cx="7315" cy="309067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6780" y="54955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33595" y="2331720"/>
            <a:ext cx="7315" cy="309067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9275" y="54955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3.0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46089" y="2331720"/>
            <a:ext cx="7315" cy="309067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71769" y="54955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4.0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58583" y="2331720"/>
            <a:ext cx="7315" cy="309067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84264" y="54955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5.0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2331720"/>
            <a:ext cx="7315" cy="3090672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6112" y="2707871"/>
            <a:ext cx="6062472" cy="109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58383" y="2515847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22D3EE"/>
                </a:solidFill>
                <a:latin typeface="Consolas"/>
              </a:rPr>
              <a:t>kMaxVelocity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21100" y="2331720"/>
            <a:ext cx="10972" cy="309067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35300" y="214883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34D399"/>
                </a:solidFill>
                <a:latin typeface="Consolas"/>
              </a:rPr>
              <a:t>fim da aceleracao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36054" y="2331720"/>
            <a:ext cx="10972" cy="309067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50254" y="214883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34D399"/>
                </a:solidFill>
                <a:latin typeface="Consolas"/>
              </a:rPr>
              <a:t>inicio da frenagem</a:t>
            </a:r>
          </a:p>
        </p:txBody>
      </p:sp>
      <p:sp>
        <p:nvSpPr>
          <p:cNvPr id="39" name="Freeform 38"/>
          <p:cNvSpPr/>
          <p:nvPr/>
        </p:nvSpPr>
        <p:spPr>
          <a:xfrm>
            <a:off x="896112" y="2707871"/>
            <a:ext cx="5764931" cy="2714521"/>
          </a:xfrm>
          <a:custGeom>
            <a:avLst/>
            <a:gdLst/>
            <a:ahLst/>
            <a:cxnLst/>
            <a:rect l="l" t="t" r="r" b="b"/>
            <a:pathLst>
              <a:path w="5764931" h="2714521">
                <a:moveTo>
                  <a:pt x="0" y="2714521"/>
                </a:moveTo>
                <a:lnTo>
                  <a:pt x="24249" y="2687375"/>
                </a:lnTo>
                <a:lnTo>
                  <a:pt x="48499" y="2660230"/>
                </a:lnTo>
                <a:lnTo>
                  <a:pt x="72749" y="2633085"/>
                </a:lnTo>
                <a:lnTo>
                  <a:pt x="96999" y="2605940"/>
                </a:lnTo>
                <a:lnTo>
                  <a:pt x="121249" y="2578794"/>
                </a:lnTo>
                <a:lnTo>
                  <a:pt x="145499" y="2551649"/>
                </a:lnTo>
                <a:lnTo>
                  <a:pt x="169749" y="2524504"/>
                </a:lnTo>
                <a:lnTo>
                  <a:pt x="193999" y="2497359"/>
                </a:lnTo>
                <a:lnTo>
                  <a:pt x="218248" y="2470214"/>
                </a:lnTo>
                <a:lnTo>
                  <a:pt x="242498" y="2443068"/>
                </a:lnTo>
                <a:lnTo>
                  <a:pt x="266748" y="2415923"/>
                </a:lnTo>
                <a:lnTo>
                  <a:pt x="290998" y="2388778"/>
                </a:lnTo>
                <a:lnTo>
                  <a:pt x="315248" y="2361633"/>
                </a:lnTo>
                <a:lnTo>
                  <a:pt x="339498" y="2334488"/>
                </a:lnTo>
                <a:lnTo>
                  <a:pt x="363748" y="2307342"/>
                </a:lnTo>
                <a:lnTo>
                  <a:pt x="387998" y="2280197"/>
                </a:lnTo>
                <a:lnTo>
                  <a:pt x="412248" y="2253052"/>
                </a:lnTo>
                <a:lnTo>
                  <a:pt x="436497" y="2225907"/>
                </a:lnTo>
                <a:lnTo>
                  <a:pt x="460747" y="2198762"/>
                </a:lnTo>
                <a:lnTo>
                  <a:pt x="484997" y="2171616"/>
                </a:lnTo>
                <a:lnTo>
                  <a:pt x="509247" y="2144471"/>
                </a:lnTo>
                <a:lnTo>
                  <a:pt x="533497" y="2117326"/>
                </a:lnTo>
                <a:lnTo>
                  <a:pt x="557747" y="2090181"/>
                </a:lnTo>
                <a:lnTo>
                  <a:pt x="581997" y="2063035"/>
                </a:lnTo>
                <a:lnTo>
                  <a:pt x="606247" y="2035890"/>
                </a:lnTo>
                <a:lnTo>
                  <a:pt x="630497" y="2008745"/>
                </a:lnTo>
                <a:lnTo>
                  <a:pt x="654746" y="1981600"/>
                </a:lnTo>
                <a:lnTo>
                  <a:pt x="678996" y="1954455"/>
                </a:lnTo>
                <a:lnTo>
                  <a:pt x="703246" y="1927309"/>
                </a:lnTo>
                <a:lnTo>
                  <a:pt x="727496" y="1900164"/>
                </a:lnTo>
                <a:lnTo>
                  <a:pt x="751746" y="1873019"/>
                </a:lnTo>
                <a:lnTo>
                  <a:pt x="775996" y="1845874"/>
                </a:lnTo>
                <a:lnTo>
                  <a:pt x="800246" y="1818729"/>
                </a:lnTo>
                <a:lnTo>
                  <a:pt x="824496" y="1791583"/>
                </a:lnTo>
                <a:lnTo>
                  <a:pt x="848746" y="1764438"/>
                </a:lnTo>
                <a:lnTo>
                  <a:pt x="872995" y="1737293"/>
                </a:lnTo>
                <a:lnTo>
                  <a:pt x="897245" y="1710148"/>
                </a:lnTo>
                <a:lnTo>
                  <a:pt x="921495" y="1683003"/>
                </a:lnTo>
                <a:lnTo>
                  <a:pt x="945745" y="1655857"/>
                </a:lnTo>
                <a:lnTo>
                  <a:pt x="969995" y="1628712"/>
                </a:lnTo>
                <a:lnTo>
                  <a:pt x="994245" y="1601567"/>
                </a:lnTo>
                <a:lnTo>
                  <a:pt x="1018495" y="1574422"/>
                </a:lnTo>
                <a:lnTo>
                  <a:pt x="1042745" y="1547277"/>
                </a:lnTo>
                <a:lnTo>
                  <a:pt x="1066995" y="1520131"/>
                </a:lnTo>
                <a:lnTo>
                  <a:pt x="1091244" y="1492986"/>
                </a:lnTo>
                <a:lnTo>
                  <a:pt x="1115494" y="1465841"/>
                </a:lnTo>
                <a:lnTo>
                  <a:pt x="1139744" y="1438696"/>
                </a:lnTo>
                <a:lnTo>
                  <a:pt x="1163994" y="1411550"/>
                </a:lnTo>
                <a:lnTo>
                  <a:pt x="1188244" y="1384405"/>
                </a:lnTo>
                <a:lnTo>
                  <a:pt x="1212494" y="1357260"/>
                </a:lnTo>
                <a:lnTo>
                  <a:pt x="1236744" y="1330115"/>
                </a:lnTo>
                <a:lnTo>
                  <a:pt x="1260994" y="1302970"/>
                </a:lnTo>
                <a:lnTo>
                  <a:pt x="1285244" y="1275824"/>
                </a:lnTo>
                <a:lnTo>
                  <a:pt x="1309493" y="1248679"/>
                </a:lnTo>
                <a:lnTo>
                  <a:pt x="1333743" y="1221534"/>
                </a:lnTo>
                <a:lnTo>
                  <a:pt x="1357993" y="1194389"/>
                </a:lnTo>
                <a:lnTo>
                  <a:pt x="1382243" y="1167244"/>
                </a:lnTo>
                <a:lnTo>
                  <a:pt x="1406493" y="1140098"/>
                </a:lnTo>
                <a:lnTo>
                  <a:pt x="1430743" y="1112953"/>
                </a:lnTo>
                <a:lnTo>
                  <a:pt x="1454993" y="1085808"/>
                </a:lnTo>
                <a:lnTo>
                  <a:pt x="1479243" y="1058663"/>
                </a:lnTo>
                <a:lnTo>
                  <a:pt x="1503493" y="1031518"/>
                </a:lnTo>
                <a:lnTo>
                  <a:pt x="1527742" y="1004372"/>
                </a:lnTo>
                <a:lnTo>
                  <a:pt x="1551992" y="977227"/>
                </a:lnTo>
                <a:lnTo>
                  <a:pt x="1576242" y="950082"/>
                </a:lnTo>
                <a:lnTo>
                  <a:pt x="1600492" y="922937"/>
                </a:lnTo>
                <a:lnTo>
                  <a:pt x="1624742" y="895791"/>
                </a:lnTo>
                <a:lnTo>
                  <a:pt x="1648992" y="868646"/>
                </a:lnTo>
                <a:lnTo>
                  <a:pt x="1673242" y="841501"/>
                </a:lnTo>
                <a:lnTo>
                  <a:pt x="1697492" y="814356"/>
                </a:lnTo>
                <a:lnTo>
                  <a:pt x="1721742" y="787211"/>
                </a:lnTo>
                <a:lnTo>
                  <a:pt x="1745991" y="760065"/>
                </a:lnTo>
                <a:lnTo>
                  <a:pt x="1770241" y="732920"/>
                </a:lnTo>
                <a:lnTo>
                  <a:pt x="1794491" y="705775"/>
                </a:lnTo>
                <a:lnTo>
                  <a:pt x="1818741" y="678630"/>
                </a:lnTo>
                <a:lnTo>
                  <a:pt x="1842991" y="651485"/>
                </a:lnTo>
                <a:lnTo>
                  <a:pt x="1867241" y="624339"/>
                </a:lnTo>
                <a:lnTo>
                  <a:pt x="1891491" y="597194"/>
                </a:lnTo>
                <a:lnTo>
                  <a:pt x="1915741" y="570049"/>
                </a:lnTo>
                <a:lnTo>
                  <a:pt x="1939991" y="542904"/>
                </a:lnTo>
                <a:lnTo>
                  <a:pt x="1964240" y="515759"/>
                </a:lnTo>
                <a:lnTo>
                  <a:pt x="1988490" y="488613"/>
                </a:lnTo>
                <a:lnTo>
                  <a:pt x="2012740" y="461468"/>
                </a:lnTo>
                <a:lnTo>
                  <a:pt x="2036990" y="434323"/>
                </a:lnTo>
                <a:lnTo>
                  <a:pt x="2061240" y="407178"/>
                </a:lnTo>
                <a:lnTo>
                  <a:pt x="2085490" y="380033"/>
                </a:lnTo>
                <a:lnTo>
                  <a:pt x="2109740" y="352887"/>
                </a:lnTo>
                <a:lnTo>
                  <a:pt x="2133990" y="325742"/>
                </a:lnTo>
                <a:lnTo>
                  <a:pt x="2158240" y="298597"/>
                </a:lnTo>
                <a:lnTo>
                  <a:pt x="2182489" y="271452"/>
                </a:lnTo>
                <a:lnTo>
                  <a:pt x="2206739" y="244306"/>
                </a:lnTo>
                <a:lnTo>
                  <a:pt x="2230989" y="217161"/>
                </a:lnTo>
                <a:lnTo>
                  <a:pt x="2255239" y="190016"/>
                </a:lnTo>
                <a:lnTo>
                  <a:pt x="2279489" y="162871"/>
                </a:lnTo>
                <a:lnTo>
                  <a:pt x="2303739" y="135726"/>
                </a:lnTo>
                <a:lnTo>
                  <a:pt x="2327989" y="108580"/>
                </a:lnTo>
                <a:lnTo>
                  <a:pt x="2352239" y="81435"/>
                </a:lnTo>
                <a:lnTo>
                  <a:pt x="2376489" y="54290"/>
                </a:lnTo>
                <a:lnTo>
                  <a:pt x="2400738" y="27145"/>
                </a:lnTo>
                <a:lnTo>
                  <a:pt x="2424988" y="0"/>
                </a:lnTo>
                <a:lnTo>
                  <a:pt x="2449238" y="0"/>
                </a:lnTo>
                <a:lnTo>
                  <a:pt x="2473488" y="0"/>
                </a:lnTo>
                <a:lnTo>
                  <a:pt x="2497738" y="0"/>
                </a:lnTo>
                <a:lnTo>
                  <a:pt x="2521988" y="0"/>
                </a:lnTo>
                <a:lnTo>
                  <a:pt x="2546238" y="0"/>
                </a:lnTo>
                <a:lnTo>
                  <a:pt x="2570488" y="0"/>
                </a:lnTo>
                <a:lnTo>
                  <a:pt x="2594738" y="0"/>
                </a:lnTo>
                <a:lnTo>
                  <a:pt x="2618987" y="0"/>
                </a:lnTo>
                <a:lnTo>
                  <a:pt x="2643237" y="0"/>
                </a:lnTo>
                <a:lnTo>
                  <a:pt x="2667487" y="0"/>
                </a:lnTo>
                <a:lnTo>
                  <a:pt x="2691737" y="0"/>
                </a:lnTo>
                <a:lnTo>
                  <a:pt x="2715987" y="0"/>
                </a:lnTo>
                <a:lnTo>
                  <a:pt x="2740237" y="0"/>
                </a:lnTo>
                <a:lnTo>
                  <a:pt x="2764487" y="0"/>
                </a:lnTo>
                <a:lnTo>
                  <a:pt x="2788737" y="0"/>
                </a:lnTo>
                <a:lnTo>
                  <a:pt x="2812987" y="0"/>
                </a:lnTo>
                <a:lnTo>
                  <a:pt x="2837236" y="0"/>
                </a:lnTo>
                <a:lnTo>
                  <a:pt x="2861486" y="0"/>
                </a:lnTo>
                <a:lnTo>
                  <a:pt x="2885736" y="0"/>
                </a:lnTo>
                <a:lnTo>
                  <a:pt x="2909986" y="0"/>
                </a:lnTo>
                <a:lnTo>
                  <a:pt x="2934236" y="0"/>
                </a:lnTo>
                <a:lnTo>
                  <a:pt x="2958486" y="0"/>
                </a:lnTo>
                <a:lnTo>
                  <a:pt x="2982736" y="0"/>
                </a:lnTo>
                <a:lnTo>
                  <a:pt x="3006986" y="0"/>
                </a:lnTo>
                <a:lnTo>
                  <a:pt x="3031236" y="0"/>
                </a:lnTo>
                <a:lnTo>
                  <a:pt x="3055485" y="0"/>
                </a:lnTo>
                <a:lnTo>
                  <a:pt x="3079735" y="0"/>
                </a:lnTo>
                <a:lnTo>
                  <a:pt x="3103985" y="0"/>
                </a:lnTo>
                <a:lnTo>
                  <a:pt x="3128235" y="0"/>
                </a:lnTo>
                <a:lnTo>
                  <a:pt x="3152485" y="0"/>
                </a:lnTo>
                <a:lnTo>
                  <a:pt x="3176735" y="0"/>
                </a:lnTo>
                <a:lnTo>
                  <a:pt x="3200985" y="0"/>
                </a:lnTo>
                <a:lnTo>
                  <a:pt x="3225235" y="0"/>
                </a:lnTo>
                <a:lnTo>
                  <a:pt x="3249484" y="0"/>
                </a:lnTo>
                <a:lnTo>
                  <a:pt x="3273734" y="0"/>
                </a:lnTo>
                <a:lnTo>
                  <a:pt x="3297984" y="0"/>
                </a:lnTo>
                <a:lnTo>
                  <a:pt x="3322234" y="0"/>
                </a:lnTo>
                <a:lnTo>
                  <a:pt x="3346484" y="7322"/>
                </a:lnTo>
                <a:lnTo>
                  <a:pt x="3370734" y="34468"/>
                </a:lnTo>
                <a:lnTo>
                  <a:pt x="3394984" y="61613"/>
                </a:lnTo>
                <a:lnTo>
                  <a:pt x="3419234" y="88758"/>
                </a:lnTo>
                <a:lnTo>
                  <a:pt x="3443484" y="115903"/>
                </a:lnTo>
                <a:lnTo>
                  <a:pt x="3467733" y="143048"/>
                </a:lnTo>
                <a:lnTo>
                  <a:pt x="3491983" y="170194"/>
                </a:lnTo>
                <a:lnTo>
                  <a:pt x="3516233" y="197339"/>
                </a:lnTo>
                <a:lnTo>
                  <a:pt x="3540483" y="224484"/>
                </a:lnTo>
                <a:lnTo>
                  <a:pt x="3564733" y="251629"/>
                </a:lnTo>
                <a:lnTo>
                  <a:pt x="3588983" y="278774"/>
                </a:lnTo>
                <a:lnTo>
                  <a:pt x="3613233" y="305920"/>
                </a:lnTo>
                <a:lnTo>
                  <a:pt x="3637483" y="333065"/>
                </a:lnTo>
                <a:lnTo>
                  <a:pt x="3661733" y="360210"/>
                </a:lnTo>
                <a:lnTo>
                  <a:pt x="3685982" y="387355"/>
                </a:lnTo>
                <a:lnTo>
                  <a:pt x="3710232" y="414500"/>
                </a:lnTo>
                <a:lnTo>
                  <a:pt x="3734482" y="441646"/>
                </a:lnTo>
                <a:lnTo>
                  <a:pt x="3758732" y="468791"/>
                </a:lnTo>
                <a:lnTo>
                  <a:pt x="3782982" y="495936"/>
                </a:lnTo>
                <a:lnTo>
                  <a:pt x="3807232" y="523081"/>
                </a:lnTo>
                <a:lnTo>
                  <a:pt x="3831482" y="550226"/>
                </a:lnTo>
                <a:lnTo>
                  <a:pt x="3855732" y="577372"/>
                </a:lnTo>
                <a:lnTo>
                  <a:pt x="3879982" y="604517"/>
                </a:lnTo>
                <a:lnTo>
                  <a:pt x="3904231" y="631662"/>
                </a:lnTo>
                <a:lnTo>
                  <a:pt x="3928481" y="658807"/>
                </a:lnTo>
                <a:lnTo>
                  <a:pt x="3952731" y="685953"/>
                </a:lnTo>
                <a:lnTo>
                  <a:pt x="3976981" y="713098"/>
                </a:lnTo>
                <a:lnTo>
                  <a:pt x="4001231" y="740243"/>
                </a:lnTo>
                <a:lnTo>
                  <a:pt x="4025481" y="767388"/>
                </a:lnTo>
                <a:lnTo>
                  <a:pt x="4049731" y="794533"/>
                </a:lnTo>
                <a:lnTo>
                  <a:pt x="4073981" y="821679"/>
                </a:lnTo>
                <a:lnTo>
                  <a:pt x="4098231" y="848824"/>
                </a:lnTo>
                <a:lnTo>
                  <a:pt x="4122480" y="875969"/>
                </a:lnTo>
                <a:lnTo>
                  <a:pt x="4146730" y="903114"/>
                </a:lnTo>
                <a:lnTo>
                  <a:pt x="4170980" y="930259"/>
                </a:lnTo>
                <a:lnTo>
                  <a:pt x="4195230" y="957405"/>
                </a:lnTo>
                <a:lnTo>
                  <a:pt x="4219480" y="984550"/>
                </a:lnTo>
                <a:lnTo>
                  <a:pt x="4243730" y="1011695"/>
                </a:lnTo>
                <a:lnTo>
                  <a:pt x="4267980" y="1038840"/>
                </a:lnTo>
                <a:lnTo>
                  <a:pt x="4292230" y="1065985"/>
                </a:lnTo>
                <a:lnTo>
                  <a:pt x="4316480" y="1093131"/>
                </a:lnTo>
                <a:lnTo>
                  <a:pt x="4340729" y="1120276"/>
                </a:lnTo>
                <a:lnTo>
                  <a:pt x="4364979" y="1147421"/>
                </a:lnTo>
                <a:lnTo>
                  <a:pt x="4389229" y="1174566"/>
                </a:lnTo>
                <a:lnTo>
                  <a:pt x="4413479" y="1201712"/>
                </a:lnTo>
                <a:lnTo>
                  <a:pt x="4437729" y="1228857"/>
                </a:lnTo>
                <a:lnTo>
                  <a:pt x="4461979" y="1256002"/>
                </a:lnTo>
                <a:lnTo>
                  <a:pt x="4486229" y="1283147"/>
                </a:lnTo>
                <a:lnTo>
                  <a:pt x="4510479" y="1310292"/>
                </a:lnTo>
                <a:lnTo>
                  <a:pt x="4534729" y="1337438"/>
                </a:lnTo>
                <a:lnTo>
                  <a:pt x="4558978" y="1364583"/>
                </a:lnTo>
                <a:lnTo>
                  <a:pt x="4583228" y="1391728"/>
                </a:lnTo>
                <a:lnTo>
                  <a:pt x="4607478" y="1418873"/>
                </a:lnTo>
                <a:lnTo>
                  <a:pt x="4631728" y="1446018"/>
                </a:lnTo>
                <a:lnTo>
                  <a:pt x="4655978" y="1473164"/>
                </a:lnTo>
                <a:lnTo>
                  <a:pt x="4680228" y="1500309"/>
                </a:lnTo>
                <a:lnTo>
                  <a:pt x="4704478" y="1527454"/>
                </a:lnTo>
                <a:lnTo>
                  <a:pt x="4728728" y="1554599"/>
                </a:lnTo>
                <a:lnTo>
                  <a:pt x="4752978" y="1581744"/>
                </a:lnTo>
                <a:lnTo>
                  <a:pt x="4777227" y="1608890"/>
                </a:lnTo>
                <a:lnTo>
                  <a:pt x="4801477" y="1636035"/>
                </a:lnTo>
                <a:lnTo>
                  <a:pt x="4825727" y="1663180"/>
                </a:lnTo>
                <a:lnTo>
                  <a:pt x="4849977" y="1690325"/>
                </a:lnTo>
                <a:lnTo>
                  <a:pt x="4874227" y="1717470"/>
                </a:lnTo>
                <a:lnTo>
                  <a:pt x="4898477" y="1744616"/>
                </a:lnTo>
                <a:lnTo>
                  <a:pt x="4922727" y="1771761"/>
                </a:lnTo>
                <a:lnTo>
                  <a:pt x="4946977" y="1798906"/>
                </a:lnTo>
                <a:lnTo>
                  <a:pt x="4971227" y="1826051"/>
                </a:lnTo>
                <a:lnTo>
                  <a:pt x="4995476" y="1853197"/>
                </a:lnTo>
                <a:lnTo>
                  <a:pt x="5019726" y="1880342"/>
                </a:lnTo>
                <a:lnTo>
                  <a:pt x="5043976" y="1907487"/>
                </a:lnTo>
                <a:lnTo>
                  <a:pt x="5068226" y="1934632"/>
                </a:lnTo>
                <a:lnTo>
                  <a:pt x="5092476" y="1961777"/>
                </a:lnTo>
                <a:lnTo>
                  <a:pt x="5116726" y="1988923"/>
                </a:lnTo>
                <a:lnTo>
                  <a:pt x="5140976" y="2016068"/>
                </a:lnTo>
                <a:lnTo>
                  <a:pt x="5165226" y="2043213"/>
                </a:lnTo>
                <a:lnTo>
                  <a:pt x="5189476" y="2070358"/>
                </a:lnTo>
                <a:lnTo>
                  <a:pt x="5213725" y="2097503"/>
                </a:lnTo>
                <a:lnTo>
                  <a:pt x="5237975" y="2124649"/>
                </a:lnTo>
                <a:lnTo>
                  <a:pt x="5262225" y="2151794"/>
                </a:lnTo>
                <a:lnTo>
                  <a:pt x="5286475" y="2178939"/>
                </a:lnTo>
                <a:lnTo>
                  <a:pt x="5310725" y="2206084"/>
                </a:lnTo>
                <a:lnTo>
                  <a:pt x="5334975" y="2233229"/>
                </a:lnTo>
                <a:lnTo>
                  <a:pt x="5359225" y="2260375"/>
                </a:lnTo>
                <a:lnTo>
                  <a:pt x="5383475" y="2287520"/>
                </a:lnTo>
                <a:lnTo>
                  <a:pt x="5407725" y="2314665"/>
                </a:lnTo>
                <a:lnTo>
                  <a:pt x="5431974" y="2341810"/>
                </a:lnTo>
                <a:lnTo>
                  <a:pt x="5456224" y="2368955"/>
                </a:lnTo>
                <a:lnTo>
                  <a:pt x="5480474" y="2396101"/>
                </a:lnTo>
                <a:lnTo>
                  <a:pt x="5504724" y="2423246"/>
                </a:lnTo>
                <a:lnTo>
                  <a:pt x="5528974" y="2450391"/>
                </a:lnTo>
                <a:lnTo>
                  <a:pt x="5553224" y="2477536"/>
                </a:lnTo>
                <a:lnTo>
                  <a:pt x="5577474" y="2504682"/>
                </a:lnTo>
                <a:lnTo>
                  <a:pt x="5601724" y="2531827"/>
                </a:lnTo>
                <a:lnTo>
                  <a:pt x="5625974" y="2558972"/>
                </a:lnTo>
                <a:lnTo>
                  <a:pt x="5650223" y="2586117"/>
                </a:lnTo>
                <a:lnTo>
                  <a:pt x="5674473" y="2613262"/>
                </a:lnTo>
                <a:lnTo>
                  <a:pt x="5698723" y="2640408"/>
                </a:lnTo>
                <a:lnTo>
                  <a:pt x="5722973" y="2667553"/>
                </a:lnTo>
                <a:lnTo>
                  <a:pt x="5747223" y="2694698"/>
                </a:lnTo>
                <a:lnTo>
                  <a:pt x="5764931" y="2714521"/>
                </a:lnTo>
              </a:path>
            </a:pathLst>
          </a:custGeom>
          <a:noFill/>
          <a:ln w="3556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6112" y="5632704"/>
            <a:ext cx="18288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5568696"/>
            <a:ext cx="974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velocidade (mm/s)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5568696"/>
            <a:ext cx="6062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>
                <a:solidFill>
                  <a:srgbClr val="8DA2C0"/>
                </a:solidFill>
                <a:latin typeface="Segoe UI"/>
              </a:rPr>
              <a:t>tempo (s)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60920" y="1874519"/>
            <a:ext cx="4498848" cy="109728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60920" y="1874519"/>
            <a:ext cx="4498848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62088" y="2075688"/>
            <a:ext cx="4133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34D399"/>
                </a:solidFill>
                <a:latin typeface="Segoe UI"/>
              </a:rPr>
              <a:t>1 · ACELERAÇÃO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2088" y="2386584"/>
            <a:ext cx="4133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Sobe na taxa kMaxAcceleration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até atingir kMaxVelocity.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60920" y="3063240"/>
            <a:ext cx="4498848" cy="109728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60920" y="3063240"/>
            <a:ext cx="449884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62088" y="3264408"/>
            <a:ext cx="4133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59E0B"/>
                </a:solidFill>
                <a:latin typeface="Segoe UI"/>
              </a:rPr>
              <a:t>2 · CRUZEIRO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62088" y="3575304"/>
            <a:ext cx="4133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Mantém kMaxVelocity pelo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tempo necessário.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60920" y="4251960"/>
            <a:ext cx="4498848" cy="109728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60920" y="4251960"/>
            <a:ext cx="4498848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62088" y="4453128"/>
            <a:ext cx="4133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A78BFA"/>
                </a:solidFill>
                <a:latin typeface="Segoe UI"/>
              </a:rPr>
              <a:t>3 · FRENAGEM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62088" y="4764024"/>
            <a:ext cx="4133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Desce na mesma taxa, chegando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a zero exatamente no alvo.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60920" y="5394960"/>
            <a:ext cx="4498848" cy="109728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60920" y="5394960"/>
            <a:ext cx="50292" cy="1097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35240" y="5522976"/>
            <a:ext cx="3950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as duas constraints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98664" y="5907024"/>
            <a:ext cx="411480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TrapezoidProfile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Constraints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kMaxVelocity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kMaxAcceleration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04 · NOSSOS NÚMEROS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Trapézio ou triângulo?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Com as constantes do lab6, 500 mm nem chega à velocidade máxima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Distância curta = perfil triangular. A conta vale a pena entender.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74519"/>
            <a:ext cx="6858000" cy="393192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2002536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mesma constraint, duas distancias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5422392"/>
            <a:ext cx="6062472" cy="7315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" y="534009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4649724"/>
            <a:ext cx="606247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456742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155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3877056"/>
            <a:ext cx="606247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379476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310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104387"/>
            <a:ext cx="606247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3" y="3022091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465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331720"/>
            <a:ext cx="6062472" cy="7315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3" y="224942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620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4955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0.0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8606" y="2331720"/>
            <a:ext cx="7315" cy="309067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34286" y="54955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21100" y="2331720"/>
            <a:ext cx="7315" cy="309067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6780" y="54955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33595" y="2331720"/>
            <a:ext cx="7315" cy="309067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9275" y="54955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3.0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46089" y="2331720"/>
            <a:ext cx="7315" cy="309067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71769" y="54955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4.0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58583" y="2331720"/>
            <a:ext cx="7315" cy="3090672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84264" y="54955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DA2C0"/>
                </a:solidFill>
                <a:latin typeface="Consolas"/>
              </a:rPr>
              <a:t>5.0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2331720"/>
            <a:ext cx="7315" cy="3090672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6112" y="2707871"/>
            <a:ext cx="6062472" cy="1097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58383" y="2515847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A78BFA"/>
                </a:solidFill>
                <a:latin typeface="Consolas"/>
              </a:rPr>
              <a:t>kMaxVelocity</a:t>
            </a:r>
          </a:p>
        </p:txBody>
      </p:sp>
      <p:sp>
        <p:nvSpPr>
          <p:cNvPr id="35" name="Freeform 34"/>
          <p:cNvSpPr/>
          <p:nvPr/>
        </p:nvSpPr>
        <p:spPr>
          <a:xfrm>
            <a:off x="896112" y="2707871"/>
            <a:ext cx="5764931" cy="2714521"/>
          </a:xfrm>
          <a:custGeom>
            <a:avLst/>
            <a:gdLst/>
            <a:ahLst/>
            <a:cxnLst/>
            <a:rect l="l" t="t" r="r" b="b"/>
            <a:pathLst>
              <a:path w="5764931" h="2714521">
                <a:moveTo>
                  <a:pt x="0" y="2714521"/>
                </a:moveTo>
                <a:lnTo>
                  <a:pt x="24249" y="2687375"/>
                </a:lnTo>
                <a:lnTo>
                  <a:pt x="48499" y="2660230"/>
                </a:lnTo>
                <a:lnTo>
                  <a:pt x="72749" y="2633085"/>
                </a:lnTo>
                <a:lnTo>
                  <a:pt x="96999" y="2605940"/>
                </a:lnTo>
                <a:lnTo>
                  <a:pt x="121249" y="2578794"/>
                </a:lnTo>
                <a:lnTo>
                  <a:pt x="145499" y="2551649"/>
                </a:lnTo>
                <a:lnTo>
                  <a:pt x="169749" y="2524504"/>
                </a:lnTo>
                <a:lnTo>
                  <a:pt x="193999" y="2497359"/>
                </a:lnTo>
                <a:lnTo>
                  <a:pt x="218248" y="2470214"/>
                </a:lnTo>
                <a:lnTo>
                  <a:pt x="242498" y="2443068"/>
                </a:lnTo>
                <a:lnTo>
                  <a:pt x="266748" y="2415923"/>
                </a:lnTo>
                <a:lnTo>
                  <a:pt x="290998" y="2388778"/>
                </a:lnTo>
                <a:lnTo>
                  <a:pt x="315248" y="2361633"/>
                </a:lnTo>
                <a:lnTo>
                  <a:pt x="339498" y="2334488"/>
                </a:lnTo>
                <a:lnTo>
                  <a:pt x="363748" y="2307342"/>
                </a:lnTo>
                <a:lnTo>
                  <a:pt x="387998" y="2280197"/>
                </a:lnTo>
                <a:lnTo>
                  <a:pt x="412248" y="2253052"/>
                </a:lnTo>
                <a:lnTo>
                  <a:pt x="436497" y="2225907"/>
                </a:lnTo>
                <a:lnTo>
                  <a:pt x="460747" y="2198762"/>
                </a:lnTo>
                <a:lnTo>
                  <a:pt x="484997" y="2171616"/>
                </a:lnTo>
                <a:lnTo>
                  <a:pt x="509247" y="2144471"/>
                </a:lnTo>
                <a:lnTo>
                  <a:pt x="533497" y="2117326"/>
                </a:lnTo>
                <a:lnTo>
                  <a:pt x="557747" y="2090181"/>
                </a:lnTo>
                <a:lnTo>
                  <a:pt x="581997" y="2063035"/>
                </a:lnTo>
                <a:lnTo>
                  <a:pt x="606247" y="2035890"/>
                </a:lnTo>
                <a:lnTo>
                  <a:pt x="630497" y="2008745"/>
                </a:lnTo>
                <a:lnTo>
                  <a:pt x="654746" y="1981600"/>
                </a:lnTo>
                <a:lnTo>
                  <a:pt x="678996" y="1954455"/>
                </a:lnTo>
                <a:lnTo>
                  <a:pt x="703246" y="1927309"/>
                </a:lnTo>
                <a:lnTo>
                  <a:pt x="727496" y="1900164"/>
                </a:lnTo>
                <a:lnTo>
                  <a:pt x="751746" y="1873019"/>
                </a:lnTo>
                <a:lnTo>
                  <a:pt x="775996" y="1845874"/>
                </a:lnTo>
                <a:lnTo>
                  <a:pt x="800246" y="1818729"/>
                </a:lnTo>
                <a:lnTo>
                  <a:pt x="824496" y="1791583"/>
                </a:lnTo>
                <a:lnTo>
                  <a:pt x="848746" y="1764438"/>
                </a:lnTo>
                <a:lnTo>
                  <a:pt x="872995" y="1737293"/>
                </a:lnTo>
                <a:lnTo>
                  <a:pt x="897245" y="1710148"/>
                </a:lnTo>
                <a:lnTo>
                  <a:pt x="921495" y="1683003"/>
                </a:lnTo>
                <a:lnTo>
                  <a:pt x="945745" y="1655857"/>
                </a:lnTo>
                <a:lnTo>
                  <a:pt x="969995" y="1628712"/>
                </a:lnTo>
                <a:lnTo>
                  <a:pt x="994245" y="1601567"/>
                </a:lnTo>
                <a:lnTo>
                  <a:pt x="1018495" y="1574422"/>
                </a:lnTo>
                <a:lnTo>
                  <a:pt x="1042745" y="1547277"/>
                </a:lnTo>
                <a:lnTo>
                  <a:pt x="1066995" y="1520131"/>
                </a:lnTo>
                <a:lnTo>
                  <a:pt x="1091244" y="1492986"/>
                </a:lnTo>
                <a:lnTo>
                  <a:pt x="1115494" y="1465841"/>
                </a:lnTo>
                <a:lnTo>
                  <a:pt x="1139744" y="1438696"/>
                </a:lnTo>
                <a:lnTo>
                  <a:pt x="1163994" y="1411550"/>
                </a:lnTo>
                <a:lnTo>
                  <a:pt x="1188244" y="1384405"/>
                </a:lnTo>
                <a:lnTo>
                  <a:pt x="1212494" y="1357260"/>
                </a:lnTo>
                <a:lnTo>
                  <a:pt x="1236744" y="1330115"/>
                </a:lnTo>
                <a:lnTo>
                  <a:pt x="1260994" y="1302970"/>
                </a:lnTo>
                <a:lnTo>
                  <a:pt x="1285244" y="1275824"/>
                </a:lnTo>
                <a:lnTo>
                  <a:pt x="1309493" y="1248679"/>
                </a:lnTo>
                <a:lnTo>
                  <a:pt x="1333743" y="1221534"/>
                </a:lnTo>
                <a:lnTo>
                  <a:pt x="1357993" y="1194389"/>
                </a:lnTo>
                <a:lnTo>
                  <a:pt x="1382243" y="1167244"/>
                </a:lnTo>
                <a:lnTo>
                  <a:pt x="1406493" y="1140098"/>
                </a:lnTo>
                <a:lnTo>
                  <a:pt x="1430743" y="1112953"/>
                </a:lnTo>
                <a:lnTo>
                  <a:pt x="1454993" y="1085808"/>
                </a:lnTo>
                <a:lnTo>
                  <a:pt x="1479243" y="1058663"/>
                </a:lnTo>
                <a:lnTo>
                  <a:pt x="1503493" y="1031518"/>
                </a:lnTo>
                <a:lnTo>
                  <a:pt x="1527742" y="1004372"/>
                </a:lnTo>
                <a:lnTo>
                  <a:pt x="1551992" y="977227"/>
                </a:lnTo>
                <a:lnTo>
                  <a:pt x="1576242" y="950082"/>
                </a:lnTo>
                <a:lnTo>
                  <a:pt x="1600492" y="922937"/>
                </a:lnTo>
                <a:lnTo>
                  <a:pt x="1624742" y="895791"/>
                </a:lnTo>
                <a:lnTo>
                  <a:pt x="1648992" y="868646"/>
                </a:lnTo>
                <a:lnTo>
                  <a:pt x="1673242" y="841501"/>
                </a:lnTo>
                <a:lnTo>
                  <a:pt x="1697492" y="814356"/>
                </a:lnTo>
                <a:lnTo>
                  <a:pt x="1721742" y="787211"/>
                </a:lnTo>
                <a:lnTo>
                  <a:pt x="1745991" y="760065"/>
                </a:lnTo>
                <a:lnTo>
                  <a:pt x="1770241" y="732920"/>
                </a:lnTo>
                <a:lnTo>
                  <a:pt x="1794491" y="705775"/>
                </a:lnTo>
                <a:lnTo>
                  <a:pt x="1818741" y="678630"/>
                </a:lnTo>
                <a:lnTo>
                  <a:pt x="1842991" y="651485"/>
                </a:lnTo>
                <a:lnTo>
                  <a:pt x="1867241" y="624339"/>
                </a:lnTo>
                <a:lnTo>
                  <a:pt x="1891491" y="597194"/>
                </a:lnTo>
                <a:lnTo>
                  <a:pt x="1915741" y="570049"/>
                </a:lnTo>
                <a:lnTo>
                  <a:pt x="1939991" y="542904"/>
                </a:lnTo>
                <a:lnTo>
                  <a:pt x="1964240" y="515759"/>
                </a:lnTo>
                <a:lnTo>
                  <a:pt x="1988490" y="488613"/>
                </a:lnTo>
                <a:lnTo>
                  <a:pt x="2012740" y="461468"/>
                </a:lnTo>
                <a:lnTo>
                  <a:pt x="2036990" y="434323"/>
                </a:lnTo>
                <a:lnTo>
                  <a:pt x="2061240" y="407178"/>
                </a:lnTo>
                <a:lnTo>
                  <a:pt x="2085490" y="380033"/>
                </a:lnTo>
                <a:lnTo>
                  <a:pt x="2109740" y="352887"/>
                </a:lnTo>
                <a:lnTo>
                  <a:pt x="2133990" y="325742"/>
                </a:lnTo>
                <a:lnTo>
                  <a:pt x="2158240" y="298597"/>
                </a:lnTo>
                <a:lnTo>
                  <a:pt x="2182489" y="271452"/>
                </a:lnTo>
                <a:lnTo>
                  <a:pt x="2206739" y="244306"/>
                </a:lnTo>
                <a:lnTo>
                  <a:pt x="2230989" y="217161"/>
                </a:lnTo>
                <a:lnTo>
                  <a:pt x="2255239" y="190016"/>
                </a:lnTo>
                <a:lnTo>
                  <a:pt x="2279489" y="162871"/>
                </a:lnTo>
                <a:lnTo>
                  <a:pt x="2303739" y="135726"/>
                </a:lnTo>
                <a:lnTo>
                  <a:pt x="2327989" y="108580"/>
                </a:lnTo>
                <a:lnTo>
                  <a:pt x="2352239" y="81435"/>
                </a:lnTo>
                <a:lnTo>
                  <a:pt x="2376489" y="54290"/>
                </a:lnTo>
                <a:lnTo>
                  <a:pt x="2400738" y="27145"/>
                </a:lnTo>
                <a:lnTo>
                  <a:pt x="2424988" y="0"/>
                </a:lnTo>
                <a:lnTo>
                  <a:pt x="2449238" y="0"/>
                </a:lnTo>
                <a:lnTo>
                  <a:pt x="2473488" y="0"/>
                </a:lnTo>
                <a:lnTo>
                  <a:pt x="2497738" y="0"/>
                </a:lnTo>
                <a:lnTo>
                  <a:pt x="2521988" y="0"/>
                </a:lnTo>
                <a:lnTo>
                  <a:pt x="2546238" y="0"/>
                </a:lnTo>
                <a:lnTo>
                  <a:pt x="2570488" y="0"/>
                </a:lnTo>
                <a:lnTo>
                  <a:pt x="2594738" y="0"/>
                </a:lnTo>
                <a:lnTo>
                  <a:pt x="2618987" y="0"/>
                </a:lnTo>
                <a:lnTo>
                  <a:pt x="2643237" y="0"/>
                </a:lnTo>
                <a:lnTo>
                  <a:pt x="2667487" y="0"/>
                </a:lnTo>
                <a:lnTo>
                  <a:pt x="2691737" y="0"/>
                </a:lnTo>
                <a:lnTo>
                  <a:pt x="2715987" y="0"/>
                </a:lnTo>
                <a:lnTo>
                  <a:pt x="2740237" y="0"/>
                </a:lnTo>
                <a:lnTo>
                  <a:pt x="2764487" y="0"/>
                </a:lnTo>
                <a:lnTo>
                  <a:pt x="2788737" y="0"/>
                </a:lnTo>
                <a:lnTo>
                  <a:pt x="2812987" y="0"/>
                </a:lnTo>
                <a:lnTo>
                  <a:pt x="2837236" y="0"/>
                </a:lnTo>
                <a:lnTo>
                  <a:pt x="2861486" y="0"/>
                </a:lnTo>
                <a:lnTo>
                  <a:pt x="2885736" y="0"/>
                </a:lnTo>
                <a:lnTo>
                  <a:pt x="2909986" y="0"/>
                </a:lnTo>
                <a:lnTo>
                  <a:pt x="2934236" y="0"/>
                </a:lnTo>
                <a:lnTo>
                  <a:pt x="2958486" y="0"/>
                </a:lnTo>
                <a:lnTo>
                  <a:pt x="2982736" y="0"/>
                </a:lnTo>
                <a:lnTo>
                  <a:pt x="3006986" y="0"/>
                </a:lnTo>
                <a:lnTo>
                  <a:pt x="3031236" y="0"/>
                </a:lnTo>
                <a:lnTo>
                  <a:pt x="3055485" y="0"/>
                </a:lnTo>
                <a:lnTo>
                  <a:pt x="3079735" y="0"/>
                </a:lnTo>
                <a:lnTo>
                  <a:pt x="3103985" y="0"/>
                </a:lnTo>
                <a:lnTo>
                  <a:pt x="3128235" y="0"/>
                </a:lnTo>
                <a:lnTo>
                  <a:pt x="3152485" y="0"/>
                </a:lnTo>
                <a:lnTo>
                  <a:pt x="3176735" y="0"/>
                </a:lnTo>
                <a:lnTo>
                  <a:pt x="3200985" y="0"/>
                </a:lnTo>
                <a:lnTo>
                  <a:pt x="3225235" y="0"/>
                </a:lnTo>
                <a:lnTo>
                  <a:pt x="3249484" y="0"/>
                </a:lnTo>
                <a:lnTo>
                  <a:pt x="3273734" y="0"/>
                </a:lnTo>
                <a:lnTo>
                  <a:pt x="3297984" y="0"/>
                </a:lnTo>
                <a:lnTo>
                  <a:pt x="3322234" y="0"/>
                </a:lnTo>
                <a:lnTo>
                  <a:pt x="3346484" y="7322"/>
                </a:lnTo>
                <a:lnTo>
                  <a:pt x="3370734" y="34468"/>
                </a:lnTo>
                <a:lnTo>
                  <a:pt x="3394984" y="61613"/>
                </a:lnTo>
                <a:lnTo>
                  <a:pt x="3419234" y="88758"/>
                </a:lnTo>
                <a:lnTo>
                  <a:pt x="3443484" y="115903"/>
                </a:lnTo>
                <a:lnTo>
                  <a:pt x="3467733" y="143048"/>
                </a:lnTo>
                <a:lnTo>
                  <a:pt x="3491983" y="170194"/>
                </a:lnTo>
                <a:lnTo>
                  <a:pt x="3516233" y="197339"/>
                </a:lnTo>
                <a:lnTo>
                  <a:pt x="3540483" y="224484"/>
                </a:lnTo>
                <a:lnTo>
                  <a:pt x="3564733" y="251629"/>
                </a:lnTo>
                <a:lnTo>
                  <a:pt x="3588983" y="278774"/>
                </a:lnTo>
                <a:lnTo>
                  <a:pt x="3613233" y="305920"/>
                </a:lnTo>
                <a:lnTo>
                  <a:pt x="3637483" y="333065"/>
                </a:lnTo>
                <a:lnTo>
                  <a:pt x="3661733" y="360210"/>
                </a:lnTo>
                <a:lnTo>
                  <a:pt x="3685982" y="387355"/>
                </a:lnTo>
                <a:lnTo>
                  <a:pt x="3710232" y="414500"/>
                </a:lnTo>
                <a:lnTo>
                  <a:pt x="3734482" y="441646"/>
                </a:lnTo>
                <a:lnTo>
                  <a:pt x="3758732" y="468791"/>
                </a:lnTo>
                <a:lnTo>
                  <a:pt x="3782982" y="495936"/>
                </a:lnTo>
                <a:lnTo>
                  <a:pt x="3807232" y="523081"/>
                </a:lnTo>
                <a:lnTo>
                  <a:pt x="3831482" y="550226"/>
                </a:lnTo>
                <a:lnTo>
                  <a:pt x="3855732" y="577372"/>
                </a:lnTo>
                <a:lnTo>
                  <a:pt x="3879982" y="604517"/>
                </a:lnTo>
                <a:lnTo>
                  <a:pt x="3904231" y="631662"/>
                </a:lnTo>
                <a:lnTo>
                  <a:pt x="3928481" y="658807"/>
                </a:lnTo>
                <a:lnTo>
                  <a:pt x="3952731" y="685953"/>
                </a:lnTo>
                <a:lnTo>
                  <a:pt x="3976981" y="713098"/>
                </a:lnTo>
                <a:lnTo>
                  <a:pt x="4001231" y="740243"/>
                </a:lnTo>
                <a:lnTo>
                  <a:pt x="4025481" y="767388"/>
                </a:lnTo>
                <a:lnTo>
                  <a:pt x="4049731" y="794533"/>
                </a:lnTo>
                <a:lnTo>
                  <a:pt x="4073981" y="821679"/>
                </a:lnTo>
                <a:lnTo>
                  <a:pt x="4098231" y="848824"/>
                </a:lnTo>
                <a:lnTo>
                  <a:pt x="4122480" y="875969"/>
                </a:lnTo>
                <a:lnTo>
                  <a:pt x="4146730" y="903114"/>
                </a:lnTo>
                <a:lnTo>
                  <a:pt x="4170980" y="930259"/>
                </a:lnTo>
                <a:lnTo>
                  <a:pt x="4195230" y="957405"/>
                </a:lnTo>
                <a:lnTo>
                  <a:pt x="4219480" y="984550"/>
                </a:lnTo>
                <a:lnTo>
                  <a:pt x="4243730" y="1011695"/>
                </a:lnTo>
                <a:lnTo>
                  <a:pt x="4267980" y="1038840"/>
                </a:lnTo>
                <a:lnTo>
                  <a:pt x="4292230" y="1065985"/>
                </a:lnTo>
                <a:lnTo>
                  <a:pt x="4316480" y="1093131"/>
                </a:lnTo>
                <a:lnTo>
                  <a:pt x="4340729" y="1120276"/>
                </a:lnTo>
                <a:lnTo>
                  <a:pt x="4364979" y="1147421"/>
                </a:lnTo>
                <a:lnTo>
                  <a:pt x="4389229" y="1174566"/>
                </a:lnTo>
                <a:lnTo>
                  <a:pt x="4413479" y="1201712"/>
                </a:lnTo>
                <a:lnTo>
                  <a:pt x="4437729" y="1228857"/>
                </a:lnTo>
                <a:lnTo>
                  <a:pt x="4461979" y="1256002"/>
                </a:lnTo>
                <a:lnTo>
                  <a:pt x="4486229" y="1283147"/>
                </a:lnTo>
                <a:lnTo>
                  <a:pt x="4510479" y="1310292"/>
                </a:lnTo>
                <a:lnTo>
                  <a:pt x="4534729" y="1337438"/>
                </a:lnTo>
                <a:lnTo>
                  <a:pt x="4558978" y="1364583"/>
                </a:lnTo>
                <a:lnTo>
                  <a:pt x="4583228" y="1391728"/>
                </a:lnTo>
                <a:lnTo>
                  <a:pt x="4607478" y="1418873"/>
                </a:lnTo>
                <a:lnTo>
                  <a:pt x="4631728" y="1446018"/>
                </a:lnTo>
                <a:lnTo>
                  <a:pt x="4655978" y="1473164"/>
                </a:lnTo>
                <a:lnTo>
                  <a:pt x="4680228" y="1500309"/>
                </a:lnTo>
                <a:lnTo>
                  <a:pt x="4704478" y="1527454"/>
                </a:lnTo>
                <a:lnTo>
                  <a:pt x="4728728" y="1554599"/>
                </a:lnTo>
                <a:lnTo>
                  <a:pt x="4752978" y="1581744"/>
                </a:lnTo>
                <a:lnTo>
                  <a:pt x="4777227" y="1608890"/>
                </a:lnTo>
                <a:lnTo>
                  <a:pt x="4801477" y="1636035"/>
                </a:lnTo>
                <a:lnTo>
                  <a:pt x="4825727" y="1663180"/>
                </a:lnTo>
                <a:lnTo>
                  <a:pt x="4849977" y="1690325"/>
                </a:lnTo>
                <a:lnTo>
                  <a:pt x="4874227" y="1717470"/>
                </a:lnTo>
                <a:lnTo>
                  <a:pt x="4898477" y="1744616"/>
                </a:lnTo>
                <a:lnTo>
                  <a:pt x="4922727" y="1771761"/>
                </a:lnTo>
                <a:lnTo>
                  <a:pt x="4946977" y="1798906"/>
                </a:lnTo>
                <a:lnTo>
                  <a:pt x="4971227" y="1826051"/>
                </a:lnTo>
                <a:lnTo>
                  <a:pt x="4995476" y="1853197"/>
                </a:lnTo>
                <a:lnTo>
                  <a:pt x="5019726" y="1880342"/>
                </a:lnTo>
                <a:lnTo>
                  <a:pt x="5043976" y="1907487"/>
                </a:lnTo>
                <a:lnTo>
                  <a:pt x="5068226" y="1934632"/>
                </a:lnTo>
                <a:lnTo>
                  <a:pt x="5092476" y="1961777"/>
                </a:lnTo>
                <a:lnTo>
                  <a:pt x="5116726" y="1988923"/>
                </a:lnTo>
                <a:lnTo>
                  <a:pt x="5140976" y="2016068"/>
                </a:lnTo>
                <a:lnTo>
                  <a:pt x="5165226" y="2043213"/>
                </a:lnTo>
                <a:lnTo>
                  <a:pt x="5189476" y="2070358"/>
                </a:lnTo>
                <a:lnTo>
                  <a:pt x="5213725" y="2097503"/>
                </a:lnTo>
                <a:lnTo>
                  <a:pt x="5237975" y="2124649"/>
                </a:lnTo>
                <a:lnTo>
                  <a:pt x="5262225" y="2151794"/>
                </a:lnTo>
                <a:lnTo>
                  <a:pt x="5286475" y="2178939"/>
                </a:lnTo>
                <a:lnTo>
                  <a:pt x="5310725" y="2206084"/>
                </a:lnTo>
                <a:lnTo>
                  <a:pt x="5334975" y="2233229"/>
                </a:lnTo>
                <a:lnTo>
                  <a:pt x="5359225" y="2260375"/>
                </a:lnTo>
                <a:lnTo>
                  <a:pt x="5383475" y="2287520"/>
                </a:lnTo>
                <a:lnTo>
                  <a:pt x="5407725" y="2314665"/>
                </a:lnTo>
                <a:lnTo>
                  <a:pt x="5431974" y="2341810"/>
                </a:lnTo>
                <a:lnTo>
                  <a:pt x="5456224" y="2368955"/>
                </a:lnTo>
                <a:lnTo>
                  <a:pt x="5480474" y="2396101"/>
                </a:lnTo>
                <a:lnTo>
                  <a:pt x="5504724" y="2423246"/>
                </a:lnTo>
                <a:lnTo>
                  <a:pt x="5528974" y="2450391"/>
                </a:lnTo>
                <a:lnTo>
                  <a:pt x="5553224" y="2477536"/>
                </a:lnTo>
                <a:lnTo>
                  <a:pt x="5577474" y="2504682"/>
                </a:lnTo>
                <a:lnTo>
                  <a:pt x="5601724" y="2531827"/>
                </a:lnTo>
                <a:lnTo>
                  <a:pt x="5625974" y="2558972"/>
                </a:lnTo>
                <a:lnTo>
                  <a:pt x="5650223" y="2586117"/>
                </a:lnTo>
                <a:lnTo>
                  <a:pt x="5674473" y="2613262"/>
                </a:lnTo>
                <a:lnTo>
                  <a:pt x="5698723" y="2640408"/>
                </a:lnTo>
                <a:lnTo>
                  <a:pt x="5722973" y="2667553"/>
                </a:lnTo>
                <a:lnTo>
                  <a:pt x="5747223" y="2694698"/>
                </a:lnTo>
                <a:lnTo>
                  <a:pt x="5764931" y="2714521"/>
                </a:lnTo>
              </a:path>
            </a:pathLst>
          </a:custGeom>
          <a:noFill/>
          <a:ln w="330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896112" y="3589711"/>
            <a:ext cx="3286198" cy="1832681"/>
          </a:xfrm>
          <a:custGeom>
            <a:avLst/>
            <a:gdLst/>
            <a:ahLst/>
            <a:cxnLst/>
            <a:rect l="l" t="t" r="r" b="b"/>
            <a:pathLst>
              <a:path w="3286198" h="1832681">
                <a:moveTo>
                  <a:pt x="0" y="1832681"/>
                </a:moveTo>
                <a:lnTo>
                  <a:pt x="24249" y="1805535"/>
                </a:lnTo>
                <a:lnTo>
                  <a:pt x="48499" y="1778390"/>
                </a:lnTo>
                <a:lnTo>
                  <a:pt x="72749" y="1751245"/>
                </a:lnTo>
                <a:lnTo>
                  <a:pt x="96999" y="1724100"/>
                </a:lnTo>
                <a:lnTo>
                  <a:pt x="121249" y="1696954"/>
                </a:lnTo>
                <a:lnTo>
                  <a:pt x="145499" y="1669809"/>
                </a:lnTo>
                <a:lnTo>
                  <a:pt x="169749" y="1642664"/>
                </a:lnTo>
                <a:lnTo>
                  <a:pt x="193999" y="1615519"/>
                </a:lnTo>
                <a:lnTo>
                  <a:pt x="218248" y="1588374"/>
                </a:lnTo>
                <a:lnTo>
                  <a:pt x="242498" y="1561228"/>
                </a:lnTo>
                <a:lnTo>
                  <a:pt x="266748" y="1534083"/>
                </a:lnTo>
                <a:lnTo>
                  <a:pt x="290998" y="1506938"/>
                </a:lnTo>
                <a:lnTo>
                  <a:pt x="315248" y="1479793"/>
                </a:lnTo>
                <a:lnTo>
                  <a:pt x="339498" y="1452648"/>
                </a:lnTo>
                <a:lnTo>
                  <a:pt x="363748" y="1425502"/>
                </a:lnTo>
                <a:lnTo>
                  <a:pt x="387998" y="1398357"/>
                </a:lnTo>
                <a:lnTo>
                  <a:pt x="412248" y="1371212"/>
                </a:lnTo>
                <a:lnTo>
                  <a:pt x="436497" y="1344067"/>
                </a:lnTo>
                <a:lnTo>
                  <a:pt x="460747" y="1316922"/>
                </a:lnTo>
                <a:lnTo>
                  <a:pt x="484997" y="1289776"/>
                </a:lnTo>
                <a:lnTo>
                  <a:pt x="509247" y="1262631"/>
                </a:lnTo>
                <a:lnTo>
                  <a:pt x="533497" y="1235486"/>
                </a:lnTo>
                <a:lnTo>
                  <a:pt x="557747" y="1208341"/>
                </a:lnTo>
                <a:lnTo>
                  <a:pt x="581997" y="1181195"/>
                </a:lnTo>
                <a:lnTo>
                  <a:pt x="606247" y="1154050"/>
                </a:lnTo>
                <a:lnTo>
                  <a:pt x="630497" y="1126905"/>
                </a:lnTo>
                <a:lnTo>
                  <a:pt x="654746" y="1099760"/>
                </a:lnTo>
                <a:lnTo>
                  <a:pt x="678996" y="1072615"/>
                </a:lnTo>
                <a:lnTo>
                  <a:pt x="703246" y="1045469"/>
                </a:lnTo>
                <a:lnTo>
                  <a:pt x="727496" y="1018324"/>
                </a:lnTo>
                <a:lnTo>
                  <a:pt x="751746" y="991179"/>
                </a:lnTo>
                <a:lnTo>
                  <a:pt x="775996" y="964034"/>
                </a:lnTo>
                <a:lnTo>
                  <a:pt x="800246" y="936889"/>
                </a:lnTo>
                <a:lnTo>
                  <a:pt x="824496" y="909743"/>
                </a:lnTo>
                <a:lnTo>
                  <a:pt x="848746" y="882598"/>
                </a:lnTo>
                <a:lnTo>
                  <a:pt x="872995" y="855453"/>
                </a:lnTo>
                <a:lnTo>
                  <a:pt x="897245" y="828308"/>
                </a:lnTo>
                <a:lnTo>
                  <a:pt x="921495" y="801163"/>
                </a:lnTo>
                <a:lnTo>
                  <a:pt x="945745" y="774017"/>
                </a:lnTo>
                <a:lnTo>
                  <a:pt x="969995" y="746872"/>
                </a:lnTo>
                <a:lnTo>
                  <a:pt x="994245" y="719727"/>
                </a:lnTo>
                <a:lnTo>
                  <a:pt x="1018495" y="692582"/>
                </a:lnTo>
                <a:lnTo>
                  <a:pt x="1042745" y="665437"/>
                </a:lnTo>
                <a:lnTo>
                  <a:pt x="1066995" y="638291"/>
                </a:lnTo>
                <a:lnTo>
                  <a:pt x="1091244" y="611146"/>
                </a:lnTo>
                <a:lnTo>
                  <a:pt x="1115494" y="584001"/>
                </a:lnTo>
                <a:lnTo>
                  <a:pt x="1139744" y="556856"/>
                </a:lnTo>
                <a:lnTo>
                  <a:pt x="1163994" y="529710"/>
                </a:lnTo>
                <a:lnTo>
                  <a:pt x="1188244" y="502565"/>
                </a:lnTo>
                <a:lnTo>
                  <a:pt x="1212494" y="475420"/>
                </a:lnTo>
                <a:lnTo>
                  <a:pt x="1236744" y="448275"/>
                </a:lnTo>
                <a:lnTo>
                  <a:pt x="1260994" y="421130"/>
                </a:lnTo>
                <a:lnTo>
                  <a:pt x="1285244" y="393984"/>
                </a:lnTo>
                <a:lnTo>
                  <a:pt x="1309493" y="366839"/>
                </a:lnTo>
                <a:lnTo>
                  <a:pt x="1333743" y="339694"/>
                </a:lnTo>
                <a:lnTo>
                  <a:pt x="1357993" y="312549"/>
                </a:lnTo>
                <a:lnTo>
                  <a:pt x="1382243" y="285404"/>
                </a:lnTo>
                <a:lnTo>
                  <a:pt x="1406493" y="258258"/>
                </a:lnTo>
                <a:lnTo>
                  <a:pt x="1430743" y="231113"/>
                </a:lnTo>
                <a:lnTo>
                  <a:pt x="1454993" y="203968"/>
                </a:lnTo>
                <a:lnTo>
                  <a:pt x="1479243" y="176823"/>
                </a:lnTo>
                <a:lnTo>
                  <a:pt x="1503493" y="149678"/>
                </a:lnTo>
                <a:lnTo>
                  <a:pt x="1527742" y="122532"/>
                </a:lnTo>
                <a:lnTo>
                  <a:pt x="1551992" y="95387"/>
                </a:lnTo>
                <a:lnTo>
                  <a:pt x="1576242" y="68242"/>
                </a:lnTo>
                <a:lnTo>
                  <a:pt x="1600492" y="41097"/>
                </a:lnTo>
                <a:lnTo>
                  <a:pt x="1624742" y="13951"/>
                </a:lnTo>
                <a:lnTo>
                  <a:pt x="1648992" y="0"/>
                </a:lnTo>
                <a:lnTo>
                  <a:pt x="1673242" y="27145"/>
                </a:lnTo>
                <a:lnTo>
                  <a:pt x="1697492" y="54291"/>
                </a:lnTo>
                <a:lnTo>
                  <a:pt x="1721742" y="81436"/>
                </a:lnTo>
                <a:lnTo>
                  <a:pt x="1745991" y="108581"/>
                </a:lnTo>
                <a:lnTo>
                  <a:pt x="1770241" y="135726"/>
                </a:lnTo>
                <a:lnTo>
                  <a:pt x="1794491" y="162871"/>
                </a:lnTo>
                <a:lnTo>
                  <a:pt x="1818741" y="190017"/>
                </a:lnTo>
                <a:lnTo>
                  <a:pt x="1842991" y="217162"/>
                </a:lnTo>
                <a:lnTo>
                  <a:pt x="1867241" y="244307"/>
                </a:lnTo>
                <a:lnTo>
                  <a:pt x="1891491" y="271452"/>
                </a:lnTo>
                <a:lnTo>
                  <a:pt x="1915741" y="298597"/>
                </a:lnTo>
                <a:lnTo>
                  <a:pt x="1939991" y="325743"/>
                </a:lnTo>
                <a:lnTo>
                  <a:pt x="1964240" y="352888"/>
                </a:lnTo>
                <a:lnTo>
                  <a:pt x="1988490" y="380033"/>
                </a:lnTo>
                <a:lnTo>
                  <a:pt x="2012740" y="407178"/>
                </a:lnTo>
                <a:lnTo>
                  <a:pt x="2036990" y="434323"/>
                </a:lnTo>
                <a:lnTo>
                  <a:pt x="2061240" y="461469"/>
                </a:lnTo>
                <a:lnTo>
                  <a:pt x="2085490" y="488614"/>
                </a:lnTo>
                <a:lnTo>
                  <a:pt x="2109740" y="515759"/>
                </a:lnTo>
                <a:lnTo>
                  <a:pt x="2133990" y="542904"/>
                </a:lnTo>
                <a:lnTo>
                  <a:pt x="2158240" y="570049"/>
                </a:lnTo>
                <a:lnTo>
                  <a:pt x="2182489" y="597195"/>
                </a:lnTo>
                <a:lnTo>
                  <a:pt x="2206739" y="624340"/>
                </a:lnTo>
                <a:lnTo>
                  <a:pt x="2230989" y="651485"/>
                </a:lnTo>
                <a:lnTo>
                  <a:pt x="2255239" y="678630"/>
                </a:lnTo>
                <a:lnTo>
                  <a:pt x="2279489" y="705776"/>
                </a:lnTo>
                <a:lnTo>
                  <a:pt x="2303739" y="732921"/>
                </a:lnTo>
                <a:lnTo>
                  <a:pt x="2327989" y="760066"/>
                </a:lnTo>
                <a:lnTo>
                  <a:pt x="2352239" y="787211"/>
                </a:lnTo>
                <a:lnTo>
                  <a:pt x="2376489" y="814356"/>
                </a:lnTo>
                <a:lnTo>
                  <a:pt x="2400738" y="841502"/>
                </a:lnTo>
                <a:lnTo>
                  <a:pt x="2424988" y="868647"/>
                </a:lnTo>
                <a:lnTo>
                  <a:pt x="2449238" y="895792"/>
                </a:lnTo>
                <a:lnTo>
                  <a:pt x="2473488" y="922937"/>
                </a:lnTo>
                <a:lnTo>
                  <a:pt x="2497738" y="950082"/>
                </a:lnTo>
                <a:lnTo>
                  <a:pt x="2521988" y="977228"/>
                </a:lnTo>
                <a:lnTo>
                  <a:pt x="2546238" y="1004373"/>
                </a:lnTo>
                <a:lnTo>
                  <a:pt x="2570488" y="1031518"/>
                </a:lnTo>
                <a:lnTo>
                  <a:pt x="2594738" y="1058663"/>
                </a:lnTo>
                <a:lnTo>
                  <a:pt x="2618987" y="1085808"/>
                </a:lnTo>
                <a:lnTo>
                  <a:pt x="2643237" y="1112954"/>
                </a:lnTo>
                <a:lnTo>
                  <a:pt x="2667487" y="1140099"/>
                </a:lnTo>
                <a:lnTo>
                  <a:pt x="2691737" y="1167244"/>
                </a:lnTo>
                <a:lnTo>
                  <a:pt x="2715987" y="1194389"/>
                </a:lnTo>
                <a:lnTo>
                  <a:pt x="2740237" y="1221534"/>
                </a:lnTo>
                <a:lnTo>
                  <a:pt x="2764487" y="1248680"/>
                </a:lnTo>
                <a:lnTo>
                  <a:pt x="2788737" y="1275825"/>
                </a:lnTo>
                <a:lnTo>
                  <a:pt x="2812987" y="1302970"/>
                </a:lnTo>
                <a:lnTo>
                  <a:pt x="2837236" y="1330115"/>
                </a:lnTo>
                <a:lnTo>
                  <a:pt x="2861486" y="1357261"/>
                </a:lnTo>
                <a:lnTo>
                  <a:pt x="2885736" y="1384406"/>
                </a:lnTo>
                <a:lnTo>
                  <a:pt x="2909986" y="1411551"/>
                </a:lnTo>
                <a:lnTo>
                  <a:pt x="2934236" y="1438696"/>
                </a:lnTo>
                <a:lnTo>
                  <a:pt x="2958486" y="1465841"/>
                </a:lnTo>
                <a:lnTo>
                  <a:pt x="2982736" y="1492987"/>
                </a:lnTo>
                <a:lnTo>
                  <a:pt x="3006986" y="1520132"/>
                </a:lnTo>
                <a:lnTo>
                  <a:pt x="3031236" y="1547277"/>
                </a:lnTo>
                <a:lnTo>
                  <a:pt x="3055485" y="1574422"/>
                </a:lnTo>
                <a:lnTo>
                  <a:pt x="3079735" y="1601567"/>
                </a:lnTo>
                <a:lnTo>
                  <a:pt x="3103985" y="1628713"/>
                </a:lnTo>
                <a:lnTo>
                  <a:pt x="3128235" y="1655858"/>
                </a:lnTo>
                <a:lnTo>
                  <a:pt x="3152485" y="1683003"/>
                </a:lnTo>
                <a:lnTo>
                  <a:pt x="3176735" y="1710148"/>
                </a:lnTo>
                <a:lnTo>
                  <a:pt x="3200985" y="1737293"/>
                </a:lnTo>
                <a:lnTo>
                  <a:pt x="3225235" y="1764439"/>
                </a:lnTo>
                <a:lnTo>
                  <a:pt x="3249484" y="1791584"/>
                </a:lnTo>
                <a:lnTo>
                  <a:pt x="3273734" y="1818729"/>
                </a:lnTo>
                <a:lnTo>
                  <a:pt x="3286198" y="1832681"/>
                </a:lnTo>
              </a:path>
            </a:pathLst>
          </a:custGeom>
          <a:noFill/>
          <a:ln w="3302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" y="5632704"/>
            <a:ext cx="18288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5568696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1500 mm: trapezoidal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86584" y="5632704"/>
            <a:ext cx="1828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33472" y="5568696"/>
            <a:ext cx="102778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DA2C0"/>
                </a:solidFill>
                <a:latin typeface="Segoe UI"/>
              </a:rPr>
              <a:t>500 mm: triangular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5568696"/>
            <a:ext cx="6062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>
                <a:solidFill>
                  <a:srgbClr val="8DA2C0"/>
                </a:solidFill>
                <a:latin typeface="Segoe UI"/>
              </a:rPr>
              <a:t>tempo (s)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60920" y="1874519"/>
            <a:ext cx="4498848" cy="21488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60920" y="1874519"/>
            <a:ext cx="50292" cy="21488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2002535"/>
            <a:ext cx="3950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de onde vem cada numero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98664" y="2386583"/>
            <a:ext cx="4114800" cy="1563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lab6PidTrapezoidal/Constants.java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motorGearSpeedRpm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100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 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rpm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wheelRadius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 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52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  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mm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rot2MeterPerSec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2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*PI*52 * (100/60);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              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= 544,5 mm/s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dt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          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2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   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acelMeterPerSec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544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5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/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2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              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= 272,3 mm/s2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60920" y="4206240"/>
            <a:ext cx="4498848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07224" y="431596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DISTÂNCIA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95944" y="43159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FORMA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67544" y="43159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V PICO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73384" y="431596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TEMPO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60920" y="4608576"/>
            <a:ext cx="4498848" cy="420624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07224" y="4690872"/>
            <a:ext cx="9692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500 mm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95944" y="4690872"/>
            <a:ext cx="1152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triangular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67544" y="4690872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369 mm/s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73384" y="4690872"/>
            <a:ext cx="7132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2,71 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07224" y="5111496"/>
            <a:ext cx="9692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1500 mm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95944" y="5111496"/>
            <a:ext cx="1152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trapezoidal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67544" y="5111496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544 mm/s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73384" y="5111496"/>
            <a:ext cx="7132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4,75 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60920" y="5486400"/>
            <a:ext cx="4498848" cy="77724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60920" y="5486400"/>
            <a:ext cx="54864" cy="7772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35240" y="5669280"/>
            <a:ext cx="3950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87171"/>
                </a:solidFill>
                <a:latin typeface="Segoe UI"/>
              </a:rPr>
              <a:t>!  DOIS “DT” NO MESMO LAB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6016752"/>
            <a:ext cx="39502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kDt = 0,02 é o período do loop. Constants.dt = 2 é “quantos segundos para atingir a velocidade máxima”. Nomes iguais, significados diferentes.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04 ·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TrapezoidProfile puro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Usando o perfil na mão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Útil para entender o que o ProfiledPIDController faz por você.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83080"/>
            <a:ext cx="6858000" cy="44805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783080"/>
            <a:ext cx="50292" cy="44805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911096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A78BFA"/>
                </a:solidFill>
                <a:latin typeface="Consolas"/>
              </a:rPr>
              <a:t>TrapezoidProfile sem PID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95144"/>
            <a:ext cx="6473952" cy="3895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import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edu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wpi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first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wpilibj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trajectory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TrapezoidProfile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1. limites fisicos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var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constraints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TrapezoidProfile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Constraints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kMaxVelocity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kMaxAcceleration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2. onde quero chegar (posicao, velocidade final)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var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goal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TrapezoidProfile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State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FBBF24"/>
                </a:solidFill>
                <a:latin typeface="Consolas"/>
              </a:rPr>
              <a:t>500.0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3. de onde estou partindo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var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start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TrapezoidProfile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State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4. o plano completo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var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profile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TrapezoidProfile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constraints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goal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start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5. no execute(): que ponto do plano e agora?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t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timer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get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7DD3FC"/>
                </a:solidFill>
                <a:latin typeface="Consolas"/>
              </a:rPr>
              <a:t>TrapezoidProfile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State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alvoAgora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profile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t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alvoAgora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position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onde eu deveria estar (mm)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alvoAgora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velocity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com que velocidade (mm/s)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6. terminou?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return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t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&gt;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profile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totalTime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</p:txBody>
      </p:sp>
      <p:sp>
        <p:nvSpPr>
          <p:cNvPr id="13" name="Oval 12"/>
          <p:cNvSpPr/>
          <p:nvPr/>
        </p:nvSpPr>
        <p:spPr>
          <a:xfrm>
            <a:off x="7360920" y="202082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1920240"/>
            <a:ext cx="42428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State = posição + velocidade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2194560"/>
            <a:ext cx="4242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As duas coisas que o controlador precisa.</a:t>
            </a:r>
          </a:p>
        </p:txBody>
      </p:sp>
      <p:sp>
        <p:nvSpPr>
          <p:cNvPr id="16" name="Oval 15"/>
          <p:cNvSpPr/>
          <p:nvPr/>
        </p:nvSpPr>
        <p:spPr>
          <a:xfrm>
            <a:off x="7360920" y="2944368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2843784"/>
            <a:ext cx="42428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calculate(t) recebe TEMPO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3118104"/>
            <a:ext cx="4242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Precisa de um Timer no seu comando.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0" y="386791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2" y="3767328"/>
            <a:ext cx="42428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totalTime() dá a duração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4041648"/>
            <a:ext cx="4242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Ótimo para dimensionar o withTimeout().</a:t>
            </a:r>
          </a:p>
        </p:txBody>
      </p:sp>
      <p:sp>
        <p:nvSpPr>
          <p:cNvPr id="22" name="Oval 21"/>
          <p:cNvSpPr/>
          <p:nvPr/>
        </p:nvSpPr>
        <p:spPr>
          <a:xfrm>
            <a:off x="7360920" y="4791456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4690872"/>
            <a:ext cx="42428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Serve de referência para 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4965192"/>
            <a:ext cx="4242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alvoAgora.velocity vai direto no feedforward.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4754880"/>
            <a:ext cx="4498848" cy="118872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4754880"/>
            <a:ext cx="54864" cy="1188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4937760"/>
            <a:ext cx="3950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34D399"/>
                </a:solidFill>
                <a:latin typeface="Segoe UI"/>
              </a:rPr>
              <a:t>★  NA PRÁTICA, PREFIRA O ATALHO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5285232"/>
            <a:ext cx="395020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Escrever Timer + State na mão ensina muito, mas no dia da prova use o ProfiledPIDController: ele faz o perfil e o PID numa classe só. Próximo slide.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04 · CÓDIGO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ProfiledPIDController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lab6PidTrapezoidal: perfil e PID numa classe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A diferença do lab5 são quatro linhas — e um robô muito mais previsível.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691640"/>
            <a:ext cx="7589520" cy="498348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691640"/>
            <a:ext cx="50292" cy="49834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819656"/>
            <a:ext cx="7040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lab6PidTrapezoidal/src/main/java/frc/robot/commands/DriveToDistance.java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03704"/>
            <a:ext cx="7205472" cy="4398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kP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0.05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kI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kD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kDt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0.02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                     </a:t>
            </a:r>
            <a:r>
              <a:rPr b="0" i="1" sz="950">
                <a:solidFill>
                  <a:srgbClr val="6B7F9B"/>
                </a:solidFill>
                <a:latin typeface="Consolas"/>
              </a:rPr>
              <a:t>// periodo do loop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kMaxVelocity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   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rot2MeterPerSec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kMaxAcceleration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acelMeterPerSecSquare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TrapezoidProfile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Constraints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m_constraints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ProfiledPIDController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m_controller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DriveToDistance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milimetro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m_constraints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TrapezoidProfile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Constraints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                  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kMaxVelocity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kMaxAcceleration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m_controller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ProfiledPIDController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kP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kI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kD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m_constraints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kDt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m_controller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setTolerance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5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10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      </a:t>
            </a:r>
            <a:r>
              <a:rPr b="0" i="1" sz="950">
                <a:solidFill>
                  <a:srgbClr val="6B7F9B"/>
                </a:solidFill>
                <a:latin typeface="Consolas"/>
              </a:rPr>
              <a:t>// 5 mm e 10 mm/s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addRequirements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omniDrive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distanceSetpoint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milimetro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initialize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m_controller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reset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              </a:t>
            </a:r>
            <a:r>
              <a:rPr b="0" i="1" sz="950">
                <a:solidFill>
                  <a:srgbClr val="6B7F9B"/>
                </a:solidFill>
                <a:latin typeface="Consolas"/>
              </a:rPr>
              <a:t>// parte do zero, parado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omniDrive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resetEncoders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omniDrive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resetYaw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execute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                  </a:t>
            </a:r>
            <a:r>
              <a:rPr b="0" i="1" sz="950">
                <a:solidFill>
                  <a:srgbClr val="6B7F9B"/>
                </a:solidFill>
                <a:latin typeface="Consolas"/>
              </a:rPr>
              <a:t>// IDENTICO ao lab5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m_controller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  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omniDrive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getAverageForwardEncoderDistance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distanceSetpoint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omniDrive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holonomicDrive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boolean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isFinished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return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m_controller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atGoal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202082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920240"/>
            <a:ext cx="3511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Constraints no construtor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2194560"/>
            <a:ext cx="35112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O perfil nasce com os limites físicos.</a:t>
            </a:r>
          </a:p>
        </p:txBody>
      </p:sp>
      <p:sp>
        <p:nvSpPr>
          <p:cNvPr id="16" name="Oval 15"/>
          <p:cNvSpPr/>
          <p:nvPr/>
        </p:nvSpPr>
        <p:spPr>
          <a:xfrm>
            <a:off x="8092440" y="293522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2834640"/>
            <a:ext cx="3511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reset(0, 0) é obrigatório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3108960"/>
            <a:ext cx="35112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Diz ao perfil de onde partir. Sem isso, salto inicial.</a:t>
            </a:r>
          </a:p>
        </p:txBody>
      </p:sp>
      <p:sp>
        <p:nvSpPr>
          <p:cNvPr id="19" name="Oval 18"/>
          <p:cNvSpPr/>
          <p:nvPr/>
        </p:nvSpPr>
        <p:spPr>
          <a:xfrm>
            <a:off x="8092440" y="384962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3749039"/>
            <a:ext cx="3511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atGoal(), não atSetpoint()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4023359"/>
            <a:ext cx="35112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Goal é o destino final; setpoint é o ponto do perfil agora.</a:t>
            </a:r>
          </a:p>
        </p:txBody>
      </p:sp>
      <p:sp>
        <p:nvSpPr>
          <p:cNvPr id="22" name="Oval 21"/>
          <p:cNvSpPr/>
          <p:nvPr/>
        </p:nvSpPr>
        <p:spPr>
          <a:xfrm>
            <a:off x="8092440" y="476402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1" y="4663440"/>
            <a:ext cx="3511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execute() não mudou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4937759"/>
            <a:ext cx="35112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Mesma linha do lab5. A inteligência está no controlador.</a:t>
            </a:r>
          </a:p>
        </p:txBody>
      </p:sp>
      <p:sp>
        <p:nvSpPr>
          <p:cNvPr id="25" name="Oval 24"/>
          <p:cNvSpPr/>
          <p:nvPr/>
        </p:nvSpPr>
        <p:spPr>
          <a:xfrm>
            <a:off x="8092440" y="567842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1" y="5577840"/>
            <a:ext cx="3511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Tolerância dupla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5852159"/>
            <a:ext cx="35112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5 mm e 10 mm/s: chegou e está parado.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04 · CÓDIGO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Perfil artesanal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lab9: uma rampa de desaceleração escrita à mão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Funciona, é legível — e mostra exatamente o que a classe faz melhor.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83080"/>
            <a:ext cx="6812280" cy="44805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783080"/>
            <a:ext cx="50292" cy="4480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911096"/>
            <a:ext cx="6263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59E0B"/>
                </a:solidFill>
                <a:latin typeface="Consolas"/>
              </a:rPr>
              <a:t>perfil + P + kS, todos artesanais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95144"/>
            <a:ext cx="6428232" cy="3895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lab9OmniDrive/commands/DriveDistanceCommand.java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execute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remaining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targetDistance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traveledDistance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rampa so no fim: desacelera nos ultimos 15 cm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AutoConstants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kDriveSpeed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if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remaining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&lt;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AutoConstants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kRampDownDistance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AutoConstants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kDriveSpeed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           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* (remaining / AutoConstants.kRampDownDistance);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piso: abaixo disso nao vence o atrito  (kS na mao!)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Math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max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AutoConstants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kMinDriveSpeed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correcao de rumo proporcional  (um P na mao!)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headingError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startHeading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getHeading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turn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headingError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* AutoConstants.kHeadingP;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turn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Math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max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AutoConstants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kMaxTurnOutput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      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Math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min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AutoConstants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kMaxTurnOutput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turn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driveFieldOriented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dirX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* speed, dirY * speed, turn);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1920240"/>
            <a:ext cx="4590288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5783" y="20299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NO LAB9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2029968"/>
            <a:ext cx="2624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COMO ESTÁ FEITO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2322576"/>
            <a:ext cx="4590288" cy="713232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5783" y="2404872"/>
            <a:ext cx="15636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Rampa de saída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2404872"/>
            <a:ext cx="2587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Não tem: arranca direto em kDriveSpeed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3" y="3118104"/>
            <a:ext cx="15636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Rampa de chegada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3118104"/>
            <a:ext cx="2587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Tem, linear nos últimos 15 cm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3749040"/>
            <a:ext cx="4590288" cy="713232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783" y="3831336"/>
            <a:ext cx="15636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Piso de velocidade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3831336"/>
            <a:ext cx="2587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kMinDriveSpeed = 0,12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783" y="4544568"/>
            <a:ext cx="15636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Correção de rumo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4544568"/>
            <a:ext cx="2587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kHeadingP = 0,010 com teto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5120640"/>
            <a:ext cx="4590288" cy="118872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5120640"/>
            <a:ext cx="54864" cy="1188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5303520"/>
            <a:ext cx="4041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34D399"/>
                </a:solidFill>
                <a:latin typeface="Segoe UI"/>
              </a:rPr>
              <a:t>★  O QUE A CLASSE DARIA DE GRAÇA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5650992"/>
            <a:ext cx="404164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Aceleração no início, cálculo exato do ponto de frenagem, e o tempo total do movimento. Mas o código artesanal é honesto: é simples e dá para depurar olhando.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04 · ATALHO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SlewRateLimiter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perfil de uma linha, para o teleop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Não planeja trajetória: só proíbe variação brusca de comando.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74519"/>
            <a:ext cx="5943600" cy="31089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874519"/>
            <a:ext cx="50292" cy="31089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5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rampa de comando no teleop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86583"/>
            <a:ext cx="5559552" cy="2523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lab9OmniDrive/subsystems/OmnidriveSubsystem.java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SlewRateLimiter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xLimiter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SlewRateLimiter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DriveConstants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kSlewRateX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2.0 /s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driveFieldOriented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fieldVx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fieldVy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wz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smoothVx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xLimiter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fieldVx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suaviza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smoothVy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yLimiter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fieldVy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smoothWz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zLimiter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wz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e no reset do autonomo: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xLimiter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reset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senao a proxima perna comeca na velocidade antiga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920240"/>
            <a:ext cx="5413248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20299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CONSTANTE DO LAB9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2029968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SIGNIFICADO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322576"/>
            <a:ext cx="5413248" cy="676656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2404872"/>
            <a:ext cx="206654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kSlewRateX =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2404872"/>
            <a:ext cx="290779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Vai de 0 a 100% em 0,5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3081528"/>
            <a:ext cx="206654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kSlewRateY = 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3081528"/>
            <a:ext cx="290779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Idem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3675888"/>
            <a:ext cx="5413248" cy="676656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3758184"/>
            <a:ext cx="206654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kSlewRateZ = 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3758184"/>
            <a:ext cx="290779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Mais permissivo: giro responde rápido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526280"/>
            <a:ext cx="5413248" cy="11430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4526280"/>
            <a:ext cx="5413248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727448"/>
            <a:ext cx="5047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34D399"/>
                </a:solidFill>
                <a:latin typeface="Segoe UI"/>
              </a:rPr>
              <a:t>PARA QUE 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5038344"/>
            <a:ext cx="50474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Proteger a mecânica e o atleta: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sem solavanco quando o joystick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vai de 0 a 100% num ciclo.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" y="5120640"/>
            <a:ext cx="5943600" cy="132588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" y="5120640"/>
            <a:ext cx="54864" cy="13258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3" y="5303520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87171"/>
                </a:solidFill>
                <a:latin typeface="Segoe UI"/>
              </a:rPr>
              <a:t>!  NÃO CONFUNDA COM MOTION 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3" y="5650992"/>
            <a:ext cx="53949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SlewRateLimiter limita a variação do COMANDO, sem saber onde o robô está nem para onde vai. TrapezoidProfile planeja um movimento com destino, velocidade e tempo. Um é um filtro; o outro é um plano.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Comparação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Qual usar, quando, e por que — com critério.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F472B6"/>
                </a:solidFill>
                <a:latin typeface="Segoe UI"/>
              </a:rPr>
              <a:t>8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05 · 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A cadeia completa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Como as quatro peças se encaixam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Elas não competem. Cada uma ocupa um lugar diferente da cadeia.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210312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2286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A78BFA"/>
                </a:solidFill>
                <a:latin typeface="Consolas"/>
              </a:rPr>
              <a:t>MOTION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265176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1FB"/>
                </a:solidFill>
                <a:latin typeface="Segoe UI"/>
              </a:rPr>
              <a:t>planeja o movimento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1FB"/>
                </a:solidFill>
                <a:latin typeface="Segoe UI"/>
              </a:rPr>
              <a:t>possível no tempo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6517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8DA2C0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10312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286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SETPOINT(t)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65176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1FB"/>
                </a:solidFill>
                <a:latin typeface="Segoe UI"/>
              </a:rPr>
              <a:t>alvo móvel: posição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1FB"/>
                </a:solidFill>
                <a:latin typeface="Segoe UI"/>
              </a:rPr>
              <a:t>e velocidade de agora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6517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8DA2C0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1783080"/>
            <a:ext cx="3017520" cy="100584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9202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59E0B"/>
                </a:solidFill>
                <a:latin typeface="Consolas"/>
              </a:rPr>
              <a:t>FEEDFORWARD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2402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EAF1FB"/>
                </a:solidFill>
                <a:latin typeface="Segoe UI"/>
              </a:rPr>
              <a:t>prevê o esforço (~90%)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880360"/>
            <a:ext cx="3017520" cy="100584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3017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4D399"/>
                </a:solidFill>
                <a:latin typeface="Consolas"/>
              </a:rPr>
              <a:t>PID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3375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EAF1FB"/>
                </a:solidFill>
                <a:latin typeface="Segoe UI"/>
              </a:rPr>
              <a:t>corrige o que sobrou (~10%)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6517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8DA2C0"/>
                </a:solidFill>
                <a:latin typeface="Segoe UI"/>
              </a:rPr>
              <a:t>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210312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286000"/>
            <a:ext cx="2441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472B6"/>
                </a:solidFill>
                <a:latin typeface="Consolas"/>
              </a:rPr>
              <a:t>MOTOR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651760"/>
            <a:ext cx="24414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EAF1FB"/>
                </a:solidFill>
                <a:latin typeface="Consolas"/>
              </a:rPr>
              <a:t>motor.set(prev + corr)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023360"/>
            <a:ext cx="9692640" cy="32004"/>
          </a:xfrm>
          <a:prstGeom prst="rect">
            <a:avLst/>
          </a:prstGeom>
          <a:solidFill>
            <a:srgbClr val="2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11480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8DA2C0"/>
                </a:solidFill>
                <a:latin typeface="Segoe UI"/>
              </a:rPr>
              <a:t>↑  o encoder fecha a malha: a medição volta para o PID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" y="4663440"/>
            <a:ext cx="11530584" cy="16002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" y="4663440"/>
            <a:ext cx="50292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791456"/>
            <a:ext cx="109819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FFFFF"/>
                </a:solidFill>
                <a:latin typeface="Consolas"/>
              </a:rPr>
              <a:t>as quatro pecas em quatro linhas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175504"/>
            <a:ext cx="11146536" cy="1014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o execute() completo de um comando "profissional"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var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alvo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m_profile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timer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get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      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1. o plano diz onde estar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prev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ff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alvo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velocity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         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2. FF preve o esforco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corr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pid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encoder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getDistance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alvo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position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3. PID corrige o desvio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setMotor1Speed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prev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corr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                 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4. soma e manda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05 · COMPARAÇÃO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Lado a 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As técnicas, comparadas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Mesma tabela que eu usaria para decidir na bancada.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96596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07568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TÉCNICA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07568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O QUE RESOLVE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075688"/>
            <a:ext cx="201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PRECISA 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0756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SINTONIA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2288" y="2075688"/>
            <a:ext cx="26609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USO TÍPICO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" y="2368296"/>
            <a:ext cx="11530584" cy="54864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450591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P puro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450591"/>
            <a:ext cx="2386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Erro de posição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2450591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Encoder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2450591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Baixo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450591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Giro simples, translação curta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2999232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PID completo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2999232"/>
            <a:ext cx="2386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Erro + regime + oscilação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2999232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Encoder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2999232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Médio/alto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2999232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Quando P puro não basta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" y="3465576"/>
            <a:ext cx="11530584" cy="54864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547872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Feedforward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0088" y="3547872"/>
            <a:ext cx="2386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Esforço previsível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3547872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Nada (só medição prévia)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3547872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Baixo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3547872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Controle de velocidade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4096511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FF + PID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0088" y="4096511"/>
            <a:ext cx="2386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Previsível + imprevisto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96128" y="4096511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Encoder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0688" y="4096511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Médio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4096511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O padrão recomendado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" y="4562855"/>
            <a:ext cx="11530584" cy="54864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645151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TrapezoidProfile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0088" y="4645151"/>
            <a:ext cx="2386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Alvo impossível em degrau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6128" y="4645151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Nada (é um plano)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0688" y="4645151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Baixo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4645151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Autônomo com distância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5193791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ProfiledPIDController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90088" y="5193791"/>
            <a:ext cx="2386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Perfil + correção, 1 classe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96128" y="5193791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Encoder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90688" y="5193791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Médio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5193791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Melhor custo-benefício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" y="5660135"/>
            <a:ext cx="11530584" cy="54864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5742431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AF1FB"/>
                </a:solidFill>
                <a:latin typeface="Consolas"/>
              </a:rPr>
              <a:t>SlewRateLimiter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90088" y="5742431"/>
            <a:ext cx="2386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Solavanco de comando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96128" y="5742431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Nada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90688" y="5742431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Mínimo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2288" y="5742431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Teleop, proteger mecânica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9184" y="6035040"/>
            <a:ext cx="11530584" cy="73152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9184" y="6035040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3" y="621792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59E0B"/>
                </a:solidFill>
                <a:latin typeface="Segoe UI"/>
              </a:rPr>
              <a:t>→  LEITURA DA TABELA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3" y="6565392"/>
            <a:ext cx="10981944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As três últimas linhas não substituem o PID: elas melhoram o pedido ou protegem a mecânica. Feedforward e PID é que são parceiros diretos.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05 · DECISÃO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Por caso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que eu usaria em cada tarefa do nosso robô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Recomendação concreta, não teoria.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96596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0756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TAREFA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0756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MINHA RECOMENDAÇÃO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2075688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POR QUÊ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2368296"/>
            <a:ext cx="11530584" cy="621792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450591"/>
            <a:ext cx="298094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Andar 50 cm no autônomo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450591"/>
            <a:ext cx="30723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ProfiledPIDController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450591"/>
            <a:ext cx="48188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Precisa chegar certo e sem derrapar; o perfil resolve o degrau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072384"/>
            <a:ext cx="298094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Manter a roda em 100 RPM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3072384"/>
            <a:ext cx="30723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Feedforward + PID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3072384"/>
            <a:ext cx="48188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kV prevê, PID corrige tapete e bateria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3611880"/>
            <a:ext cx="11530584" cy="621792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694176"/>
            <a:ext cx="298094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Girar 90°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3694176"/>
            <a:ext cx="30723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PID + enableContinuousInput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3694176"/>
            <a:ext cx="48188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Erro angular pequeno; cuidado com a volta de 360°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315968"/>
            <a:ext cx="298094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Dirigir no teleop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7" y="4315968"/>
            <a:ext cx="30723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SlewRateLimiter (+ PID de roda)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4315968"/>
            <a:ext cx="48188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Resposta imediata ao atleta, sem solavanco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" y="4855464"/>
            <a:ext cx="11530584" cy="621792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4937759"/>
            <a:ext cx="298094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Subir elevador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5887" y="4937759"/>
            <a:ext cx="30723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ElevatorFeedforward + PID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937759"/>
            <a:ext cx="48188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kG segura o peso; sem ele o mecanismo afunda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5559551"/>
            <a:ext cx="298094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Abrir garra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7" y="5559551"/>
            <a:ext cx="30723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Malha aberta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5559551"/>
            <a:ext cx="48188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Não tem sensor e não precisa. Simplicidade vence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" y="5989320"/>
            <a:ext cx="11530584" cy="77724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" y="5989320"/>
            <a:ext cx="54864" cy="7772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3" y="617220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34D399"/>
                </a:solidFill>
                <a:latin typeface="Segoe UI"/>
              </a:rPr>
              <a:t>★  O CRITÉRIO POR TRÁS DE TODAS AS LINHAS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3" y="6519672"/>
            <a:ext cx="10981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Comece com o mais simples que resolve o problema REAL que você mediu. Complexidade que você não consegue depurar na pista é complexidade contra você.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05 · DECISÃO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Árvore rápida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Três perguntas e você tem a resposta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Para usar na bancada, em 30 segundos.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2011680"/>
            <a:ext cx="11530584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2011680"/>
            <a:ext cx="64008" cy="1188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774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2D3EE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1284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Tenho sensor nessa articulação?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7860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NÃO → malha aberta. Acabou.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SIM → siga.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" y="3310128"/>
            <a:ext cx="11530584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" y="3310128"/>
            <a:ext cx="64008" cy="1188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67588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4D399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1129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O movimento tem destino e distância?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7705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NÃO (é comando do atleta) → SlewRateLimiter + PID de velocidade.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SIM → siga.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" y="4608576"/>
            <a:ext cx="11530584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" y="4608576"/>
            <a:ext cx="64008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97433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59E0B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0974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 velocidade é previsível / o peso é constante?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17550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SIM → acrescente feedforward (kV, ou kG se for vertical).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Em qualquer caso → ProfiledPIDController como base.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" y="5943600"/>
            <a:ext cx="11530584" cy="82296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" y="5943600"/>
            <a:ext cx="54864" cy="82296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3" y="612648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472B6"/>
                </a:solidFill>
                <a:latin typeface="Segoe UI"/>
              </a:rPr>
              <a:t>→  E A ORDEM DE IMPLANTAÇÃO, SEMPRE A MESMA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3" y="6473952"/>
            <a:ext cx="109819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P → (profile, se houver distância) → feedforward → só então kI/kD. Uma peça por vez, testando entre cada uma.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05 ·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Antes de confiar no controle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Checklist de implantação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Oito itens. Se um falhar, não suba na pista.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2011680"/>
            <a:ext cx="5596128" cy="64008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" y="2176272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185416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Encoder lê na unidade que eu acho que lê?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" y="2779776"/>
            <a:ext cx="5596128" cy="64008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" y="2944368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295351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Sinal do encoder e do motor concordam?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" y="3547872"/>
            <a:ext cx="5596128" cy="64008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4" y="3712463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372160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Medição e setpoint publicados no SmartDashboard?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" y="4315968"/>
            <a:ext cx="5596128" cy="64008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7784" y="4480560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448970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calculate(medido, alvo) — nessa ordem?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011680"/>
            <a:ext cx="5596128" cy="64008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2176272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59" y="2185416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reset() / reset(pos, vel) no initialize()?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779776"/>
            <a:ext cx="5596128" cy="64008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2944368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9" y="295351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setTolerance com posição E velocidade?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547872"/>
            <a:ext cx="5596128" cy="64008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92240" y="3712463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59" y="372160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Constraints dentro do que o robô aguenta?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315968"/>
            <a:ext cx="5596128" cy="64008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92240" y="4480560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59" y="448970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withTimeout() como rede de segurança?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" y="5166360"/>
            <a:ext cx="11530584" cy="13716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9184" y="5166360"/>
            <a:ext cx="50292" cy="13716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294376"/>
            <a:ext cx="109819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sem isso, sintonizar e chute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678424"/>
            <a:ext cx="11146536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a telemetria minima para sintonizar qualquer coisa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7DD3FC"/>
                </a:solidFill>
                <a:latin typeface="Consolas"/>
              </a:rPr>
              <a:t>SmartDashboard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putNumber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86EFAC"/>
                </a:solidFill>
                <a:latin typeface="Consolas"/>
              </a:rPr>
              <a:t>"medido"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omniDrive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getAverageForwardEncoderDistance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7DD3FC"/>
                </a:solidFill>
                <a:latin typeface="Consolas"/>
              </a:rPr>
              <a:t>SmartDashboard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putNumber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86EFAC"/>
                </a:solidFill>
                <a:latin typeface="Consolas"/>
              </a:rPr>
              <a:t>"setpoint"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m_controller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getSetpoint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position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ProfiledPID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7DD3FC"/>
                </a:solidFill>
                <a:latin typeface="Consolas"/>
              </a:rPr>
              <a:t>SmartDashboard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putNumber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86EFAC"/>
                </a:solidFill>
                <a:latin typeface="Consolas"/>
              </a:rPr>
              <a:t>"saida"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guarde em variavel: nao chame calculate() 2x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05 · PRÁTICA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Exercício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Tarefa: lab5 → lab6 → feedforward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Três passos, cada um testado antes do próximo.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28800"/>
            <a:ext cx="5852160" cy="42062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828800"/>
            <a:ext cx="50292" cy="4206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956816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passos 1 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40864"/>
            <a:ext cx="5468112" cy="3621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PASSO 1 — meça (10 min de bancada)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robo suspenso, SmartDashboard aberto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a) kS: suba a saida 0,01 por vez ate a roda girar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b) kV: mande 0.5, leia o RPM estavel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       kV = 0.5 / rpmMedido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PASSO 2 — troque PID por ProfiledPID no lab5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var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TrapezoidProfile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Constraints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      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kMaxVelocity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kMaxAcceleration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var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pid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ProfiledPIDController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kP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kI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c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0.02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pid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setTolerance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5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10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initialize(): pid.reset(0, 0);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isFinished(): return pid.atGoal();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596128" cy="42062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50292" cy="42062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956816"/>
            <a:ext cx="5047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passo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340864"/>
            <a:ext cx="5212080" cy="3621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PASSO 3 — some o feedforward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SimpleMotorFeedforward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ff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SimpleMotorFeedforward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kV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execute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var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alvo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pid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getSetpoint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 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State do perfil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prev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ff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alvo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velocity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corr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pid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calculate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omniDrive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getAverageForwardEncoderDistance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distanceSetpoint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omniDrive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holonomicDrive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prev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corr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Depois: reduza kP pela metade e compare as curvas.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" y="6172200"/>
            <a:ext cx="11530584" cy="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0B11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" y="6172200"/>
            <a:ext cx="54864" cy="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3" y="635508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0B1120"/>
                </a:solidFill>
                <a:latin typeface="Segoe UI"/>
              </a:rPr>
              <a:t>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3" y="6702552"/>
            <a:ext cx="10981944" cy="-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" y="6144768"/>
            <a:ext cx="11530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59E0B"/>
                </a:solidFill>
                <a:latin typeface="Segoe UI"/>
              </a:rPr>
              <a:t>Entregue: um print do SmartDashboard mostrando medição e setpoint nas três versões. A diferença tem que ser visível.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essencial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Sete frases para levar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1920240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" y="1920240"/>
            <a:ext cx="64008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048256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Malha aberta manda tensão; malha fechada persegue um alvo medido.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" y="2578608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" y="2578608"/>
            <a:ext cx="6400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1576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4D399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06624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PID reage ao erro: P é o essencial, D amortece, I é último recurso.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" y="3236976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" y="3236976"/>
            <a:ext cx="6400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7413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6499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calculate(medido, alvo) — trocar a ordem inverte o sinal do erro.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" y="3895344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" y="3895344"/>
            <a:ext cx="6400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3250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23359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Feedforward é o que você SABE; PID é o que você DESCOBRE.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" y="4553712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" y="4553712"/>
            <a:ext cx="64008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69087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78BFA"/>
                </a:solidFill>
                <a:latin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81727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Motion profile não melhora o controlador: melhora o pedido.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" y="5212079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" y="5212079"/>
            <a:ext cx="64008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34924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78BFA"/>
                </a:solidFill>
                <a:latin typeface="Consola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340095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ProfiledPIDController entrega perfil e correção numa classe.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" y="5870447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" y="5870447"/>
            <a:ext cx="64008" cy="56692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6007607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472B6"/>
                </a:solidFill>
                <a:latin typeface="Consolas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998463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Unidade e sinal errados derrubam qualquer ganho bem sintonizado.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" y="6400800"/>
            <a:ext cx="11530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DA2C0"/>
                </a:solidFill>
                <a:latin typeface="Consolas"/>
              </a:rPr>
              <a:t>Próximos passos: medir kS/kV na bancada  ·  migrar o lab5 para ProfiledPID  ·  lab7 e lab8 (odometria)  ·  trajetórias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