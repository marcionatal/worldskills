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99" r:id="rId2"/>
    <p:sldId id="297" r:id="rId3"/>
    <p:sldId id="298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9412" autoAdjust="0"/>
  </p:normalViewPr>
  <p:slideViewPr>
    <p:cSldViewPr snapToGrid="0" snapToObjects="1">
      <p:cViewPr varScale="1">
        <p:scale>
          <a:sx n="57" d="100"/>
          <a:sy n="57" d="100"/>
        </p:scale>
        <p:origin x="168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2C715E-0382-4A20-926C-35C5F84F420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7E4DD97-410F-46A7-9382-34192AACE2D1}">
      <dgm:prSet/>
      <dgm:spPr/>
      <dgm:t>
        <a:bodyPr/>
        <a:lstStyle/>
        <a:p>
          <a:r>
            <a:rPr lang="en-US"/>
            <a:t>26/10 - Programação Orientada a Objetos (POO): </a:t>
          </a:r>
        </a:p>
      </dgm:t>
    </dgm:pt>
    <dgm:pt modelId="{22338E11-A2A2-4428-B96E-FEA24716CEF8}" type="parTrans" cxnId="{F08BFAA9-587C-47AA-980F-6E9F2506612E}">
      <dgm:prSet/>
      <dgm:spPr/>
      <dgm:t>
        <a:bodyPr/>
        <a:lstStyle/>
        <a:p>
          <a:endParaRPr lang="en-US"/>
        </a:p>
      </dgm:t>
    </dgm:pt>
    <dgm:pt modelId="{1D449A78-B174-4C36-8D0D-0793811DA698}" type="sibTrans" cxnId="{F08BFAA9-587C-47AA-980F-6E9F2506612E}">
      <dgm:prSet/>
      <dgm:spPr/>
      <dgm:t>
        <a:bodyPr/>
        <a:lstStyle/>
        <a:p>
          <a:endParaRPr lang="en-US"/>
        </a:p>
      </dgm:t>
    </dgm:pt>
    <dgm:pt modelId="{56AC629D-D6DA-48C9-BE70-DA66D234427E}">
      <dgm:prSet/>
      <dgm:spPr/>
      <dgm:t>
        <a:bodyPr/>
        <a:lstStyle/>
        <a:p>
          <a:r>
            <a:rPr lang="en-US"/>
            <a:t>Abstração, Encapsulamento, Herança, Módulos,Tipos de variáveis, Classes e Objetos.</a:t>
          </a:r>
        </a:p>
      </dgm:t>
    </dgm:pt>
    <dgm:pt modelId="{6E5B4E1A-66A9-4037-A5E7-598D82D7876C}" type="parTrans" cxnId="{3262A179-59FA-4445-8FC4-B1AB0227246E}">
      <dgm:prSet/>
      <dgm:spPr/>
      <dgm:t>
        <a:bodyPr/>
        <a:lstStyle/>
        <a:p>
          <a:endParaRPr lang="en-US"/>
        </a:p>
      </dgm:t>
    </dgm:pt>
    <dgm:pt modelId="{A34D78E1-9A49-458C-9C5A-8FED2FD97F8B}" type="sibTrans" cxnId="{3262A179-59FA-4445-8FC4-B1AB0227246E}">
      <dgm:prSet/>
      <dgm:spPr/>
      <dgm:t>
        <a:bodyPr/>
        <a:lstStyle/>
        <a:p>
          <a:endParaRPr lang="en-US"/>
        </a:p>
      </dgm:t>
    </dgm:pt>
    <dgm:pt modelId="{6D0FFE17-E13F-4BDA-B0EB-2150C26F7720}">
      <dgm:prSet/>
      <dgm:spPr/>
      <dgm:t>
        <a:bodyPr/>
        <a:lstStyle/>
        <a:p>
          <a:r>
            <a:rPr lang="en-US"/>
            <a:t>27/10 - Estrutura de Projetos FRC: </a:t>
          </a:r>
        </a:p>
      </dgm:t>
    </dgm:pt>
    <dgm:pt modelId="{B380A12B-095B-4F09-BE03-E8A8415E9482}" type="parTrans" cxnId="{B39A9C69-E820-4587-AD20-ABE207CED396}">
      <dgm:prSet/>
      <dgm:spPr/>
      <dgm:t>
        <a:bodyPr/>
        <a:lstStyle/>
        <a:p>
          <a:endParaRPr lang="en-US"/>
        </a:p>
      </dgm:t>
    </dgm:pt>
    <dgm:pt modelId="{DB8C63C9-E657-46FE-929C-76C17ADFC071}" type="sibTrans" cxnId="{B39A9C69-E820-4587-AD20-ABE207CED396}">
      <dgm:prSet/>
      <dgm:spPr/>
      <dgm:t>
        <a:bodyPr/>
        <a:lstStyle/>
        <a:p>
          <a:endParaRPr lang="en-US"/>
        </a:p>
      </dgm:t>
    </dgm:pt>
    <dgm:pt modelId="{7450D92D-FB69-4C96-92AC-62A0A32AF128}">
      <dgm:prSet/>
      <dgm:spPr/>
      <dgm:t>
        <a:bodyPr/>
        <a:lstStyle/>
        <a:p>
          <a:r>
            <a:rPr lang="en-US"/>
            <a:t>O ciclo de vida do robô</a:t>
          </a:r>
        </a:p>
      </dgm:t>
    </dgm:pt>
    <dgm:pt modelId="{2DFB8EE2-C537-444E-B869-F427BC68D698}" type="parTrans" cxnId="{C794308E-7E80-4660-A7A0-138B9FDB662E}">
      <dgm:prSet/>
      <dgm:spPr/>
      <dgm:t>
        <a:bodyPr/>
        <a:lstStyle/>
        <a:p>
          <a:endParaRPr lang="en-US"/>
        </a:p>
      </dgm:t>
    </dgm:pt>
    <dgm:pt modelId="{31F3C795-F423-4EFE-983E-68B8037CFDD5}" type="sibTrans" cxnId="{C794308E-7E80-4660-A7A0-138B9FDB662E}">
      <dgm:prSet/>
      <dgm:spPr/>
      <dgm:t>
        <a:bodyPr/>
        <a:lstStyle/>
        <a:p>
          <a:endParaRPr lang="en-US"/>
        </a:p>
      </dgm:t>
    </dgm:pt>
    <dgm:pt modelId="{DB4B688C-B824-4D60-8F87-786DE2244880}">
      <dgm:prSet/>
      <dgm:spPr/>
      <dgm:t>
        <a:bodyPr/>
        <a:lstStyle/>
        <a:p>
          <a:r>
            <a:rPr lang="en-US"/>
            <a:t>Diferença entre Subsystems (leitura de hardware/estado) e Commands (ações finitas ou contínuas).</a:t>
          </a:r>
        </a:p>
      </dgm:t>
    </dgm:pt>
    <dgm:pt modelId="{36CEA972-49C9-4458-BE44-A28385E87338}" type="parTrans" cxnId="{8FB84959-4A77-45ED-83B2-658DB4D82736}">
      <dgm:prSet/>
      <dgm:spPr/>
      <dgm:t>
        <a:bodyPr/>
        <a:lstStyle/>
        <a:p>
          <a:endParaRPr lang="en-US"/>
        </a:p>
      </dgm:t>
    </dgm:pt>
    <dgm:pt modelId="{01787700-3B2D-47CE-A35B-0E177C7B7CAD}" type="sibTrans" cxnId="{8FB84959-4A77-45ED-83B2-658DB4D82736}">
      <dgm:prSet/>
      <dgm:spPr/>
      <dgm:t>
        <a:bodyPr/>
        <a:lstStyle/>
        <a:p>
          <a:endParaRPr lang="en-US"/>
        </a:p>
      </dgm:t>
    </dgm:pt>
    <dgm:pt modelId="{2E0BED99-0597-49C3-B260-59FE008830F2}">
      <dgm:prSet/>
      <dgm:spPr/>
      <dgm:t>
        <a:bodyPr/>
        <a:lstStyle/>
        <a:p>
          <a:r>
            <a:rPr lang="en-US"/>
            <a:t>Command inline, Triggers</a:t>
          </a:r>
        </a:p>
      </dgm:t>
    </dgm:pt>
    <dgm:pt modelId="{061B3D76-13A1-429E-9A4C-DFDFAAFAF8D5}" type="parTrans" cxnId="{393E718C-1104-4055-B755-B934764652E9}">
      <dgm:prSet/>
      <dgm:spPr/>
      <dgm:t>
        <a:bodyPr/>
        <a:lstStyle/>
        <a:p>
          <a:endParaRPr lang="en-US"/>
        </a:p>
      </dgm:t>
    </dgm:pt>
    <dgm:pt modelId="{A45B0942-1F9C-4A18-9C8C-6AFEE5D73BB7}" type="sibTrans" cxnId="{393E718C-1104-4055-B755-B934764652E9}">
      <dgm:prSet/>
      <dgm:spPr/>
      <dgm:t>
        <a:bodyPr/>
        <a:lstStyle/>
        <a:p>
          <a:endParaRPr lang="en-US"/>
        </a:p>
      </dgm:t>
    </dgm:pt>
    <dgm:pt modelId="{783D4D04-0375-4930-9294-F959B32F6816}">
      <dgm:prSet/>
      <dgm:spPr/>
      <dgm:t>
        <a:bodyPr/>
        <a:lstStyle/>
        <a:p>
          <a:r>
            <a:rPr lang="en-US"/>
            <a:t>Tipos de commandos: Sequencial , paralelo, compostos</a:t>
          </a:r>
        </a:p>
      </dgm:t>
    </dgm:pt>
    <dgm:pt modelId="{61B6BB45-B3B9-4AF4-8BB8-51A9B2889CED}" type="parTrans" cxnId="{7EDCC186-8751-463F-839B-EA18E067EF75}">
      <dgm:prSet/>
      <dgm:spPr/>
      <dgm:t>
        <a:bodyPr/>
        <a:lstStyle/>
        <a:p>
          <a:endParaRPr lang="en-US"/>
        </a:p>
      </dgm:t>
    </dgm:pt>
    <dgm:pt modelId="{7CDDED8C-33CE-42E5-A196-1EAE704ACF90}" type="sibTrans" cxnId="{7EDCC186-8751-463F-839B-EA18E067EF75}">
      <dgm:prSet/>
      <dgm:spPr/>
      <dgm:t>
        <a:bodyPr/>
        <a:lstStyle/>
        <a:p>
          <a:endParaRPr lang="en-US"/>
        </a:p>
      </dgm:t>
    </dgm:pt>
    <dgm:pt modelId="{274632ED-DB9E-4105-9A7B-9F208FCEFB87}">
      <dgm:prSet/>
      <dgm:spPr/>
      <dgm:t>
        <a:bodyPr/>
        <a:lstStyle/>
        <a:p>
          <a:r>
            <a:rPr lang="en-US"/>
            <a:t>O papel do CommandScheduler</a:t>
          </a:r>
        </a:p>
      </dgm:t>
    </dgm:pt>
    <dgm:pt modelId="{306D21E6-07BF-4372-9984-B4609DB394EF}" type="parTrans" cxnId="{A3B5E3DB-338C-4951-9A03-49EED895C5ED}">
      <dgm:prSet/>
      <dgm:spPr/>
      <dgm:t>
        <a:bodyPr/>
        <a:lstStyle/>
        <a:p>
          <a:endParaRPr lang="en-US"/>
        </a:p>
      </dgm:t>
    </dgm:pt>
    <dgm:pt modelId="{52D4D599-D10E-49E8-8D36-1CF7E7FE113B}" type="sibTrans" cxnId="{A3B5E3DB-338C-4951-9A03-49EED895C5ED}">
      <dgm:prSet/>
      <dgm:spPr/>
      <dgm:t>
        <a:bodyPr/>
        <a:lstStyle/>
        <a:p>
          <a:endParaRPr lang="en-US"/>
        </a:p>
      </dgm:t>
    </dgm:pt>
    <dgm:pt modelId="{BBD3CDAE-2C79-4638-BFF6-ADE525DA2A50}">
      <dgm:prSet/>
      <dgm:spPr/>
      <dgm:t>
        <a:bodyPr/>
        <a:lstStyle/>
        <a:p>
          <a:r>
            <a:rPr lang="en-US"/>
            <a:t>Práticas : Criar Subsistemas e Comandos, métodos auxiliares</a:t>
          </a:r>
        </a:p>
      </dgm:t>
    </dgm:pt>
    <dgm:pt modelId="{FD450155-D70C-458C-BDEF-2874ECF1D68A}" type="parTrans" cxnId="{AFE0C1DD-20B2-4CB4-B658-CADFB7A98F3A}">
      <dgm:prSet/>
      <dgm:spPr/>
      <dgm:t>
        <a:bodyPr/>
        <a:lstStyle/>
        <a:p>
          <a:endParaRPr lang="en-US"/>
        </a:p>
      </dgm:t>
    </dgm:pt>
    <dgm:pt modelId="{7F1B4219-6D45-4C39-9B34-89A37263CAFA}" type="sibTrans" cxnId="{AFE0C1DD-20B2-4CB4-B658-CADFB7A98F3A}">
      <dgm:prSet/>
      <dgm:spPr/>
      <dgm:t>
        <a:bodyPr/>
        <a:lstStyle/>
        <a:p>
          <a:endParaRPr lang="en-US"/>
        </a:p>
      </dgm:t>
    </dgm:pt>
    <dgm:pt modelId="{BF765CD0-ED3A-4070-A416-EFD5363DD105}">
      <dgm:prSet/>
      <dgm:spPr/>
      <dgm:t>
        <a:bodyPr/>
        <a:lstStyle/>
        <a:p>
          <a:r>
            <a:rPr lang="en-US"/>
            <a:t>28/10 – Fundamentos de Controle</a:t>
          </a:r>
        </a:p>
      </dgm:t>
    </dgm:pt>
    <dgm:pt modelId="{B55A23A6-17ED-49FB-A98B-7BFD292FBDD6}" type="parTrans" cxnId="{A2B4988D-AAB3-4C97-A02F-C1BA9BF539C2}">
      <dgm:prSet/>
      <dgm:spPr/>
      <dgm:t>
        <a:bodyPr/>
        <a:lstStyle/>
        <a:p>
          <a:endParaRPr lang="en-US"/>
        </a:p>
      </dgm:t>
    </dgm:pt>
    <dgm:pt modelId="{2807C5AE-4734-464A-B249-E7E976D86834}" type="sibTrans" cxnId="{A2B4988D-AAB3-4C97-A02F-C1BA9BF539C2}">
      <dgm:prSet/>
      <dgm:spPr/>
      <dgm:t>
        <a:bodyPr/>
        <a:lstStyle/>
        <a:p>
          <a:endParaRPr lang="en-US"/>
        </a:p>
      </dgm:t>
    </dgm:pt>
    <dgm:pt modelId="{DE0D83A8-7AE9-4D7C-A236-F23189BC45A8}">
      <dgm:prSet/>
      <dgm:spPr/>
      <dgm:t>
        <a:bodyPr/>
        <a:lstStyle/>
        <a:p>
          <a:r>
            <a:rPr lang="en-US"/>
            <a:t>Controle em malha aberta</a:t>
          </a:r>
        </a:p>
      </dgm:t>
    </dgm:pt>
    <dgm:pt modelId="{89016C79-BC1F-492A-BCD3-4AB183C026E7}" type="parTrans" cxnId="{3494BF06-01F8-4B1E-9D65-7231800D6D49}">
      <dgm:prSet/>
      <dgm:spPr/>
      <dgm:t>
        <a:bodyPr/>
        <a:lstStyle/>
        <a:p>
          <a:endParaRPr lang="en-US"/>
        </a:p>
      </dgm:t>
    </dgm:pt>
    <dgm:pt modelId="{18E0B5AD-A293-4739-808D-2048F017BDF4}" type="sibTrans" cxnId="{3494BF06-01F8-4B1E-9D65-7231800D6D49}">
      <dgm:prSet/>
      <dgm:spPr/>
      <dgm:t>
        <a:bodyPr/>
        <a:lstStyle/>
        <a:p>
          <a:endParaRPr lang="en-US"/>
        </a:p>
      </dgm:t>
    </dgm:pt>
    <dgm:pt modelId="{51352015-04B1-434A-AAC8-92DB7811481A}">
      <dgm:prSet/>
      <dgm:spPr/>
      <dgm:t>
        <a:bodyPr/>
        <a:lstStyle/>
        <a:p>
          <a:r>
            <a:rPr lang="en-US"/>
            <a:t>Controle em malha fechada</a:t>
          </a:r>
        </a:p>
      </dgm:t>
    </dgm:pt>
    <dgm:pt modelId="{25DDE7F8-1368-40D6-B7C9-7EE197CEEDA3}" type="parTrans" cxnId="{DCC40830-0247-4693-99A0-0815654C2FA1}">
      <dgm:prSet/>
      <dgm:spPr/>
      <dgm:t>
        <a:bodyPr/>
        <a:lstStyle/>
        <a:p>
          <a:endParaRPr lang="en-US"/>
        </a:p>
      </dgm:t>
    </dgm:pt>
    <dgm:pt modelId="{A395ECFE-EBDB-44DA-BD37-9FB168ABA5C8}" type="sibTrans" cxnId="{DCC40830-0247-4693-99A0-0815654C2FA1}">
      <dgm:prSet/>
      <dgm:spPr/>
      <dgm:t>
        <a:bodyPr/>
        <a:lstStyle/>
        <a:p>
          <a:endParaRPr lang="en-US"/>
        </a:p>
      </dgm:t>
    </dgm:pt>
    <dgm:pt modelId="{1B000EC0-DCC6-4F80-9490-595F99622D85}">
      <dgm:prSet/>
      <dgm:spPr/>
      <dgm:t>
        <a:bodyPr/>
        <a:lstStyle/>
        <a:p>
          <a:r>
            <a:rPr lang="en-US"/>
            <a:t>PID</a:t>
          </a:r>
        </a:p>
      </dgm:t>
    </dgm:pt>
    <dgm:pt modelId="{45095D0D-C651-4CA4-810D-FAD9D0CD883F}" type="parTrans" cxnId="{9D0087F6-6787-4F96-BE45-0EF25177AB95}">
      <dgm:prSet/>
      <dgm:spPr/>
      <dgm:t>
        <a:bodyPr/>
        <a:lstStyle/>
        <a:p>
          <a:endParaRPr lang="en-US"/>
        </a:p>
      </dgm:t>
    </dgm:pt>
    <dgm:pt modelId="{7C2B7BC1-5BA1-4235-8358-7F397C1FE169}" type="sibTrans" cxnId="{9D0087F6-6787-4F96-BE45-0EF25177AB95}">
      <dgm:prSet/>
      <dgm:spPr/>
      <dgm:t>
        <a:bodyPr/>
        <a:lstStyle/>
        <a:p>
          <a:endParaRPr lang="en-US"/>
        </a:p>
      </dgm:t>
    </dgm:pt>
    <dgm:pt modelId="{4DFF0985-21D9-49EF-8314-7CA9D79BD216}">
      <dgm:prSet/>
      <dgm:spPr/>
      <dgm:t>
        <a:bodyPr/>
        <a:lstStyle/>
        <a:p>
          <a:r>
            <a:rPr lang="en-US"/>
            <a:t>Trapezoid Profile</a:t>
          </a:r>
        </a:p>
      </dgm:t>
    </dgm:pt>
    <dgm:pt modelId="{A4C1475E-B4F4-451C-AB34-2B335E85C115}" type="parTrans" cxnId="{1E2BFADD-98AB-4314-A92D-75C5E44400E4}">
      <dgm:prSet/>
      <dgm:spPr/>
      <dgm:t>
        <a:bodyPr/>
        <a:lstStyle/>
        <a:p>
          <a:endParaRPr lang="en-US"/>
        </a:p>
      </dgm:t>
    </dgm:pt>
    <dgm:pt modelId="{EEDB4F78-6B7A-4A5C-BD54-DA0ADF26B30D}" type="sibTrans" cxnId="{1E2BFADD-98AB-4314-A92D-75C5E44400E4}">
      <dgm:prSet/>
      <dgm:spPr/>
      <dgm:t>
        <a:bodyPr/>
        <a:lstStyle/>
        <a:p>
          <a:endParaRPr lang="en-US"/>
        </a:p>
      </dgm:t>
    </dgm:pt>
    <dgm:pt modelId="{4EFC7D8F-6E11-436A-B084-EAF5C90DC707}">
      <dgm:prSet/>
      <dgm:spPr/>
      <dgm:t>
        <a:bodyPr/>
        <a:lstStyle/>
        <a:p>
          <a:r>
            <a:rPr lang="en-US"/>
            <a:t>Motion Control</a:t>
          </a:r>
        </a:p>
      </dgm:t>
    </dgm:pt>
    <dgm:pt modelId="{42E63CF0-E728-4F48-8E6B-2E4446E56BB1}" type="parTrans" cxnId="{24DD6AEB-575B-40DD-91AB-28C7F97AE9AD}">
      <dgm:prSet/>
      <dgm:spPr/>
      <dgm:t>
        <a:bodyPr/>
        <a:lstStyle/>
        <a:p>
          <a:endParaRPr lang="en-US"/>
        </a:p>
      </dgm:t>
    </dgm:pt>
    <dgm:pt modelId="{095376A9-8782-4FFE-9E50-86DF137FBFC3}" type="sibTrans" cxnId="{24DD6AEB-575B-40DD-91AB-28C7F97AE9AD}">
      <dgm:prSet/>
      <dgm:spPr/>
      <dgm:t>
        <a:bodyPr/>
        <a:lstStyle/>
        <a:p>
          <a:endParaRPr lang="en-US"/>
        </a:p>
      </dgm:t>
    </dgm:pt>
    <dgm:pt modelId="{8324D7AC-24BC-42AB-A4B4-2188B7777EA6}">
      <dgm:prSet/>
      <dgm:spPr/>
      <dgm:t>
        <a:bodyPr/>
        <a:lstStyle/>
        <a:p>
          <a:r>
            <a:rPr lang="en-US"/>
            <a:t>FeedForward</a:t>
          </a:r>
        </a:p>
      </dgm:t>
    </dgm:pt>
    <dgm:pt modelId="{91106C8A-7314-40C8-8835-092A347A2B65}" type="parTrans" cxnId="{DFC6BE17-747A-4442-961A-37409252F586}">
      <dgm:prSet/>
      <dgm:spPr/>
      <dgm:t>
        <a:bodyPr/>
        <a:lstStyle/>
        <a:p>
          <a:endParaRPr lang="en-US"/>
        </a:p>
      </dgm:t>
    </dgm:pt>
    <dgm:pt modelId="{895A39AF-3F9D-46F8-9DAB-2D066656AA61}" type="sibTrans" cxnId="{DFC6BE17-747A-4442-961A-37409252F586}">
      <dgm:prSet/>
      <dgm:spPr/>
      <dgm:t>
        <a:bodyPr/>
        <a:lstStyle/>
        <a:p>
          <a:endParaRPr lang="en-US"/>
        </a:p>
      </dgm:t>
    </dgm:pt>
    <dgm:pt modelId="{304C805D-7894-4167-9303-4CACDE249ADA}">
      <dgm:prSet/>
      <dgm:spPr/>
      <dgm:t>
        <a:bodyPr/>
        <a:lstStyle/>
        <a:p>
          <a:r>
            <a:rPr lang="en-US"/>
            <a:t>Práticas </a:t>
          </a:r>
        </a:p>
      </dgm:t>
    </dgm:pt>
    <dgm:pt modelId="{BA02A592-0BE6-45B0-8ECE-90C54F8B47D9}" type="parTrans" cxnId="{D2AE977C-B90B-4EB3-8546-B06CCE91F2CC}">
      <dgm:prSet/>
      <dgm:spPr/>
      <dgm:t>
        <a:bodyPr/>
        <a:lstStyle/>
        <a:p>
          <a:endParaRPr lang="en-US"/>
        </a:p>
      </dgm:t>
    </dgm:pt>
    <dgm:pt modelId="{833D285A-7A3D-47E3-98F4-B6E95CE490E8}" type="sibTrans" cxnId="{D2AE977C-B90B-4EB3-8546-B06CCE91F2CC}">
      <dgm:prSet/>
      <dgm:spPr/>
      <dgm:t>
        <a:bodyPr/>
        <a:lstStyle/>
        <a:p>
          <a:endParaRPr lang="en-US"/>
        </a:p>
      </dgm:t>
    </dgm:pt>
    <dgm:pt modelId="{3CCDD1BE-C010-4431-97D5-720AA97CDCFA}">
      <dgm:prSet/>
      <dgm:spPr/>
      <dgm:t>
        <a:bodyPr/>
        <a:lstStyle/>
        <a:p>
          <a:r>
            <a:rPr lang="en-US"/>
            <a:t>29/10 – OmniDrive</a:t>
          </a:r>
        </a:p>
      </dgm:t>
    </dgm:pt>
    <dgm:pt modelId="{E2A08278-BDD0-4096-9693-DBEA3C1DFAA6}" type="parTrans" cxnId="{1B260CA5-21DF-4E54-BF8C-AE39D8DD44D6}">
      <dgm:prSet/>
      <dgm:spPr/>
      <dgm:t>
        <a:bodyPr/>
        <a:lstStyle/>
        <a:p>
          <a:endParaRPr lang="en-US"/>
        </a:p>
      </dgm:t>
    </dgm:pt>
    <dgm:pt modelId="{C6404911-A1D1-45C5-9BC0-F4CB5951D0B4}" type="sibTrans" cxnId="{1B260CA5-21DF-4E54-BF8C-AE39D8DD44D6}">
      <dgm:prSet/>
      <dgm:spPr/>
      <dgm:t>
        <a:bodyPr/>
        <a:lstStyle/>
        <a:p>
          <a:endParaRPr lang="en-US"/>
        </a:p>
      </dgm:t>
    </dgm:pt>
    <dgm:pt modelId="{5C4C1A1E-6A5E-46F4-A69B-8C4E52FB7F9F}">
      <dgm:prSet/>
      <dgm:spPr/>
      <dgm:t>
        <a:bodyPr/>
        <a:lstStyle/>
        <a:p>
          <a:r>
            <a:rPr lang="en-US"/>
            <a:t>Odometria</a:t>
          </a:r>
        </a:p>
      </dgm:t>
    </dgm:pt>
    <dgm:pt modelId="{7AAF7E0A-E61E-4318-8DEE-8CBD0623ED54}" type="parTrans" cxnId="{E180CE0C-757F-4E96-82B8-29769FC25985}">
      <dgm:prSet/>
      <dgm:spPr/>
      <dgm:t>
        <a:bodyPr/>
        <a:lstStyle/>
        <a:p>
          <a:endParaRPr lang="en-US"/>
        </a:p>
      </dgm:t>
    </dgm:pt>
    <dgm:pt modelId="{2128BC2A-66A3-488B-BC3F-E62BAFDE3BD0}" type="sibTrans" cxnId="{E180CE0C-757F-4E96-82B8-29769FC25985}">
      <dgm:prSet/>
      <dgm:spPr/>
      <dgm:t>
        <a:bodyPr/>
        <a:lstStyle/>
        <a:p>
          <a:endParaRPr lang="en-US"/>
        </a:p>
      </dgm:t>
    </dgm:pt>
    <dgm:pt modelId="{3DA96AB3-32C1-4322-A0E8-253A268D801A}">
      <dgm:prSet/>
      <dgm:spPr/>
      <dgm:t>
        <a:bodyPr/>
        <a:lstStyle/>
        <a:p>
          <a:r>
            <a:rPr lang="en-US"/>
            <a:t>Cinematica Direta e Inversa</a:t>
          </a:r>
        </a:p>
      </dgm:t>
    </dgm:pt>
    <dgm:pt modelId="{2B26CC62-6D24-4BDE-BD4D-278A267A8AB9}" type="parTrans" cxnId="{823BDD26-7900-408E-8342-4E070E5F58D7}">
      <dgm:prSet/>
      <dgm:spPr/>
      <dgm:t>
        <a:bodyPr/>
        <a:lstStyle/>
        <a:p>
          <a:endParaRPr lang="en-US"/>
        </a:p>
      </dgm:t>
    </dgm:pt>
    <dgm:pt modelId="{86075F45-248F-4B9F-BDD3-35EFA91E25E6}" type="sibTrans" cxnId="{823BDD26-7900-408E-8342-4E070E5F58D7}">
      <dgm:prSet/>
      <dgm:spPr/>
      <dgm:t>
        <a:bodyPr/>
        <a:lstStyle/>
        <a:p>
          <a:endParaRPr lang="en-US"/>
        </a:p>
      </dgm:t>
    </dgm:pt>
    <dgm:pt modelId="{84F1AED1-84EC-4CF7-9466-BC0646D44AF0}">
      <dgm:prSet/>
      <dgm:spPr/>
      <dgm:t>
        <a:bodyPr/>
        <a:lstStyle/>
        <a:p>
          <a:r>
            <a:rPr lang="en-US"/>
            <a:t>Autonomos</a:t>
          </a:r>
        </a:p>
      </dgm:t>
    </dgm:pt>
    <dgm:pt modelId="{2994BF62-F78A-4DC0-A14A-2DE14636222A}" type="parTrans" cxnId="{3C360959-6BD8-4CEB-9B42-B76A4FD6C7F7}">
      <dgm:prSet/>
      <dgm:spPr/>
      <dgm:t>
        <a:bodyPr/>
        <a:lstStyle/>
        <a:p>
          <a:endParaRPr lang="en-US"/>
        </a:p>
      </dgm:t>
    </dgm:pt>
    <dgm:pt modelId="{23D4389C-60E7-4467-B7DD-1A622B1CD061}" type="sibTrans" cxnId="{3C360959-6BD8-4CEB-9B42-B76A4FD6C7F7}">
      <dgm:prSet/>
      <dgm:spPr/>
      <dgm:t>
        <a:bodyPr/>
        <a:lstStyle/>
        <a:p>
          <a:endParaRPr lang="en-US"/>
        </a:p>
      </dgm:t>
    </dgm:pt>
    <dgm:pt modelId="{F17B2247-87B0-4289-A852-CA6214667E13}">
      <dgm:prSet/>
      <dgm:spPr/>
      <dgm:t>
        <a:bodyPr/>
        <a:lstStyle/>
        <a:p>
          <a:r>
            <a:rPr lang="en-US"/>
            <a:t>Dúvida</a:t>
          </a:r>
        </a:p>
      </dgm:t>
    </dgm:pt>
    <dgm:pt modelId="{7D87879E-F4C0-40ED-8E4C-77AD02B2A682}" type="parTrans" cxnId="{730E2B59-5061-4E1D-9B44-CB39549B6B34}">
      <dgm:prSet/>
      <dgm:spPr/>
      <dgm:t>
        <a:bodyPr/>
        <a:lstStyle/>
        <a:p>
          <a:endParaRPr lang="en-US"/>
        </a:p>
      </dgm:t>
    </dgm:pt>
    <dgm:pt modelId="{6CE05844-6BB9-4F6F-AA38-104F5534A243}" type="sibTrans" cxnId="{730E2B59-5061-4E1D-9B44-CB39549B6B34}">
      <dgm:prSet/>
      <dgm:spPr/>
      <dgm:t>
        <a:bodyPr/>
        <a:lstStyle/>
        <a:p>
          <a:endParaRPr lang="en-US"/>
        </a:p>
      </dgm:t>
    </dgm:pt>
    <dgm:pt modelId="{3E53B79E-E8B6-421F-BB2A-00D331AAB2BD}">
      <dgm:prSet/>
      <dgm:spPr/>
      <dgm:t>
        <a:bodyPr/>
        <a:lstStyle/>
        <a:p>
          <a:r>
            <a:rPr lang="en-US"/>
            <a:t>30/10 – Práticas e tira dúvidas</a:t>
          </a:r>
        </a:p>
      </dgm:t>
    </dgm:pt>
    <dgm:pt modelId="{976E98B7-6B15-40EA-B515-412E7229F3CD}" type="parTrans" cxnId="{8CBD044A-BF68-43C9-B788-C0F7A00E2C4C}">
      <dgm:prSet/>
      <dgm:spPr/>
      <dgm:t>
        <a:bodyPr/>
        <a:lstStyle/>
        <a:p>
          <a:endParaRPr lang="en-US"/>
        </a:p>
      </dgm:t>
    </dgm:pt>
    <dgm:pt modelId="{65104E53-4A28-4E3C-A52D-CC995886C004}" type="sibTrans" cxnId="{8CBD044A-BF68-43C9-B788-C0F7A00E2C4C}">
      <dgm:prSet/>
      <dgm:spPr/>
      <dgm:t>
        <a:bodyPr/>
        <a:lstStyle/>
        <a:p>
          <a:endParaRPr lang="en-US"/>
        </a:p>
      </dgm:t>
    </dgm:pt>
    <dgm:pt modelId="{83F15135-DCF0-4F3B-8CEB-FE22C219FF5D}" type="pres">
      <dgm:prSet presAssocID="{662C715E-0382-4A20-926C-35C5F84F4204}" presName="linear" presStyleCnt="0">
        <dgm:presLayoutVars>
          <dgm:animLvl val="lvl"/>
          <dgm:resizeHandles val="exact"/>
        </dgm:presLayoutVars>
      </dgm:prSet>
      <dgm:spPr/>
    </dgm:pt>
    <dgm:pt modelId="{8A17A485-E3C5-4CC8-B887-42B41043EB73}" type="pres">
      <dgm:prSet presAssocID="{B7E4DD97-410F-46A7-9382-34192AACE2D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124A103-9BEE-4557-A73A-7D1D1410368F}" type="pres">
      <dgm:prSet presAssocID="{B7E4DD97-410F-46A7-9382-34192AACE2D1}" presName="childText" presStyleLbl="revTx" presStyleIdx="0" presStyleCnt="4">
        <dgm:presLayoutVars>
          <dgm:bulletEnabled val="1"/>
        </dgm:presLayoutVars>
      </dgm:prSet>
      <dgm:spPr/>
    </dgm:pt>
    <dgm:pt modelId="{856A9FE5-1B6B-45B3-8D5E-D71A8FD18386}" type="pres">
      <dgm:prSet presAssocID="{6D0FFE17-E13F-4BDA-B0EB-2150C26F772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08B7C44-CD98-4D6C-9DFD-EBBD92E84F1B}" type="pres">
      <dgm:prSet presAssocID="{6D0FFE17-E13F-4BDA-B0EB-2150C26F7720}" presName="childText" presStyleLbl="revTx" presStyleIdx="1" presStyleCnt="4">
        <dgm:presLayoutVars>
          <dgm:bulletEnabled val="1"/>
        </dgm:presLayoutVars>
      </dgm:prSet>
      <dgm:spPr/>
    </dgm:pt>
    <dgm:pt modelId="{C5607FC3-86E0-4128-A2D1-697EE4BC706D}" type="pres">
      <dgm:prSet presAssocID="{BF765CD0-ED3A-4070-A416-EFD5363DD10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344B01B-916C-4245-A173-80CEB1F18396}" type="pres">
      <dgm:prSet presAssocID="{BF765CD0-ED3A-4070-A416-EFD5363DD105}" presName="childText" presStyleLbl="revTx" presStyleIdx="2" presStyleCnt="4">
        <dgm:presLayoutVars>
          <dgm:bulletEnabled val="1"/>
        </dgm:presLayoutVars>
      </dgm:prSet>
      <dgm:spPr/>
    </dgm:pt>
    <dgm:pt modelId="{06F044AC-83E7-4A54-90FB-7E5480A49F04}" type="pres">
      <dgm:prSet presAssocID="{3CCDD1BE-C010-4431-97D5-720AA97CDCF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5DB1041-F230-4C26-B06B-445D44F7F61C}" type="pres">
      <dgm:prSet presAssocID="{3CCDD1BE-C010-4431-97D5-720AA97CDCFA}" presName="childText" presStyleLbl="revTx" presStyleIdx="3" presStyleCnt="4">
        <dgm:presLayoutVars>
          <dgm:bulletEnabled val="1"/>
        </dgm:presLayoutVars>
      </dgm:prSet>
      <dgm:spPr/>
    </dgm:pt>
    <dgm:pt modelId="{24EC4FAA-E6AB-42E0-8FB5-70811ABBA819}" type="pres">
      <dgm:prSet presAssocID="{3E53B79E-E8B6-421F-BB2A-00D331AAB2B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1406A05-D6F7-4E92-B9BF-5F2CCA626CF3}" type="presOf" srcId="{274632ED-DB9E-4105-9A7B-9F208FCEFB87}" destId="{408B7C44-CD98-4D6C-9DFD-EBBD92E84F1B}" srcOrd="0" destOrd="4" presId="urn:microsoft.com/office/officeart/2005/8/layout/vList2"/>
    <dgm:cxn modelId="{3494BF06-01F8-4B1E-9D65-7231800D6D49}" srcId="{BF765CD0-ED3A-4070-A416-EFD5363DD105}" destId="{DE0D83A8-7AE9-4D7C-A236-F23189BC45A8}" srcOrd="0" destOrd="0" parTransId="{89016C79-BC1F-492A-BCD3-4AB183C026E7}" sibTransId="{18E0B5AD-A293-4739-808D-2048F017BDF4}"/>
    <dgm:cxn modelId="{E180CE0C-757F-4E96-82B8-29769FC25985}" srcId="{3CCDD1BE-C010-4431-97D5-720AA97CDCFA}" destId="{5C4C1A1E-6A5E-46F4-A69B-8C4E52FB7F9F}" srcOrd="0" destOrd="0" parTransId="{7AAF7E0A-E61E-4318-8DEE-8CBD0623ED54}" sibTransId="{2128BC2A-66A3-488B-BC3F-E62BAFDE3BD0}"/>
    <dgm:cxn modelId="{E6390D12-D21F-4B77-895E-305A18689C0A}" type="presOf" srcId="{51352015-04B1-434A-AAC8-92DB7811481A}" destId="{7344B01B-916C-4245-A173-80CEB1F18396}" srcOrd="0" destOrd="1" presId="urn:microsoft.com/office/officeart/2005/8/layout/vList2"/>
    <dgm:cxn modelId="{DFC6BE17-747A-4442-961A-37409252F586}" srcId="{BF765CD0-ED3A-4070-A416-EFD5363DD105}" destId="{8324D7AC-24BC-42AB-A4B4-2188B7777EA6}" srcOrd="5" destOrd="0" parTransId="{91106C8A-7314-40C8-8835-092A347A2B65}" sibTransId="{895A39AF-3F9D-46F8-9DAB-2D066656AA61}"/>
    <dgm:cxn modelId="{EC6C851F-5A3F-4203-AEAA-38E6C06567FA}" type="presOf" srcId="{BF765CD0-ED3A-4070-A416-EFD5363DD105}" destId="{C5607FC3-86E0-4128-A2D1-697EE4BC706D}" srcOrd="0" destOrd="0" presId="urn:microsoft.com/office/officeart/2005/8/layout/vList2"/>
    <dgm:cxn modelId="{823BDD26-7900-408E-8342-4E070E5F58D7}" srcId="{3CCDD1BE-C010-4431-97D5-720AA97CDCFA}" destId="{3DA96AB3-32C1-4322-A0E8-253A268D801A}" srcOrd="1" destOrd="0" parTransId="{2B26CC62-6D24-4BDE-BD4D-278A267A8AB9}" sibTransId="{86075F45-248F-4B9F-BDD3-35EFA91E25E6}"/>
    <dgm:cxn modelId="{A428B729-F038-440A-B0A4-A26DA439D072}" type="presOf" srcId="{4EFC7D8F-6E11-436A-B084-EAF5C90DC707}" destId="{7344B01B-916C-4245-A173-80CEB1F18396}" srcOrd="0" destOrd="4" presId="urn:microsoft.com/office/officeart/2005/8/layout/vList2"/>
    <dgm:cxn modelId="{DCC40830-0247-4693-99A0-0815654C2FA1}" srcId="{BF765CD0-ED3A-4070-A416-EFD5363DD105}" destId="{51352015-04B1-434A-AAC8-92DB7811481A}" srcOrd="1" destOrd="0" parTransId="{25DDE7F8-1368-40D6-B7C9-7EE197CEEDA3}" sibTransId="{A395ECFE-EBDB-44DA-BD37-9FB168ABA5C8}"/>
    <dgm:cxn modelId="{F0E26862-ABC8-4E1A-ABD4-28D00AF7E6C1}" type="presOf" srcId="{DB4B688C-B824-4D60-8F87-786DE2244880}" destId="{408B7C44-CD98-4D6C-9DFD-EBBD92E84F1B}" srcOrd="0" destOrd="1" presId="urn:microsoft.com/office/officeart/2005/8/layout/vList2"/>
    <dgm:cxn modelId="{9B127B65-B18F-438E-9D6D-64BA2224831A}" type="presOf" srcId="{6D0FFE17-E13F-4BDA-B0EB-2150C26F7720}" destId="{856A9FE5-1B6B-45B3-8D5E-D71A8FD18386}" srcOrd="0" destOrd="0" presId="urn:microsoft.com/office/officeart/2005/8/layout/vList2"/>
    <dgm:cxn modelId="{2629AF67-39E2-4F23-A63D-8C4C45322394}" type="presOf" srcId="{DE0D83A8-7AE9-4D7C-A236-F23189BC45A8}" destId="{7344B01B-916C-4245-A173-80CEB1F18396}" srcOrd="0" destOrd="0" presId="urn:microsoft.com/office/officeart/2005/8/layout/vList2"/>
    <dgm:cxn modelId="{B39A9C69-E820-4587-AD20-ABE207CED396}" srcId="{662C715E-0382-4A20-926C-35C5F84F4204}" destId="{6D0FFE17-E13F-4BDA-B0EB-2150C26F7720}" srcOrd="1" destOrd="0" parTransId="{B380A12B-095B-4F09-BE03-E8A8415E9482}" sibTransId="{DB8C63C9-E657-46FE-929C-76C17ADFC071}"/>
    <dgm:cxn modelId="{8CBD044A-BF68-43C9-B788-C0F7A00E2C4C}" srcId="{662C715E-0382-4A20-926C-35C5F84F4204}" destId="{3E53B79E-E8B6-421F-BB2A-00D331AAB2BD}" srcOrd="4" destOrd="0" parTransId="{976E98B7-6B15-40EA-B515-412E7229F3CD}" sibTransId="{65104E53-4A28-4E3C-A52D-CC995886C004}"/>
    <dgm:cxn modelId="{667CCC51-2BDC-4756-B719-CAF8CE2E11F2}" type="presOf" srcId="{662C715E-0382-4A20-926C-35C5F84F4204}" destId="{83F15135-DCF0-4F3B-8CEB-FE22C219FF5D}" srcOrd="0" destOrd="0" presId="urn:microsoft.com/office/officeart/2005/8/layout/vList2"/>
    <dgm:cxn modelId="{F41D8258-D029-4785-9EFB-1A6C95B307C1}" type="presOf" srcId="{5C4C1A1E-6A5E-46F4-A69B-8C4E52FB7F9F}" destId="{A5DB1041-F230-4C26-B06B-445D44F7F61C}" srcOrd="0" destOrd="0" presId="urn:microsoft.com/office/officeart/2005/8/layout/vList2"/>
    <dgm:cxn modelId="{3C360959-6BD8-4CEB-9B42-B76A4FD6C7F7}" srcId="{3CCDD1BE-C010-4431-97D5-720AA97CDCFA}" destId="{84F1AED1-84EC-4CF7-9466-BC0646D44AF0}" srcOrd="2" destOrd="0" parTransId="{2994BF62-F78A-4DC0-A14A-2DE14636222A}" sibTransId="{23D4389C-60E7-4467-B7DD-1A622B1CD061}"/>
    <dgm:cxn modelId="{730E2B59-5061-4E1D-9B44-CB39549B6B34}" srcId="{3CCDD1BE-C010-4431-97D5-720AA97CDCFA}" destId="{F17B2247-87B0-4289-A852-CA6214667E13}" srcOrd="3" destOrd="0" parTransId="{7D87879E-F4C0-40ED-8E4C-77AD02B2A682}" sibTransId="{6CE05844-6BB9-4F6F-AA38-104F5534A243}"/>
    <dgm:cxn modelId="{8FB84959-4A77-45ED-83B2-658DB4D82736}" srcId="{6D0FFE17-E13F-4BDA-B0EB-2150C26F7720}" destId="{DB4B688C-B824-4D60-8F87-786DE2244880}" srcOrd="1" destOrd="0" parTransId="{36CEA972-49C9-4458-BE44-A28385E87338}" sibTransId="{01787700-3B2D-47CE-A35B-0E177C7B7CAD}"/>
    <dgm:cxn modelId="{3262A179-59FA-4445-8FC4-B1AB0227246E}" srcId="{B7E4DD97-410F-46A7-9382-34192AACE2D1}" destId="{56AC629D-D6DA-48C9-BE70-DA66D234427E}" srcOrd="0" destOrd="0" parTransId="{6E5B4E1A-66A9-4037-A5E7-598D82D7876C}" sibTransId="{A34D78E1-9A49-458C-9C5A-8FED2FD97F8B}"/>
    <dgm:cxn modelId="{D2AE977C-B90B-4EB3-8546-B06CCE91F2CC}" srcId="{BF765CD0-ED3A-4070-A416-EFD5363DD105}" destId="{304C805D-7894-4167-9303-4CACDE249ADA}" srcOrd="6" destOrd="0" parTransId="{BA02A592-0BE6-45B0-8ECE-90C54F8B47D9}" sibTransId="{833D285A-7A3D-47E3-98F4-B6E95CE490E8}"/>
    <dgm:cxn modelId="{7EDCC186-8751-463F-839B-EA18E067EF75}" srcId="{6D0FFE17-E13F-4BDA-B0EB-2150C26F7720}" destId="{783D4D04-0375-4930-9294-F959B32F6816}" srcOrd="3" destOrd="0" parTransId="{61B6BB45-B3B9-4AF4-8BB8-51A9B2889CED}" sibTransId="{7CDDED8C-33CE-42E5-A196-1EAE704ACF90}"/>
    <dgm:cxn modelId="{C8D1158A-8733-4CAC-B3D6-BA668328F2BD}" type="presOf" srcId="{56AC629D-D6DA-48C9-BE70-DA66D234427E}" destId="{5124A103-9BEE-4557-A73A-7D1D1410368F}" srcOrd="0" destOrd="0" presId="urn:microsoft.com/office/officeart/2005/8/layout/vList2"/>
    <dgm:cxn modelId="{68344F8B-F442-499E-B1C9-4350D3DEAB6A}" type="presOf" srcId="{8324D7AC-24BC-42AB-A4B4-2188B7777EA6}" destId="{7344B01B-916C-4245-A173-80CEB1F18396}" srcOrd="0" destOrd="5" presId="urn:microsoft.com/office/officeart/2005/8/layout/vList2"/>
    <dgm:cxn modelId="{393E718C-1104-4055-B755-B934764652E9}" srcId="{6D0FFE17-E13F-4BDA-B0EB-2150C26F7720}" destId="{2E0BED99-0597-49C3-B260-59FE008830F2}" srcOrd="2" destOrd="0" parTransId="{061B3D76-13A1-429E-9A4C-DFDFAAFAF8D5}" sibTransId="{A45B0942-1F9C-4A18-9C8C-6AFEE5D73BB7}"/>
    <dgm:cxn modelId="{A2B4988D-AAB3-4C97-A02F-C1BA9BF539C2}" srcId="{662C715E-0382-4A20-926C-35C5F84F4204}" destId="{BF765CD0-ED3A-4070-A416-EFD5363DD105}" srcOrd="2" destOrd="0" parTransId="{B55A23A6-17ED-49FB-A98B-7BFD292FBDD6}" sibTransId="{2807C5AE-4734-464A-B249-E7E976D86834}"/>
    <dgm:cxn modelId="{C794308E-7E80-4660-A7A0-138B9FDB662E}" srcId="{6D0FFE17-E13F-4BDA-B0EB-2150C26F7720}" destId="{7450D92D-FB69-4C96-92AC-62A0A32AF128}" srcOrd="0" destOrd="0" parTransId="{2DFB8EE2-C537-444E-B869-F427BC68D698}" sibTransId="{31F3C795-F423-4EFE-983E-68B8037CFDD5}"/>
    <dgm:cxn modelId="{7D698790-6C27-403A-81E7-DAC6D9270BBD}" type="presOf" srcId="{BBD3CDAE-2C79-4638-BFF6-ADE525DA2A50}" destId="{408B7C44-CD98-4D6C-9DFD-EBBD92E84F1B}" srcOrd="0" destOrd="5" presId="urn:microsoft.com/office/officeart/2005/8/layout/vList2"/>
    <dgm:cxn modelId="{67AF4993-0039-477B-8F54-512FC2A28FD8}" type="presOf" srcId="{4DFF0985-21D9-49EF-8314-7CA9D79BD216}" destId="{7344B01B-916C-4245-A173-80CEB1F18396}" srcOrd="0" destOrd="3" presId="urn:microsoft.com/office/officeart/2005/8/layout/vList2"/>
    <dgm:cxn modelId="{FAB40D98-2B77-498A-B2C0-1ECFA1E10354}" type="presOf" srcId="{84F1AED1-84EC-4CF7-9466-BC0646D44AF0}" destId="{A5DB1041-F230-4C26-B06B-445D44F7F61C}" srcOrd="0" destOrd="2" presId="urn:microsoft.com/office/officeart/2005/8/layout/vList2"/>
    <dgm:cxn modelId="{1B260CA5-21DF-4E54-BF8C-AE39D8DD44D6}" srcId="{662C715E-0382-4A20-926C-35C5F84F4204}" destId="{3CCDD1BE-C010-4431-97D5-720AA97CDCFA}" srcOrd="3" destOrd="0" parTransId="{E2A08278-BDD0-4096-9693-DBEA3C1DFAA6}" sibTransId="{C6404911-A1D1-45C5-9BC0-F4CB5951D0B4}"/>
    <dgm:cxn modelId="{F08BFAA9-587C-47AA-980F-6E9F2506612E}" srcId="{662C715E-0382-4A20-926C-35C5F84F4204}" destId="{B7E4DD97-410F-46A7-9382-34192AACE2D1}" srcOrd="0" destOrd="0" parTransId="{22338E11-A2A2-4428-B96E-FEA24716CEF8}" sibTransId="{1D449A78-B174-4C36-8D0D-0793811DA698}"/>
    <dgm:cxn modelId="{6A1EF0AE-8350-4F62-99BD-4FDFDE638481}" type="presOf" srcId="{783D4D04-0375-4930-9294-F959B32F6816}" destId="{408B7C44-CD98-4D6C-9DFD-EBBD92E84F1B}" srcOrd="0" destOrd="3" presId="urn:microsoft.com/office/officeart/2005/8/layout/vList2"/>
    <dgm:cxn modelId="{45446CBD-1AE9-43F6-B385-88652EE720F8}" type="presOf" srcId="{F17B2247-87B0-4289-A852-CA6214667E13}" destId="{A5DB1041-F230-4C26-B06B-445D44F7F61C}" srcOrd="0" destOrd="3" presId="urn:microsoft.com/office/officeart/2005/8/layout/vList2"/>
    <dgm:cxn modelId="{B619FCCE-362A-4E8B-96BB-CF209D1FC135}" type="presOf" srcId="{2E0BED99-0597-49C3-B260-59FE008830F2}" destId="{408B7C44-CD98-4D6C-9DFD-EBBD92E84F1B}" srcOrd="0" destOrd="2" presId="urn:microsoft.com/office/officeart/2005/8/layout/vList2"/>
    <dgm:cxn modelId="{8EF0E2D9-70F4-4D94-918D-B234629D81F4}" type="presOf" srcId="{3E53B79E-E8B6-421F-BB2A-00D331AAB2BD}" destId="{24EC4FAA-E6AB-42E0-8FB5-70811ABBA819}" srcOrd="0" destOrd="0" presId="urn:microsoft.com/office/officeart/2005/8/layout/vList2"/>
    <dgm:cxn modelId="{A3B5E3DB-338C-4951-9A03-49EED895C5ED}" srcId="{6D0FFE17-E13F-4BDA-B0EB-2150C26F7720}" destId="{274632ED-DB9E-4105-9A7B-9F208FCEFB87}" srcOrd="4" destOrd="0" parTransId="{306D21E6-07BF-4372-9984-B4609DB394EF}" sibTransId="{52D4D599-D10E-49E8-8D36-1CF7E7FE113B}"/>
    <dgm:cxn modelId="{AFE0C1DD-20B2-4CB4-B658-CADFB7A98F3A}" srcId="{6D0FFE17-E13F-4BDA-B0EB-2150C26F7720}" destId="{BBD3CDAE-2C79-4638-BFF6-ADE525DA2A50}" srcOrd="5" destOrd="0" parTransId="{FD450155-D70C-458C-BDEF-2874ECF1D68A}" sibTransId="{7F1B4219-6D45-4C39-9B34-89A37263CAFA}"/>
    <dgm:cxn modelId="{1E2BFADD-98AB-4314-A92D-75C5E44400E4}" srcId="{BF765CD0-ED3A-4070-A416-EFD5363DD105}" destId="{4DFF0985-21D9-49EF-8314-7CA9D79BD216}" srcOrd="3" destOrd="0" parTransId="{A4C1475E-B4F4-451C-AB34-2B335E85C115}" sibTransId="{EEDB4F78-6B7A-4A5C-BD54-DA0ADF26B30D}"/>
    <dgm:cxn modelId="{95566DE7-4276-4D6E-9336-0917F9BF01D4}" type="presOf" srcId="{B7E4DD97-410F-46A7-9382-34192AACE2D1}" destId="{8A17A485-E3C5-4CC8-B887-42B41043EB73}" srcOrd="0" destOrd="0" presId="urn:microsoft.com/office/officeart/2005/8/layout/vList2"/>
    <dgm:cxn modelId="{24DD6AEB-575B-40DD-91AB-28C7F97AE9AD}" srcId="{BF765CD0-ED3A-4070-A416-EFD5363DD105}" destId="{4EFC7D8F-6E11-436A-B084-EAF5C90DC707}" srcOrd="4" destOrd="0" parTransId="{42E63CF0-E728-4F48-8E6B-2E4446E56BB1}" sibTransId="{095376A9-8782-4FFE-9E50-86DF137FBFC3}"/>
    <dgm:cxn modelId="{F625D3F0-EF8A-4FF8-97BE-FAA2F6BE090A}" type="presOf" srcId="{3CCDD1BE-C010-4431-97D5-720AA97CDCFA}" destId="{06F044AC-83E7-4A54-90FB-7E5480A49F04}" srcOrd="0" destOrd="0" presId="urn:microsoft.com/office/officeart/2005/8/layout/vList2"/>
    <dgm:cxn modelId="{86B88DF1-F3F7-40C7-98C0-E4F24861563C}" type="presOf" srcId="{3DA96AB3-32C1-4322-A0E8-253A268D801A}" destId="{A5DB1041-F230-4C26-B06B-445D44F7F61C}" srcOrd="0" destOrd="1" presId="urn:microsoft.com/office/officeart/2005/8/layout/vList2"/>
    <dgm:cxn modelId="{CF0FBBF2-39E9-4AA5-B84D-8ADC6267FEAA}" type="presOf" srcId="{304C805D-7894-4167-9303-4CACDE249ADA}" destId="{7344B01B-916C-4245-A173-80CEB1F18396}" srcOrd="0" destOrd="6" presId="urn:microsoft.com/office/officeart/2005/8/layout/vList2"/>
    <dgm:cxn modelId="{E9EB13F3-6F4D-4B74-84D8-C6AD8CCA7717}" type="presOf" srcId="{7450D92D-FB69-4C96-92AC-62A0A32AF128}" destId="{408B7C44-CD98-4D6C-9DFD-EBBD92E84F1B}" srcOrd="0" destOrd="0" presId="urn:microsoft.com/office/officeart/2005/8/layout/vList2"/>
    <dgm:cxn modelId="{2A41E7F5-4E85-4A3B-9E56-7EF1213B7FF3}" type="presOf" srcId="{1B000EC0-DCC6-4F80-9490-595F99622D85}" destId="{7344B01B-916C-4245-A173-80CEB1F18396}" srcOrd="0" destOrd="2" presId="urn:microsoft.com/office/officeart/2005/8/layout/vList2"/>
    <dgm:cxn modelId="{9D0087F6-6787-4F96-BE45-0EF25177AB95}" srcId="{BF765CD0-ED3A-4070-A416-EFD5363DD105}" destId="{1B000EC0-DCC6-4F80-9490-595F99622D85}" srcOrd="2" destOrd="0" parTransId="{45095D0D-C651-4CA4-810D-FAD9D0CD883F}" sibTransId="{7C2B7BC1-5BA1-4235-8358-7F397C1FE169}"/>
    <dgm:cxn modelId="{635D21BF-3CA1-442A-BF10-3A7B30E108DE}" type="presParOf" srcId="{83F15135-DCF0-4F3B-8CEB-FE22C219FF5D}" destId="{8A17A485-E3C5-4CC8-B887-42B41043EB73}" srcOrd="0" destOrd="0" presId="urn:microsoft.com/office/officeart/2005/8/layout/vList2"/>
    <dgm:cxn modelId="{298F44DB-76D8-4C94-B1F7-CFB4C75A9413}" type="presParOf" srcId="{83F15135-DCF0-4F3B-8CEB-FE22C219FF5D}" destId="{5124A103-9BEE-4557-A73A-7D1D1410368F}" srcOrd="1" destOrd="0" presId="urn:microsoft.com/office/officeart/2005/8/layout/vList2"/>
    <dgm:cxn modelId="{3E39FD02-E5DC-464C-AFCE-4025050FBBB9}" type="presParOf" srcId="{83F15135-DCF0-4F3B-8CEB-FE22C219FF5D}" destId="{856A9FE5-1B6B-45B3-8D5E-D71A8FD18386}" srcOrd="2" destOrd="0" presId="urn:microsoft.com/office/officeart/2005/8/layout/vList2"/>
    <dgm:cxn modelId="{B34BCA32-F9F1-490F-9CA7-5AB7C9F2D220}" type="presParOf" srcId="{83F15135-DCF0-4F3B-8CEB-FE22C219FF5D}" destId="{408B7C44-CD98-4D6C-9DFD-EBBD92E84F1B}" srcOrd="3" destOrd="0" presId="urn:microsoft.com/office/officeart/2005/8/layout/vList2"/>
    <dgm:cxn modelId="{F5F361FF-ED7D-4C91-9F96-7965F2C14C69}" type="presParOf" srcId="{83F15135-DCF0-4F3B-8CEB-FE22C219FF5D}" destId="{C5607FC3-86E0-4128-A2D1-697EE4BC706D}" srcOrd="4" destOrd="0" presId="urn:microsoft.com/office/officeart/2005/8/layout/vList2"/>
    <dgm:cxn modelId="{E8D63164-4BB1-4667-B970-7C2A11AB8AE6}" type="presParOf" srcId="{83F15135-DCF0-4F3B-8CEB-FE22C219FF5D}" destId="{7344B01B-916C-4245-A173-80CEB1F18396}" srcOrd="5" destOrd="0" presId="urn:microsoft.com/office/officeart/2005/8/layout/vList2"/>
    <dgm:cxn modelId="{EEFC033B-33F9-40BB-A212-C6264905FE55}" type="presParOf" srcId="{83F15135-DCF0-4F3B-8CEB-FE22C219FF5D}" destId="{06F044AC-83E7-4A54-90FB-7E5480A49F04}" srcOrd="6" destOrd="0" presId="urn:microsoft.com/office/officeart/2005/8/layout/vList2"/>
    <dgm:cxn modelId="{342D7A09-FA99-44C1-8E21-81453B964A4E}" type="presParOf" srcId="{83F15135-DCF0-4F3B-8CEB-FE22C219FF5D}" destId="{A5DB1041-F230-4C26-B06B-445D44F7F61C}" srcOrd="7" destOrd="0" presId="urn:microsoft.com/office/officeart/2005/8/layout/vList2"/>
    <dgm:cxn modelId="{1E6B4EBB-8A86-481D-91EA-E559A9EF79E2}" type="presParOf" srcId="{83F15135-DCF0-4F3B-8CEB-FE22C219FF5D}" destId="{24EC4FAA-E6AB-42E0-8FB5-70811ABBA81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5E3BB1-99BD-4908-AEE5-3F305D7A2FD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4A150B0-46E3-4E55-BDD9-BB1B8257219F}">
      <dgm:prSet/>
      <dgm:spPr/>
      <dgm:t>
        <a:bodyPr/>
        <a:lstStyle/>
        <a:p>
          <a:r>
            <a:rPr lang="en-US" b="1"/>
            <a:t>10 anos - Indústria</a:t>
          </a:r>
          <a:endParaRPr lang="en-US"/>
        </a:p>
      </dgm:t>
    </dgm:pt>
    <dgm:pt modelId="{37E6D4C5-F452-4412-AB37-F66F6B19AD62}" type="parTrans" cxnId="{314F0357-38A0-4017-A5BF-167397A0D91D}">
      <dgm:prSet/>
      <dgm:spPr/>
      <dgm:t>
        <a:bodyPr/>
        <a:lstStyle/>
        <a:p>
          <a:endParaRPr lang="en-US" sz="1800"/>
        </a:p>
      </dgm:t>
    </dgm:pt>
    <dgm:pt modelId="{0394452D-8F33-4A5B-8A8B-7D72346D9FB9}" type="sibTrans" cxnId="{314F0357-38A0-4017-A5BF-167397A0D91D}">
      <dgm:prSet/>
      <dgm:spPr/>
      <dgm:t>
        <a:bodyPr/>
        <a:lstStyle/>
        <a:p>
          <a:endParaRPr lang="en-US"/>
        </a:p>
      </dgm:t>
    </dgm:pt>
    <dgm:pt modelId="{6E709DED-55C5-4CB2-B9BA-07B9C65F7FFC}">
      <dgm:prSet/>
      <dgm:spPr/>
      <dgm:t>
        <a:bodyPr/>
        <a:lstStyle/>
        <a:p>
          <a:r>
            <a:rPr lang="en-US" b="1"/>
            <a:t>Manutenção e Projetos de Automação</a:t>
          </a:r>
          <a:endParaRPr lang="en-US"/>
        </a:p>
      </dgm:t>
    </dgm:pt>
    <dgm:pt modelId="{D8FD5E73-E578-41C5-9430-190241C188A3}" type="parTrans" cxnId="{ADAB3FD0-3847-478B-9F10-8CF412AF190D}">
      <dgm:prSet/>
      <dgm:spPr/>
      <dgm:t>
        <a:bodyPr/>
        <a:lstStyle/>
        <a:p>
          <a:endParaRPr lang="en-US" sz="1800"/>
        </a:p>
      </dgm:t>
    </dgm:pt>
    <dgm:pt modelId="{AEE0870B-3835-4C54-950E-F6DD6834C9BB}" type="sibTrans" cxnId="{ADAB3FD0-3847-478B-9F10-8CF412AF190D}">
      <dgm:prSet/>
      <dgm:spPr/>
      <dgm:t>
        <a:bodyPr/>
        <a:lstStyle/>
        <a:p>
          <a:endParaRPr lang="en-US"/>
        </a:p>
      </dgm:t>
    </dgm:pt>
    <dgm:pt modelId="{B174DA13-3BBC-44E9-804D-C8BDE76114CE}">
      <dgm:prSet/>
      <dgm:spPr/>
      <dgm:t>
        <a:bodyPr/>
        <a:lstStyle/>
        <a:p>
          <a:r>
            <a:rPr lang="en-US" b="1"/>
            <a:t>30 anos - Docência SENAI</a:t>
          </a:r>
          <a:endParaRPr lang="en-US"/>
        </a:p>
      </dgm:t>
    </dgm:pt>
    <dgm:pt modelId="{C262BA65-24D2-4F95-8FEF-82157BA00377}" type="parTrans" cxnId="{07CC8715-5083-4B07-9982-6776A74A46C7}">
      <dgm:prSet/>
      <dgm:spPr/>
      <dgm:t>
        <a:bodyPr/>
        <a:lstStyle/>
        <a:p>
          <a:endParaRPr lang="en-US" sz="1800"/>
        </a:p>
      </dgm:t>
    </dgm:pt>
    <dgm:pt modelId="{BF394137-49DA-4DF5-90C5-C905CF7774C6}" type="sibTrans" cxnId="{07CC8715-5083-4B07-9982-6776A74A46C7}">
      <dgm:prSet/>
      <dgm:spPr/>
      <dgm:t>
        <a:bodyPr/>
        <a:lstStyle/>
        <a:p>
          <a:endParaRPr lang="en-US"/>
        </a:p>
      </dgm:t>
    </dgm:pt>
    <dgm:pt modelId="{747B186B-4986-4AC6-818B-C3F099C5BD66}">
      <dgm:prSet/>
      <dgm:spPr/>
      <dgm:t>
        <a:bodyPr/>
        <a:lstStyle/>
        <a:p>
          <a:r>
            <a:rPr lang="en-US" b="1" dirty="0" err="1"/>
            <a:t>Curso</a:t>
          </a:r>
          <a:r>
            <a:rPr lang="en-US" b="1" dirty="0"/>
            <a:t> Técnico </a:t>
          </a:r>
          <a:r>
            <a:rPr lang="en-US" b="1" dirty="0" err="1"/>
            <a:t>em</a:t>
          </a:r>
          <a:r>
            <a:rPr lang="en-US" b="1" dirty="0"/>
            <a:t> </a:t>
          </a:r>
          <a:r>
            <a:rPr lang="en-US" b="1" dirty="0" err="1"/>
            <a:t>eletroeletrônica</a:t>
          </a:r>
          <a:endParaRPr lang="en-US" dirty="0"/>
        </a:p>
      </dgm:t>
    </dgm:pt>
    <dgm:pt modelId="{4ADC480F-5A78-46DF-BD2F-3774F1C231E4}" type="parTrans" cxnId="{F5D01313-527E-44FD-9387-1F82FC2787B7}">
      <dgm:prSet/>
      <dgm:spPr/>
      <dgm:t>
        <a:bodyPr/>
        <a:lstStyle/>
        <a:p>
          <a:endParaRPr lang="en-US" sz="1800"/>
        </a:p>
      </dgm:t>
    </dgm:pt>
    <dgm:pt modelId="{582D92C4-7A6F-4E90-97D3-382B7802EA41}" type="sibTrans" cxnId="{F5D01313-527E-44FD-9387-1F82FC2787B7}">
      <dgm:prSet/>
      <dgm:spPr/>
      <dgm:t>
        <a:bodyPr/>
        <a:lstStyle/>
        <a:p>
          <a:endParaRPr lang="en-US"/>
        </a:p>
      </dgm:t>
    </dgm:pt>
    <dgm:pt modelId="{8D560134-F5CE-4A10-99B1-0EFE18B5ACAE}">
      <dgm:prSet/>
      <dgm:spPr/>
      <dgm:t>
        <a:bodyPr/>
        <a:lstStyle/>
        <a:p>
          <a:r>
            <a:rPr lang="en-US" b="1" dirty="0" err="1"/>
            <a:t>Cursos</a:t>
          </a:r>
          <a:r>
            <a:rPr lang="en-US" b="1" dirty="0"/>
            <a:t> de </a:t>
          </a:r>
          <a:r>
            <a:rPr lang="en-US" b="1" dirty="0" err="1"/>
            <a:t>implantação</a:t>
          </a:r>
          <a:r>
            <a:rPr lang="en-US" b="1" dirty="0"/>
            <a:t> de </a:t>
          </a:r>
          <a:r>
            <a:rPr lang="en-US" b="1" dirty="0" err="1"/>
            <a:t>recursos</a:t>
          </a:r>
          <a:r>
            <a:rPr lang="en-US" b="1" dirty="0"/>
            <a:t> </a:t>
          </a:r>
          <a:r>
            <a:rPr lang="en-US" b="1" dirty="0" err="1"/>
            <a:t>em</a:t>
          </a:r>
          <a:r>
            <a:rPr lang="en-US" b="1" dirty="0"/>
            <a:t> </a:t>
          </a:r>
          <a:r>
            <a:rPr lang="en-US" b="1" dirty="0" err="1"/>
            <a:t>Nuvem</a:t>
          </a:r>
          <a:r>
            <a:rPr lang="en-US" b="1" dirty="0"/>
            <a:t>, Machine Learning e </a:t>
          </a:r>
          <a:r>
            <a:rPr lang="en-US" b="1" dirty="0" err="1"/>
            <a:t>Inteligência</a:t>
          </a:r>
          <a:r>
            <a:rPr lang="en-US" b="1" dirty="0"/>
            <a:t> Artificial</a:t>
          </a:r>
          <a:endParaRPr lang="en-US" dirty="0"/>
        </a:p>
      </dgm:t>
    </dgm:pt>
    <dgm:pt modelId="{CC73E4C4-80B5-4E9B-98FD-D8E787105832}" type="parTrans" cxnId="{AD7686F8-E593-421F-9832-B8EDF30CDB86}">
      <dgm:prSet/>
      <dgm:spPr/>
      <dgm:t>
        <a:bodyPr/>
        <a:lstStyle/>
        <a:p>
          <a:endParaRPr lang="en-US" sz="1800"/>
        </a:p>
      </dgm:t>
    </dgm:pt>
    <dgm:pt modelId="{533E7C7C-8603-4023-9F6A-0C9D1966C053}" type="sibTrans" cxnId="{AD7686F8-E593-421F-9832-B8EDF30CDB86}">
      <dgm:prSet/>
      <dgm:spPr/>
      <dgm:t>
        <a:bodyPr/>
        <a:lstStyle/>
        <a:p>
          <a:endParaRPr lang="en-US"/>
        </a:p>
      </dgm:t>
    </dgm:pt>
    <dgm:pt modelId="{A13C4228-372A-45E0-BBBF-C9E95E31BF5E}">
      <dgm:prSet/>
      <dgm:spPr/>
      <dgm:t>
        <a:bodyPr/>
        <a:lstStyle/>
        <a:p>
          <a:r>
            <a:rPr lang="en-US" b="1"/>
            <a:t>9 </a:t>
          </a:r>
          <a:r>
            <a:rPr lang="en-US" b="1" dirty="0" err="1"/>
            <a:t>anos</a:t>
          </a:r>
          <a:r>
            <a:rPr lang="en-US" b="1" dirty="0"/>
            <a:t>  - FIRST Robotics Competition</a:t>
          </a:r>
          <a:endParaRPr lang="en-US" dirty="0"/>
        </a:p>
      </dgm:t>
    </dgm:pt>
    <dgm:pt modelId="{6C1A68C2-8D59-448D-AB1A-32171A57B468}" type="parTrans" cxnId="{C1DDD2B9-1A94-4AB7-9887-1B7A49E4007F}">
      <dgm:prSet/>
      <dgm:spPr/>
      <dgm:t>
        <a:bodyPr/>
        <a:lstStyle/>
        <a:p>
          <a:endParaRPr lang="en-US" sz="1800"/>
        </a:p>
      </dgm:t>
    </dgm:pt>
    <dgm:pt modelId="{601AC8C0-1A1F-4739-987B-5A6FF03B2AF7}" type="sibTrans" cxnId="{C1DDD2B9-1A94-4AB7-9887-1B7A49E4007F}">
      <dgm:prSet/>
      <dgm:spPr/>
      <dgm:t>
        <a:bodyPr/>
        <a:lstStyle/>
        <a:p>
          <a:endParaRPr lang="en-US"/>
        </a:p>
      </dgm:t>
    </dgm:pt>
    <dgm:pt modelId="{77DB4B2F-A392-49C2-BF32-AF8AF06805A4}">
      <dgm:prSet/>
      <dgm:spPr/>
      <dgm:t>
        <a:bodyPr/>
        <a:lstStyle/>
        <a:p>
          <a:r>
            <a:rPr lang="en-US" b="1"/>
            <a:t>Mentor técnico</a:t>
          </a:r>
          <a:endParaRPr lang="en-US"/>
        </a:p>
      </dgm:t>
    </dgm:pt>
    <dgm:pt modelId="{8E6B9843-F229-45DE-9C57-9EF98AE3EA2C}" type="parTrans" cxnId="{F8307BED-FCBD-4860-BF52-E014281B6AA6}">
      <dgm:prSet/>
      <dgm:spPr/>
      <dgm:t>
        <a:bodyPr/>
        <a:lstStyle/>
        <a:p>
          <a:endParaRPr lang="en-US" sz="1800"/>
        </a:p>
      </dgm:t>
    </dgm:pt>
    <dgm:pt modelId="{827793F2-CE69-420B-9BB3-A2AE31F83845}" type="sibTrans" cxnId="{F8307BED-FCBD-4860-BF52-E014281B6AA6}">
      <dgm:prSet/>
      <dgm:spPr/>
      <dgm:t>
        <a:bodyPr/>
        <a:lstStyle/>
        <a:p>
          <a:endParaRPr lang="en-US"/>
        </a:p>
      </dgm:t>
    </dgm:pt>
    <dgm:pt modelId="{326A891C-2103-4158-AD7A-2988EBA9D2AC}" type="pres">
      <dgm:prSet presAssocID="{2B5E3BB1-99BD-4908-AEE5-3F305D7A2FD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A4B3177-90D5-4ACA-8F29-720EA6BDB18F}" type="pres">
      <dgm:prSet presAssocID="{24A150B0-46E3-4E55-BDD9-BB1B8257219F}" presName="hierRoot1" presStyleCnt="0"/>
      <dgm:spPr/>
    </dgm:pt>
    <dgm:pt modelId="{96A711AF-C43D-4982-9806-2D856260D0A4}" type="pres">
      <dgm:prSet presAssocID="{24A150B0-46E3-4E55-BDD9-BB1B8257219F}" presName="composite" presStyleCnt="0"/>
      <dgm:spPr/>
    </dgm:pt>
    <dgm:pt modelId="{0602E191-82FC-4455-B19C-5BE00F591889}" type="pres">
      <dgm:prSet presAssocID="{24A150B0-46E3-4E55-BDD9-BB1B8257219F}" presName="background" presStyleLbl="node0" presStyleIdx="0" presStyleCnt="3"/>
      <dgm:spPr/>
    </dgm:pt>
    <dgm:pt modelId="{DC613C2C-351E-4F69-8356-DAFB9882BE51}" type="pres">
      <dgm:prSet presAssocID="{24A150B0-46E3-4E55-BDD9-BB1B8257219F}" presName="text" presStyleLbl="fgAcc0" presStyleIdx="0" presStyleCnt="3">
        <dgm:presLayoutVars>
          <dgm:chPref val="3"/>
        </dgm:presLayoutVars>
      </dgm:prSet>
      <dgm:spPr/>
    </dgm:pt>
    <dgm:pt modelId="{73F22B5A-9620-46FD-B681-D6FC8A30A28D}" type="pres">
      <dgm:prSet presAssocID="{24A150B0-46E3-4E55-BDD9-BB1B8257219F}" presName="hierChild2" presStyleCnt="0"/>
      <dgm:spPr/>
    </dgm:pt>
    <dgm:pt modelId="{D451410C-D44F-419D-9025-77A5477CECFB}" type="pres">
      <dgm:prSet presAssocID="{D8FD5E73-E578-41C5-9430-190241C188A3}" presName="Name10" presStyleLbl="parChTrans1D2" presStyleIdx="0" presStyleCnt="4"/>
      <dgm:spPr/>
    </dgm:pt>
    <dgm:pt modelId="{AC339BF7-1506-424B-9D60-5A49673FD51D}" type="pres">
      <dgm:prSet presAssocID="{6E709DED-55C5-4CB2-B9BA-07B9C65F7FFC}" presName="hierRoot2" presStyleCnt="0"/>
      <dgm:spPr/>
    </dgm:pt>
    <dgm:pt modelId="{D7E9532C-559A-4155-8438-E06023BB6C80}" type="pres">
      <dgm:prSet presAssocID="{6E709DED-55C5-4CB2-B9BA-07B9C65F7FFC}" presName="composite2" presStyleCnt="0"/>
      <dgm:spPr/>
    </dgm:pt>
    <dgm:pt modelId="{5E018717-01F5-4B21-8BF1-F5E841C50181}" type="pres">
      <dgm:prSet presAssocID="{6E709DED-55C5-4CB2-B9BA-07B9C65F7FFC}" presName="background2" presStyleLbl="node2" presStyleIdx="0" presStyleCnt="4"/>
      <dgm:spPr/>
    </dgm:pt>
    <dgm:pt modelId="{D4364F1F-F6BD-4E14-B55C-60240342CCA6}" type="pres">
      <dgm:prSet presAssocID="{6E709DED-55C5-4CB2-B9BA-07B9C65F7FFC}" presName="text2" presStyleLbl="fgAcc2" presStyleIdx="0" presStyleCnt="4">
        <dgm:presLayoutVars>
          <dgm:chPref val="3"/>
        </dgm:presLayoutVars>
      </dgm:prSet>
      <dgm:spPr/>
    </dgm:pt>
    <dgm:pt modelId="{CEB09F5D-EC7F-411B-A8E0-E2DBA2FEA62A}" type="pres">
      <dgm:prSet presAssocID="{6E709DED-55C5-4CB2-B9BA-07B9C65F7FFC}" presName="hierChild3" presStyleCnt="0"/>
      <dgm:spPr/>
    </dgm:pt>
    <dgm:pt modelId="{5C44F129-F22C-4FDA-8CAC-25413FF52832}" type="pres">
      <dgm:prSet presAssocID="{B174DA13-3BBC-44E9-804D-C8BDE76114CE}" presName="hierRoot1" presStyleCnt="0"/>
      <dgm:spPr/>
    </dgm:pt>
    <dgm:pt modelId="{C028C732-67DA-4784-B201-D59989650374}" type="pres">
      <dgm:prSet presAssocID="{B174DA13-3BBC-44E9-804D-C8BDE76114CE}" presName="composite" presStyleCnt="0"/>
      <dgm:spPr/>
    </dgm:pt>
    <dgm:pt modelId="{378D1179-CCD8-4124-A4CA-1E24843BD75D}" type="pres">
      <dgm:prSet presAssocID="{B174DA13-3BBC-44E9-804D-C8BDE76114CE}" presName="background" presStyleLbl="node0" presStyleIdx="1" presStyleCnt="3"/>
      <dgm:spPr/>
    </dgm:pt>
    <dgm:pt modelId="{ACF3E833-0F64-41BD-B7FF-DFACE4328410}" type="pres">
      <dgm:prSet presAssocID="{B174DA13-3BBC-44E9-804D-C8BDE76114CE}" presName="text" presStyleLbl="fgAcc0" presStyleIdx="1" presStyleCnt="3">
        <dgm:presLayoutVars>
          <dgm:chPref val="3"/>
        </dgm:presLayoutVars>
      </dgm:prSet>
      <dgm:spPr/>
    </dgm:pt>
    <dgm:pt modelId="{0C64B7A0-3361-481F-98B0-C3C4E3D83661}" type="pres">
      <dgm:prSet presAssocID="{B174DA13-3BBC-44E9-804D-C8BDE76114CE}" presName="hierChild2" presStyleCnt="0"/>
      <dgm:spPr/>
    </dgm:pt>
    <dgm:pt modelId="{2E130829-439B-41EE-BA1B-AC7C2714043D}" type="pres">
      <dgm:prSet presAssocID="{4ADC480F-5A78-46DF-BD2F-3774F1C231E4}" presName="Name10" presStyleLbl="parChTrans1D2" presStyleIdx="1" presStyleCnt="4"/>
      <dgm:spPr/>
    </dgm:pt>
    <dgm:pt modelId="{A0A866DB-2E10-4E67-A291-5A428AC3842E}" type="pres">
      <dgm:prSet presAssocID="{747B186B-4986-4AC6-818B-C3F099C5BD66}" presName="hierRoot2" presStyleCnt="0"/>
      <dgm:spPr/>
    </dgm:pt>
    <dgm:pt modelId="{0B8FAD3A-BCB6-423D-9421-7BC2F9BD3385}" type="pres">
      <dgm:prSet presAssocID="{747B186B-4986-4AC6-818B-C3F099C5BD66}" presName="composite2" presStyleCnt="0"/>
      <dgm:spPr/>
    </dgm:pt>
    <dgm:pt modelId="{A0A5FA3E-5E79-498C-8E57-77A05CB102AF}" type="pres">
      <dgm:prSet presAssocID="{747B186B-4986-4AC6-818B-C3F099C5BD66}" presName="background2" presStyleLbl="node2" presStyleIdx="1" presStyleCnt="4"/>
      <dgm:spPr/>
    </dgm:pt>
    <dgm:pt modelId="{D544344E-8683-4792-8E00-64A2AE9FD314}" type="pres">
      <dgm:prSet presAssocID="{747B186B-4986-4AC6-818B-C3F099C5BD66}" presName="text2" presStyleLbl="fgAcc2" presStyleIdx="1" presStyleCnt="4">
        <dgm:presLayoutVars>
          <dgm:chPref val="3"/>
        </dgm:presLayoutVars>
      </dgm:prSet>
      <dgm:spPr/>
    </dgm:pt>
    <dgm:pt modelId="{48E39DD9-5F3F-42CA-9B5D-7796C0247FA6}" type="pres">
      <dgm:prSet presAssocID="{747B186B-4986-4AC6-818B-C3F099C5BD66}" presName="hierChild3" presStyleCnt="0"/>
      <dgm:spPr/>
    </dgm:pt>
    <dgm:pt modelId="{8ED78CE0-33E5-46B3-B2B4-0B411DFEE1B2}" type="pres">
      <dgm:prSet presAssocID="{CC73E4C4-80B5-4E9B-98FD-D8E787105832}" presName="Name10" presStyleLbl="parChTrans1D2" presStyleIdx="2" presStyleCnt="4"/>
      <dgm:spPr/>
    </dgm:pt>
    <dgm:pt modelId="{51664D03-D5B3-4F55-9508-A3CD62BB3CFC}" type="pres">
      <dgm:prSet presAssocID="{8D560134-F5CE-4A10-99B1-0EFE18B5ACAE}" presName="hierRoot2" presStyleCnt="0"/>
      <dgm:spPr/>
    </dgm:pt>
    <dgm:pt modelId="{BFF5FC83-C4F2-4645-A2EA-8CBA460E08B0}" type="pres">
      <dgm:prSet presAssocID="{8D560134-F5CE-4A10-99B1-0EFE18B5ACAE}" presName="composite2" presStyleCnt="0"/>
      <dgm:spPr/>
    </dgm:pt>
    <dgm:pt modelId="{D51D4E38-271F-4E77-9660-86C49A410F9C}" type="pres">
      <dgm:prSet presAssocID="{8D560134-F5CE-4A10-99B1-0EFE18B5ACAE}" presName="background2" presStyleLbl="node2" presStyleIdx="2" presStyleCnt="4"/>
      <dgm:spPr/>
    </dgm:pt>
    <dgm:pt modelId="{D0DF620B-BB35-44CF-9C2D-AF0C38620382}" type="pres">
      <dgm:prSet presAssocID="{8D560134-F5CE-4A10-99B1-0EFE18B5ACAE}" presName="text2" presStyleLbl="fgAcc2" presStyleIdx="2" presStyleCnt="4">
        <dgm:presLayoutVars>
          <dgm:chPref val="3"/>
        </dgm:presLayoutVars>
      </dgm:prSet>
      <dgm:spPr/>
    </dgm:pt>
    <dgm:pt modelId="{D481EB1C-EA3F-4C03-A614-B9E1DE546A75}" type="pres">
      <dgm:prSet presAssocID="{8D560134-F5CE-4A10-99B1-0EFE18B5ACAE}" presName="hierChild3" presStyleCnt="0"/>
      <dgm:spPr/>
    </dgm:pt>
    <dgm:pt modelId="{A5BAC553-6EED-45B9-B433-59A77EC2DA81}" type="pres">
      <dgm:prSet presAssocID="{A13C4228-372A-45E0-BBBF-C9E95E31BF5E}" presName="hierRoot1" presStyleCnt="0"/>
      <dgm:spPr/>
    </dgm:pt>
    <dgm:pt modelId="{CB7F94B3-5C81-49AD-AA17-95B1626DC91B}" type="pres">
      <dgm:prSet presAssocID="{A13C4228-372A-45E0-BBBF-C9E95E31BF5E}" presName="composite" presStyleCnt="0"/>
      <dgm:spPr/>
    </dgm:pt>
    <dgm:pt modelId="{6E789B86-3389-46F8-A84B-B7E32ED21D63}" type="pres">
      <dgm:prSet presAssocID="{A13C4228-372A-45E0-BBBF-C9E95E31BF5E}" presName="background" presStyleLbl="node0" presStyleIdx="2" presStyleCnt="3"/>
      <dgm:spPr/>
    </dgm:pt>
    <dgm:pt modelId="{1C7ABE41-6645-4F5B-8540-CA1F31B35A11}" type="pres">
      <dgm:prSet presAssocID="{A13C4228-372A-45E0-BBBF-C9E95E31BF5E}" presName="text" presStyleLbl="fgAcc0" presStyleIdx="2" presStyleCnt="3">
        <dgm:presLayoutVars>
          <dgm:chPref val="3"/>
        </dgm:presLayoutVars>
      </dgm:prSet>
      <dgm:spPr/>
    </dgm:pt>
    <dgm:pt modelId="{21BDC35A-4144-4C04-AAB3-F859C9E3739E}" type="pres">
      <dgm:prSet presAssocID="{A13C4228-372A-45E0-BBBF-C9E95E31BF5E}" presName="hierChild2" presStyleCnt="0"/>
      <dgm:spPr/>
    </dgm:pt>
    <dgm:pt modelId="{E4D9CDEA-5FE9-4959-923F-E4A114CFDFB5}" type="pres">
      <dgm:prSet presAssocID="{8E6B9843-F229-45DE-9C57-9EF98AE3EA2C}" presName="Name10" presStyleLbl="parChTrans1D2" presStyleIdx="3" presStyleCnt="4"/>
      <dgm:spPr/>
    </dgm:pt>
    <dgm:pt modelId="{D07B6456-0A1B-42BC-91BF-88F6ADA1DE87}" type="pres">
      <dgm:prSet presAssocID="{77DB4B2F-A392-49C2-BF32-AF8AF06805A4}" presName="hierRoot2" presStyleCnt="0"/>
      <dgm:spPr/>
    </dgm:pt>
    <dgm:pt modelId="{5319D6F8-C6B1-4A06-AB5D-B4C43B214CAC}" type="pres">
      <dgm:prSet presAssocID="{77DB4B2F-A392-49C2-BF32-AF8AF06805A4}" presName="composite2" presStyleCnt="0"/>
      <dgm:spPr/>
    </dgm:pt>
    <dgm:pt modelId="{C71F276D-DC44-4559-9667-B7D3A9BAD9ED}" type="pres">
      <dgm:prSet presAssocID="{77DB4B2F-A392-49C2-BF32-AF8AF06805A4}" presName="background2" presStyleLbl="node2" presStyleIdx="3" presStyleCnt="4"/>
      <dgm:spPr/>
    </dgm:pt>
    <dgm:pt modelId="{D001B813-C6CA-459F-9FBB-6D5788CCA15F}" type="pres">
      <dgm:prSet presAssocID="{77DB4B2F-A392-49C2-BF32-AF8AF06805A4}" presName="text2" presStyleLbl="fgAcc2" presStyleIdx="3" presStyleCnt="4">
        <dgm:presLayoutVars>
          <dgm:chPref val="3"/>
        </dgm:presLayoutVars>
      </dgm:prSet>
      <dgm:spPr/>
    </dgm:pt>
    <dgm:pt modelId="{ED90E3FC-B69A-4517-9DCD-17CE398429F8}" type="pres">
      <dgm:prSet presAssocID="{77DB4B2F-A392-49C2-BF32-AF8AF06805A4}" presName="hierChild3" presStyleCnt="0"/>
      <dgm:spPr/>
    </dgm:pt>
  </dgm:ptLst>
  <dgm:cxnLst>
    <dgm:cxn modelId="{B908C40E-9EBE-4CEC-A13A-57D57AB376F4}" type="presOf" srcId="{A13C4228-372A-45E0-BBBF-C9E95E31BF5E}" destId="{1C7ABE41-6645-4F5B-8540-CA1F31B35A11}" srcOrd="0" destOrd="0" presId="urn:microsoft.com/office/officeart/2005/8/layout/hierarchy1"/>
    <dgm:cxn modelId="{F5D01313-527E-44FD-9387-1F82FC2787B7}" srcId="{B174DA13-3BBC-44E9-804D-C8BDE76114CE}" destId="{747B186B-4986-4AC6-818B-C3F099C5BD66}" srcOrd="0" destOrd="0" parTransId="{4ADC480F-5A78-46DF-BD2F-3774F1C231E4}" sibTransId="{582D92C4-7A6F-4E90-97D3-382B7802EA41}"/>
    <dgm:cxn modelId="{07CC8715-5083-4B07-9982-6776A74A46C7}" srcId="{2B5E3BB1-99BD-4908-AEE5-3F305D7A2FD9}" destId="{B174DA13-3BBC-44E9-804D-C8BDE76114CE}" srcOrd="1" destOrd="0" parTransId="{C262BA65-24D2-4F95-8FEF-82157BA00377}" sibTransId="{BF394137-49DA-4DF5-90C5-C905CF7774C6}"/>
    <dgm:cxn modelId="{7AC86D1F-D113-497C-964A-34F8883BCBA4}" type="presOf" srcId="{2B5E3BB1-99BD-4908-AEE5-3F305D7A2FD9}" destId="{326A891C-2103-4158-AD7A-2988EBA9D2AC}" srcOrd="0" destOrd="0" presId="urn:microsoft.com/office/officeart/2005/8/layout/hierarchy1"/>
    <dgm:cxn modelId="{DCB83C2D-4DE5-4A37-A49E-B01C3CA8B2E3}" type="presOf" srcId="{6E709DED-55C5-4CB2-B9BA-07B9C65F7FFC}" destId="{D4364F1F-F6BD-4E14-B55C-60240342CCA6}" srcOrd="0" destOrd="0" presId="urn:microsoft.com/office/officeart/2005/8/layout/hierarchy1"/>
    <dgm:cxn modelId="{09C1724B-27F9-4A5C-97B4-F81F6AA5A7D0}" type="presOf" srcId="{77DB4B2F-A392-49C2-BF32-AF8AF06805A4}" destId="{D001B813-C6CA-459F-9FBB-6D5788CCA15F}" srcOrd="0" destOrd="0" presId="urn:microsoft.com/office/officeart/2005/8/layout/hierarchy1"/>
    <dgm:cxn modelId="{FFD24A75-4179-4CE0-8454-3899B5CEC358}" type="presOf" srcId="{D8FD5E73-E578-41C5-9430-190241C188A3}" destId="{D451410C-D44F-419D-9025-77A5477CECFB}" srcOrd="0" destOrd="0" presId="urn:microsoft.com/office/officeart/2005/8/layout/hierarchy1"/>
    <dgm:cxn modelId="{314F0357-38A0-4017-A5BF-167397A0D91D}" srcId="{2B5E3BB1-99BD-4908-AEE5-3F305D7A2FD9}" destId="{24A150B0-46E3-4E55-BDD9-BB1B8257219F}" srcOrd="0" destOrd="0" parTransId="{37E6D4C5-F452-4412-AB37-F66F6B19AD62}" sibTransId="{0394452D-8F33-4A5B-8A8B-7D72346D9FB9}"/>
    <dgm:cxn modelId="{A072B28B-AE4E-4A06-8A2D-4129CE56952F}" type="presOf" srcId="{747B186B-4986-4AC6-818B-C3F099C5BD66}" destId="{D544344E-8683-4792-8E00-64A2AE9FD314}" srcOrd="0" destOrd="0" presId="urn:microsoft.com/office/officeart/2005/8/layout/hierarchy1"/>
    <dgm:cxn modelId="{FB93409F-B534-4A4C-8334-55E34AAA4C29}" type="presOf" srcId="{B174DA13-3BBC-44E9-804D-C8BDE76114CE}" destId="{ACF3E833-0F64-41BD-B7FF-DFACE4328410}" srcOrd="0" destOrd="0" presId="urn:microsoft.com/office/officeart/2005/8/layout/hierarchy1"/>
    <dgm:cxn modelId="{C1DDD2B9-1A94-4AB7-9887-1B7A49E4007F}" srcId="{2B5E3BB1-99BD-4908-AEE5-3F305D7A2FD9}" destId="{A13C4228-372A-45E0-BBBF-C9E95E31BF5E}" srcOrd="2" destOrd="0" parTransId="{6C1A68C2-8D59-448D-AB1A-32171A57B468}" sibTransId="{601AC8C0-1A1F-4739-987B-5A6FF03B2AF7}"/>
    <dgm:cxn modelId="{ADAB3FD0-3847-478B-9F10-8CF412AF190D}" srcId="{24A150B0-46E3-4E55-BDD9-BB1B8257219F}" destId="{6E709DED-55C5-4CB2-B9BA-07B9C65F7FFC}" srcOrd="0" destOrd="0" parTransId="{D8FD5E73-E578-41C5-9430-190241C188A3}" sibTransId="{AEE0870B-3835-4C54-950E-F6DD6834C9BB}"/>
    <dgm:cxn modelId="{F1045FD8-6B5D-4E15-ADD0-7C47ACB86F6A}" type="presOf" srcId="{4ADC480F-5A78-46DF-BD2F-3774F1C231E4}" destId="{2E130829-439B-41EE-BA1B-AC7C2714043D}" srcOrd="0" destOrd="0" presId="urn:microsoft.com/office/officeart/2005/8/layout/hierarchy1"/>
    <dgm:cxn modelId="{24294CDA-C0BB-4E29-908F-4D72BFE7A76C}" type="presOf" srcId="{8D560134-F5CE-4A10-99B1-0EFE18B5ACAE}" destId="{D0DF620B-BB35-44CF-9C2D-AF0C38620382}" srcOrd="0" destOrd="0" presId="urn:microsoft.com/office/officeart/2005/8/layout/hierarchy1"/>
    <dgm:cxn modelId="{ABD9A4DF-8C0B-4755-9743-068B8507703C}" type="presOf" srcId="{CC73E4C4-80B5-4E9B-98FD-D8E787105832}" destId="{8ED78CE0-33E5-46B3-B2B4-0B411DFEE1B2}" srcOrd="0" destOrd="0" presId="urn:microsoft.com/office/officeart/2005/8/layout/hierarchy1"/>
    <dgm:cxn modelId="{F8307BED-FCBD-4860-BF52-E014281B6AA6}" srcId="{A13C4228-372A-45E0-BBBF-C9E95E31BF5E}" destId="{77DB4B2F-A392-49C2-BF32-AF8AF06805A4}" srcOrd="0" destOrd="0" parTransId="{8E6B9843-F229-45DE-9C57-9EF98AE3EA2C}" sibTransId="{827793F2-CE69-420B-9BB3-A2AE31F83845}"/>
    <dgm:cxn modelId="{0676E7F0-5857-43B7-A683-50E3A1F1B5FA}" type="presOf" srcId="{8E6B9843-F229-45DE-9C57-9EF98AE3EA2C}" destId="{E4D9CDEA-5FE9-4959-923F-E4A114CFDFB5}" srcOrd="0" destOrd="0" presId="urn:microsoft.com/office/officeart/2005/8/layout/hierarchy1"/>
    <dgm:cxn modelId="{A5F42AF1-7043-4CB7-86FF-39ABB1F579AC}" type="presOf" srcId="{24A150B0-46E3-4E55-BDD9-BB1B8257219F}" destId="{DC613C2C-351E-4F69-8356-DAFB9882BE51}" srcOrd="0" destOrd="0" presId="urn:microsoft.com/office/officeart/2005/8/layout/hierarchy1"/>
    <dgm:cxn modelId="{AD7686F8-E593-421F-9832-B8EDF30CDB86}" srcId="{B174DA13-3BBC-44E9-804D-C8BDE76114CE}" destId="{8D560134-F5CE-4A10-99B1-0EFE18B5ACAE}" srcOrd="1" destOrd="0" parTransId="{CC73E4C4-80B5-4E9B-98FD-D8E787105832}" sibTransId="{533E7C7C-8603-4023-9F6A-0C9D1966C053}"/>
    <dgm:cxn modelId="{2A4D9E5D-FAE3-4920-A57E-64D44A0F26C1}" type="presParOf" srcId="{326A891C-2103-4158-AD7A-2988EBA9D2AC}" destId="{FA4B3177-90D5-4ACA-8F29-720EA6BDB18F}" srcOrd="0" destOrd="0" presId="urn:microsoft.com/office/officeart/2005/8/layout/hierarchy1"/>
    <dgm:cxn modelId="{19B70C48-C129-493F-8035-E34DE884389F}" type="presParOf" srcId="{FA4B3177-90D5-4ACA-8F29-720EA6BDB18F}" destId="{96A711AF-C43D-4982-9806-2D856260D0A4}" srcOrd="0" destOrd="0" presId="urn:microsoft.com/office/officeart/2005/8/layout/hierarchy1"/>
    <dgm:cxn modelId="{6E37DC26-8B7C-4974-9F3F-7A2812C29F78}" type="presParOf" srcId="{96A711AF-C43D-4982-9806-2D856260D0A4}" destId="{0602E191-82FC-4455-B19C-5BE00F591889}" srcOrd="0" destOrd="0" presId="urn:microsoft.com/office/officeart/2005/8/layout/hierarchy1"/>
    <dgm:cxn modelId="{8D57088B-2F78-4A77-8C94-7DB850E51259}" type="presParOf" srcId="{96A711AF-C43D-4982-9806-2D856260D0A4}" destId="{DC613C2C-351E-4F69-8356-DAFB9882BE51}" srcOrd="1" destOrd="0" presId="urn:microsoft.com/office/officeart/2005/8/layout/hierarchy1"/>
    <dgm:cxn modelId="{8DC429CF-BE6E-4F0C-BCBA-764129422C3F}" type="presParOf" srcId="{FA4B3177-90D5-4ACA-8F29-720EA6BDB18F}" destId="{73F22B5A-9620-46FD-B681-D6FC8A30A28D}" srcOrd="1" destOrd="0" presId="urn:microsoft.com/office/officeart/2005/8/layout/hierarchy1"/>
    <dgm:cxn modelId="{A6872EE3-F889-4BAB-B3F2-090DA953BA91}" type="presParOf" srcId="{73F22B5A-9620-46FD-B681-D6FC8A30A28D}" destId="{D451410C-D44F-419D-9025-77A5477CECFB}" srcOrd="0" destOrd="0" presId="urn:microsoft.com/office/officeart/2005/8/layout/hierarchy1"/>
    <dgm:cxn modelId="{5D7BEDCD-FE8B-4EB0-AB69-D7FBEEF1E6D9}" type="presParOf" srcId="{73F22B5A-9620-46FD-B681-D6FC8A30A28D}" destId="{AC339BF7-1506-424B-9D60-5A49673FD51D}" srcOrd="1" destOrd="0" presId="urn:microsoft.com/office/officeart/2005/8/layout/hierarchy1"/>
    <dgm:cxn modelId="{7F3E176C-3E35-4392-9206-E41590C288B0}" type="presParOf" srcId="{AC339BF7-1506-424B-9D60-5A49673FD51D}" destId="{D7E9532C-559A-4155-8438-E06023BB6C80}" srcOrd="0" destOrd="0" presId="urn:microsoft.com/office/officeart/2005/8/layout/hierarchy1"/>
    <dgm:cxn modelId="{187FE7DD-AF0D-4C36-B7E4-E717F94CB722}" type="presParOf" srcId="{D7E9532C-559A-4155-8438-E06023BB6C80}" destId="{5E018717-01F5-4B21-8BF1-F5E841C50181}" srcOrd="0" destOrd="0" presId="urn:microsoft.com/office/officeart/2005/8/layout/hierarchy1"/>
    <dgm:cxn modelId="{D39ADFF3-A36B-4805-92EF-24D6786205B7}" type="presParOf" srcId="{D7E9532C-559A-4155-8438-E06023BB6C80}" destId="{D4364F1F-F6BD-4E14-B55C-60240342CCA6}" srcOrd="1" destOrd="0" presId="urn:microsoft.com/office/officeart/2005/8/layout/hierarchy1"/>
    <dgm:cxn modelId="{C658A8E1-D1C1-42E4-8C3F-739BE04503C5}" type="presParOf" srcId="{AC339BF7-1506-424B-9D60-5A49673FD51D}" destId="{CEB09F5D-EC7F-411B-A8E0-E2DBA2FEA62A}" srcOrd="1" destOrd="0" presId="urn:microsoft.com/office/officeart/2005/8/layout/hierarchy1"/>
    <dgm:cxn modelId="{ECA10326-1ACF-4D5D-B793-76DF79FE99E7}" type="presParOf" srcId="{326A891C-2103-4158-AD7A-2988EBA9D2AC}" destId="{5C44F129-F22C-4FDA-8CAC-25413FF52832}" srcOrd="1" destOrd="0" presId="urn:microsoft.com/office/officeart/2005/8/layout/hierarchy1"/>
    <dgm:cxn modelId="{8E54DB34-D299-496C-BAED-047A6B8BC719}" type="presParOf" srcId="{5C44F129-F22C-4FDA-8CAC-25413FF52832}" destId="{C028C732-67DA-4784-B201-D59989650374}" srcOrd="0" destOrd="0" presId="urn:microsoft.com/office/officeart/2005/8/layout/hierarchy1"/>
    <dgm:cxn modelId="{344AD1BF-0032-4383-ACC8-E5AF22F36D2A}" type="presParOf" srcId="{C028C732-67DA-4784-B201-D59989650374}" destId="{378D1179-CCD8-4124-A4CA-1E24843BD75D}" srcOrd="0" destOrd="0" presId="urn:microsoft.com/office/officeart/2005/8/layout/hierarchy1"/>
    <dgm:cxn modelId="{5E563A4D-71D0-46C8-B53D-2AAA8CBFF516}" type="presParOf" srcId="{C028C732-67DA-4784-B201-D59989650374}" destId="{ACF3E833-0F64-41BD-B7FF-DFACE4328410}" srcOrd="1" destOrd="0" presId="urn:microsoft.com/office/officeart/2005/8/layout/hierarchy1"/>
    <dgm:cxn modelId="{BB182938-938C-4E2B-9ADF-26F387D4D160}" type="presParOf" srcId="{5C44F129-F22C-4FDA-8CAC-25413FF52832}" destId="{0C64B7A0-3361-481F-98B0-C3C4E3D83661}" srcOrd="1" destOrd="0" presId="urn:microsoft.com/office/officeart/2005/8/layout/hierarchy1"/>
    <dgm:cxn modelId="{45C675FB-00B4-4966-8576-4439FF75142B}" type="presParOf" srcId="{0C64B7A0-3361-481F-98B0-C3C4E3D83661}" destId="{2E130829-439B-41EE-BA1B-AC7C2714043D}" srcOrd="0" destOrd="0" presId="urn:microsoft.com/office/officeart/2005/8/layout/hierarchy1"/>
    <dgm:cxn modelId="{E6E26CE4-D734-424B-9C16-670932D899FF}" type="presParOf" srcId="{0C64B7A0-3361-481F-98B0-C3C4E3D83661}" destId="{A0A866DB-2E10-4E67-A291-5A428AC3842E}" srcOrd="1" destOrd="0" presId="urn:microsoft.com/office/officeart/2005/8/layout/hierarchy1"/>
    <dgm:cxn modelId="{EFE45A12-CA61-4B4E-AAA8-1641384556DD}" type="presParOf" srcId="{A0A866DB-2E10-4E67-A291-5A428AC3842E}" destId="{0B8FAD3A-BCB6-423D-9421-7BC2F9BD3385}" srcOrd="0" destOrd="0" presId="urn:microsoft.com/office/officeart/2005/8/layout/hierarchy1"/>
    <dgm:cxn modelId="{2C4B8677-D027-474A-AD28-A5FE91B958D4}" type="presParOf" srcId="{0B8FAD3A-BCB6-423D-9421-7BC2F9BD3385}" destId="{A0A5FA3E-5E79-498C-8E57-77A05CB102AF}" srcOrd="0" destOrd="0" presId="urn:microsoft.com/office/officeart/2005/8/layout/hierarchy1"/>
    <dgm:cxn modelId="{B2668B02-CADB-44D6-8C6E-EA784E9AAB01}" type="presParOf" srcId="{0B8FAD3A-BCB6-423D-9421-7BC2F9BD3385}" destId="{D544344E-8683-4792-8E00-64A2AE9FD314}" srcOrd="1" destOrd="0" presId="urn:microsoft.com/office/officeart/2005/8/layout/hierarchy1"/>
    <dgm:cxn modelId="{3BF46922-B71A-433D-87C7-9DFC371221C3}" type="presParOf" srcId="{A0A866DB-2E10-4E67-A291-5A428AC3842E}" destId="{48E39DD9-5F3F-42CA-9B5D-7796C0247FA6}" srcOrd="1" destOrd="0" presId="urn:microsoft.com/office/officeart/2005/8/layout/hierarchy1"/>
    <dgm:cxn modelId="{4F6D1D75-52ED-451A-881F-E1D6879ACBCC}" type="presParOf" srcId="{0C64B7A0-3361-481F-98B0-C3C4E3D83661}" destId="{8ED78CE0-33E5-46B3-B2B4-0B411DFEE1B2}" srcOrd="2" destOrd="0" presId="urn:microsoft.com/office/officeart/2005/8/layout/hierarchy1"/>
    <dgm:cxn modelId="{17CCD22C-E166-43CF-AF53-B3CDB0FE2FFD}" type="presParOf" srcId="{0C64B7A0-3361-481F-98B0-C3C4E3D83661}" destId="{51664D03-D5B3-4F55-9508-A3CD62BB3CFC}" srcOrd="3" destOrd="0" presId="urn:microsoft.com/office/officeart/2005/8/layout/hierarchy1"/>
    <dgm:cxn modelId="{A5BE378F-6934-429D-9AF6-C8362B51E867}" type="presParOf" srcId="{51664D03-D5B3-4F55-9508-A3CD62BB3CFC}" destId="{BFF5FC83-C4F2-4645-A2EA-8CBA460E08B0}" srcOrd="0" destOrd="0" presId="urn:microsoft.com/office/officeart/2005/8/layout/hierarchy1"/>
    <dgm:cxn modelId="{ADE0E02B-61D8-4874-9B26-895DBCF5D95B}" type="presParOf" srcId="{BFF5FC83-C4F2-4645-A2EA-8CBA460E08B0}" destId="{D51D4E38-271F-4E77-9660-86C49A410F9C}" srcOrd="0" destOrd="0" presId="urn:microsoft.com/office/officeart/2005/8/layout/hierarchy1"/>
    <dgm:cxn modelId="{32D02209-115A-448A-A381-CAA5401569D8}" type="presParOf" srcId="{BFF5FC83-C4F2-4645-A2EA-8CBA460E08B0}" destId="{D0DF620B-BB35-44CF-9C2D-AF0C38620382}" srcOrd="1" destOrd="0" presId="urn:microsoft.com/office/officeart/2005/8/layout/hierarchy1"/>
    <dgm:cxn modelId="{04AE9F4C-5015-452D-8E60-287EC0F5F950}" type="presParOf" srcId="{51664D03-D5B3-4F55-9508-A3CD62BB3CFC}" destId="{D481EB1C-EA3F-4C03-A614-B9E1DE546A75}" srcOrd="1" destOrd="0" presId="urn:microsoft.com/office/officeart/2005/8/layout/hierarchy1"/>
    <dgm:cxn modelId="{4ADFE42E-7E6D-4837-8088-C975DF0B9137}" type="presParOf" srcId="{326A891C-2103-4158-AD7A-2988EBA9D2AC}" destId="{A5BAC553-6EED-45B9-B433-59A77EC2DA81}" srcOrd="2" destOrd="0" presId="urn:microsoft.com/office/officeart/2005/8/layout/hierarchy1"/>
    <dgm:cxn modelId="{F2F6F713-3C8A-4550-8EC5-62D51BBFC1A3}" type="presParOf" srcId="{A5BAC553-6EED-45B9-B433-59A77EC2DA81}" destId="{CB7F94B3-5C81-49AD-AA17-95B1626DC91B}" srcOrd="0" destOrd="0" presId="urn:microsoft.com/office/officeart/2005/8/layout/hierarchy1"/>
    <dgm:cxn modelId="{190B9F6E-EE8E-42E0-9FAB-D1B2680D5924}" type="presParOf" srcId="{CB7F94B3-5C81-49AD-AA17-95B1626DC91B}" destId="{6E789B86-3389-46F8-A84B-B7E32ED21D63}" srcOrd="0" destOrd="0" presId="urn:microsoft.com/office/officeart/2005/8/layout/hierarchy1"/>
    <dgm:cxn modelId="{04BD8F70-7DE1-4E6A-868D-AF3D69A18AB6}" type="presParOf" srcId="{CB7F94B3-5C81-49AD-AA17-95B1626DC91B}" destId="{1C7ABE41-6645-4F5B-8540-CA1F31B35A11}" srcOrd="1" destOrd="0" presId="urn:microsoft.com/office/officeart/2005/8/layout/hierarchy1"/>
    <dgm:cxn modelId="{30E7FAF7-2143-43A5-8245-C16398B3013C}" type="presParOf" srcId="{A5BAC553-6EED-45B9-B433-59A77EC2DA81}" destId="{21BDC35A-4144-4C04-AAB3-F859C9E3739E}" srcOrd="1" destOrd="0" presId="urn:microsoft.com/office/officeart/2005/8/layout/hierarchy1"/>
    <dgm:cxn modelId="{B4DD5D03-53A8-439D-94E3-663191082847}" type="presParOf" srcId="{21BDC35A-4144-4C04-AAB3-F859C9E3739E}" destId="{E4D9CDEA-5FE9-4959-923F-E4A114CFDFB5}" srcOrd="0" destOrd="0" presId="urn:microsoft.com/office/officeart/2005/8/layout/hierarchy1"/>
    <dgm:cxn modelId="{C420D2FE-F1F7-41E0-BEC4-6996561A09D8}" type="presParOf" srcId="{21BDC35A-4144-4C04-AAB3-F859C9E3739E}" destId="{D07B6456-0A1B-42BC-91BF-88F6ADA1DE87}" srcOrd="1" destOrd="0" presId="urn:microsoft.com/office/officeart/2005/8/layout/hierarchy1"/>
    <dgm:cxn modelId="{6C35E6C6-1576-4563-B806-85BF697BFFF0}" type="presParOf" srcId="{D07B6456-0A1B-42BC-91BF-88F6ADA1DE87}" destId="{5319D6F8-C6B1-4A06-AB5D-B4C43B214CAC}" srcOrd="0" destOrd="0" presId="urn:microsoft.com/office/officeart/2005/8/layout/hierarchy1"/>
    <dgm:cxn modelId="{70FF50D0-121F-4CB6-8CB9-74FCF96AD6AB}" type="presParOf" srcId="{5319D6F8-C6B1-4A06-AB5D-B4C43B214CAC}" destId="{C71F276D-DC44-4559-9667-B7D3A9BAD9ED}" srcOrd="0" destOrd="0" presId="urn:microsoft.com/office/officeart/2005/8/layout/hierarchy1"/>
    <dgm:cxn modelId="{A09D00DE-9141-4A99-85CF-38C3B58B3E16}" type="presParOf" srcId="{5319D6F8-C6B1-4A06-AB5D-B4C43B214CAC}" destId="{D001B813-C6CA-459F-9FBB-6D5788CCA15F}" srcOrd="1" destOrd="0" presId="urn:microsoft.com/office/officeart/2005/8/layout/hierarchy1"/>
    <dgm:cxn modelId="{3875E8EF-7674-4013-B19B-D0A9984D7E45}" type="presParOf" srcId="{D07B6456-0A1B-42BC-91BF-88F6ADA1DE87}" destId="{ED90E3FC-B69A-4517-9DCD-17CE398429F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B5E3BB1-99BD-4908-AEE5-3F305D7A2FD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E5EA79-7B58-467E-9931-7B4FE57A842E}">
      <dgm:prSet/>
      <dgm:spPr/>
      <dgm:t>
        <a:bodyPr/>
        <a:lstStyle/>
        <a:p>
          <a:r>
            <a:rPr lang="en-US" b="1" dirty="0"/>
            <a:t>2026 Rebuilt</a:t>
          </a:r>
          <a:endParaRPr lang="en-US" dirty="0"/>
        </a:p>
      </dgm:t>
    </dgm:pt>
    <dgm:pt modelId="{C4CF5428-72ED-4EAC-AA10-F09D7F372A5E}" type="parTrans" cxnId="{2759D4F3-96F2-42FB-B4BD-FC8E33677E9D}">
      <dgm:prSet/>
      <dgm:spPr/>
      <dgm:t>
        <a:bodyPr/>
        <a:lstStyle/>
        <a:p>
          <a:endParaRPr lang="en-US"/>
        </a:p>
      </dgm:t>
    </dgm:pt>
    <dgm:pt modelId="{B13F1039-4B5A-4ACB-98F8-134686508877}" type="sibTrans" cxnId="{2759D4F3-96F2-42FB-B4BD-FC8E33677E9D}">
      <dgm:prSet/>
      <dgm:spPr/>
      <dgm:t>
        <a:bodyPr/>
        <a:lstStyle/>
        <a:p>
          <a:endParaRPr lang="en-US"/>
        </a:p>
      </dgm:t>
    </dgm:pt>
    <dgm:pt modelId="{F3EDB790-9DE2-4913-B294-220469CEF9A8}">
      <dgm:prSet/>
      <dgm:spPr/>
      <dgm:t>
        <a:bodyPr/>
        <a:lstStyle/>
        <a:p>
          <a:r>
            <a:rPr lang="en-US" b="1" dirty="0"/>
            <a:t>Brasília Regional -  Alliance Winner , Regional Engineering Inspiration </a:t>
          </a:r>
          <a:endParaRPr lang="en-US" dirty="0"/>
        </a:p>
      </dgm:t>
    </dgm:pt>
    <dgm:pt modelId="{82FD15A8-02B5-49BB-B66A-071A51B532E7}" type="parTrans" cxnId="{067E1F8F-D4C9-445C-9BE5-3D30A70A491E}">
      <dgm:prSet/>
      <dgm:spPr/>
      <dgm:t>
        <a:bodyPr/>
        <a:lstStyle/>
        <a:p>
          <a:endParaRPr lang="en-US"/>
        </a:p>
      </dgm:t>
    </dgm:pt>
    <dgm:pt modelId="{E54FDDFA-CA3C-46C0-A36D-7EF13CF5E92E}" type="sibTrans" cxnId="{067E1F8F-D4C9-445C-9BE5-3D30A70A491E}">
      <dgm:prSet/>
      <dgm:spPr/>
      <dgm:t>
        <a:bodyPr/>
        <a:lstStyle/>
        <a:p>
          <a:endParaRPr lang="en-US"/>
        </a:p>
      </dgm:t>
    </dgm:pt>
    <dgm:pt modelId="{977A9B3E-844A-438B-9F19-05F3CF0CB99B}">
      <dgm:prSet/>
      <dgm:spPr/>
      <dgm:t>
        <a:bodyPr/>
        <a:lstStyle/>
        <a:p>
          <a:r>
            <a:rPr lang="en-US" b="1" dirty="0"/>
            <a:t>São Paulo Regional - Alliance Winner , Autonomous Award</a:t>
          </a:r>
          <a:endParaRPr lang="en-US" dirty="0"/>
        </a:p>
      </dgm:t>
    </dgm:pt>
    <dgm:pt modelId="{056F45BC-9029-4B21-92D5-F86CFC5CABD9}" type="parTrans" cxnId="{33E16E6E-E5F0-4A29-86E8-305ACAEACE1A}">
      <dgm:prSet/>
      <dgm:spPr/>
      <dgm:t>
        <a:bodyPr/>
        <a:lstStyle/>
        <a:p>
          <a:endParaRPr lang="en-US"/>
        </a:p>
      </dgm:t>
    </dgm:pt>
    <dgm:pt modelId="{DB684ECA-17EB-4F3D-A1F4-D9E3BDC64031}" type="sibTrans" cxnId="{33E16E6E-E5F0-4A29-86E8-305ACAEACE1A}">
      <dgm:prSet/>
      <dgm:spPr/>
      <dgm:t>
        <a:bodyPr/>
        <a:lstStyle/>
        <a:p>
          <a:endParaRPr lang="en-US"/>
        </a:p>
      </dgm:t>
    </dgm:pt>
    <dgm:pt modelId="{EE0E1140-3AED-4F7F-948C-540D6C1E328B}">
      <dgm:prSet/>
      <dgm:spPr/>
      <dgm:t>
        <a:bodyPr/>
        <a:lstStyle/>
        <a:p>
          <a:r>
            <a:rPr lang="en-US" b="1" dirty="0"/>
            <a:t>Houston - Newton Division in the World Championship</a:t>
          </a:r>
          <a:endParaRPr lang="en-US" dirty="0"/>
        </a:p>
      </dgm:t>
    </dgm:pt>
    <dgm:pt modelId="{2D228A31-7C41-44F3-9618-F39C75FC5C62}" type="parTrans" cxnId="{DD6836CB-8100-4357-A8B6-347A4E7BF050}">
      <dgm:prSet/>
      <dgm:spPr/>
      <dgm:t>
        <a:bodyPr/>
        <a:lstStyle/>
        <a:p>
          <a:endParaRPr lang="en-US"/>
        </a:p>
      </dgm:t>
    </dgm:pt>
    <dgm:pt modelId="{9DDC0312-C8CC-4AA7-A2CC-6F05A1878DDF}" type="sibTrans" cxnId="{DD6836CB-8100-4357-A8B6-347A4E7BF050}">
      <dgm:prSet/>
      <dgm:spPr/>
      <dgm:t>
        <a:bodyPr/>
        <a:lstStyle/>
        <a:p>
          <a:endParaRPr lang="en-US"/>
        </a:p>
      </dgm:t>
    </dgm:pt>
    <dgm:pt modelId="{52075E1F-E641-4492-A2D6-A3BB35879768}">
      <dgm:prSet/>
      <dgm:spPr/>
      <dgm:t>
        <a:bodyPr/>
        <a:lstStyle/>
        <a:p>
          <a:r>
            <a:rPr lang="en-US" b="1" dirty="0"/>
            <a:t>2024 Crescendo</a:t>
          </a:r>
          <a:endParaRPr lang="en-US" dirty="0"/>
        </a:p>
      </dgm:t>
    </dgm:pt>
    <dgm:pt modelId="{5754D1C6-CBD1-49D7-8848-D4511B0C9937}" type="parTrans" cxnId="{DDFC4CB9-A63C-4E52-8B8D-2B730734C09A}">
      <dgm:prSet/>
      <dgm:spPr/>
      <dgm:t>
        <a:bodyPr/>
        <a:lstStyle/>
        <a:p>
          <a:endParaRPr lang="en-US"/>
        </a:p>
      </dgm:t>
    </dgm:pt>
    <dgm:pt modelId="{DDA123BC-AB61-4059-8F38-8055571293F1}" type="sibTrans" cxnId="{DDFC4CB9-A63C-4E52-8B8D-2B730734C09A}">
      <dgm:prSet/>
      <dgm:spPr/>
      <dgm:t>
        <a:bodyPr/>
        <a:lstStyle/>
        <a:p>
          <a:endParaRPr lang="en-US"/>
        </a:p>
      </dgm:t>
    </dgm:pt>
    <dgm:pt modelId="{58C90F69-922B-4B8C-95BD-84AB37AC34FA}">
      <dgm:prSet/>
      <dgm:spPr/>
      <dgm:t>
        <a:bodyPr/>
        <a:lstStyle/>
        <a:p>
          <a:r>
            <a:rPr lang="en-US" b="1" dirty="0"/>
            <a:t>Brazil Regional – Innovation in Control Award</a:t>
          </a:r>
          <a:endParaRPr lang="en-US" dirty="0"/>
        </a:p>
      </dgm:t>
    </dgm:pt>
    <dgm:pt modelId="{4713944D-FA66-4D1F-84B7-C7F277929926}" type="parTrans" cxnId="{FFBF99BD-54D4-46D0-8E11-C5CC5C2C9C75}">
      <dgm:prSet/>
      <dgm:spPr/>
      <dgm:t>
        <a:bodyPr/>
        <a:lstStyle/>
        <a:p>
          <a:endParaRPr lang="en-US"/>
        </a:p>
      </dgm:t>
    </dgm:pt>
    <dgm:pt modelId="{7845D0B4-C4F5-4E23-8D16-7A5486656813}" type="sibTrans" cxnId="{FFBF99BD-54D4-46D0-8E11-C5CC5C2C9C75}">
      <dgm:prSet/>
      <dgm:spPr/>
      <dgm:t>
        <a:bodyPr/>
        <a:lstStyle/>
        <a:p>
          <a:endParaRPr lang="en-US"/>
        </a:p>
      </dgm:t>
    </dgm:pt>
    <dgm:pt modelId="{957C21BF-CD66-41EF-8632-FDD052644F00}">
      <dgm:prSet/>
      <dgm:spPr/>
      <dgm:t>
        <a:bodyPr/>
        <a:lstStyle/>
        <a:p>
          <a:r>
            <a:rPr lang="en-US" b="1" dirty="0"/>
            <a:t>2023 Charged Up </a:t>
          </a:r>
          <a:endParaRPr lang="en-US" dirty="0"/>
        </a:p>
      </dgm:t>
    </dgm:pt>
    <dgm:pt modelId="{534E513D-2BF2-4D50-A4C2-00358182A904}" type="parTrans" cxnId="{0D1C01A3-AD1C-4A98-BB6A-07DFFE7078E8}">
      <dgm:prSet/>
      <dgm:spPr/>
      <dgm:t>
        <a:bodyPr/>
        <a:lstStyle/>
        <a:p>
          <a:endParaRPr lang="en-US"/>
        </a:p>
      </dgm:t>
    </dgm:pt>
    <dgm:pt modelId="{850456A7-4775-47F6-AC74-632C84E3E357}" type="sibTrans" cxnId="{0D1C01A3-AD1C-4A98-BB6A-07DFFE7078E8}">
      <dgm:prSet/>
      <dgm:spPr/>
      <dgm:t>
        <a:bodyPr/>
        <a:lstStyle/>
        <a:p>
          <a:endParaRPr lang="en-US"/>
        </a:p>
      </dgm:t>
    </dgm:pt>
    <dgm:pt modelId="{76C64035-CCD6-4C14-82C9-5619036F582F}">
      <dgm:prSet/>
      <dgm:spPr/>
      <dgm:t>
        <a:bodyPr/>
        <a:lstStyle/>
        <a:p>
          <a:r>
            <a:rPr lang="en-US" b="1" dirty="0"/>
            <a:t>Brazil Regional - FIRST Impact Award, Alliance Winner</a:t>
          </a:r>
          <a:endParaRPr lang="en-US" dirty="0"/>
        </a:p>
      </dgm:t>
    </dgm:pt>
    <dgm:pt modelId="{D3033763-A428-4281-B03E-26C48B23D502}" type="parTrans" cxnId="{8F8580A0-746F-4448-A776-B09FE573550A}">
      <dgm:prSet/>
      <dgm:spPr/>
      <dgm:t>
        <a:bodyPr/>
        <a:lstStyle/>
        <a:p>
          <a:endParaRPr lang="en-US"/>
        </a:p>
      </dgm:t>
    </dgm:pt>
    <dgm:pt modelId="{91DF08AE-FEE6-4132-8687-4336779F638B}" type="sibTrans" cxnId="{8F8580A0-746F-4448-A776-B09FE573550A}">
      <dgm:prSet/>
      <dgm:spPr/>
      <dgm:t>
        <a:bodyPr/>
        <a:lstStyle/>
        <a:p>
          <a:endParaRPr lang="en-US"/>
        </a:p>
      </dgm:t>
    </dgm:pt>
    <dgm:pt modelId="{88EA0B20-2FDD-4C58-8241-CB29A92DF426}">
      <dgm:prSet/>
      <dgm:spPr/>
      <dgm:t>
        <a:bodyPr/>
        <a:lstStyle/>
        <a:p>
          <a:r>
            <a:rPr lang="en-US" b="1" dirty="0"/>
            <a:t>Greater Kansas City Regional : Regional Engineering Inspiration Award</a:t>
          </a:r>
          <a:endParaRPr lang="en-US" dirty="0"/>
        </a:p>
      </dgm:t>
    </dgm:pt>
    <dgm:pt modelId="{8F80D39A-66D2-4613-888C-ADABB99CF6C5}" type="parTrans" cxnId="{819F6732-9CE5-438A-9233-4395D3B0C8B8}">
      <dgm:prSet/>
      <dgm:spPr/>
      <dgm:t>
        <a:bodyPr/>
        <a:lstStyle/>
        <a:p>
          <a:endParaRPr lang="en-US"/>
        </a:p>
      </dgm:t>
    </dgm:pt>
    <dgm:pt modelId="{C9CDF258-987A-4C86-9BC2-8D4B59D49118}" type="sibTrans" cxnId="{819F6732-9CE5-438A-9233-4395D3B0C8B8}">
      <dgm:prSet/>
      <dgm:spPr/>
      <dgm:t>
        <a:bodyPr/>
        <a:lstStyle/>
        <a:p>
          <a:endParaRPr lang="en-US"/>
        </a:p>
      </dgm:t>
    </dgm:pt>
    <dgm:pt modelId="{8CF98299-905A-4DB4-AF5E-8C4B6ADDBF96}">
      <dgm:prSet/>
      <dgm:spPr/>
      <dgm:t>
        <a:bodyPr/>
        <a:lstStyle/>
        <a:p>
          <a:r>
            <a:rPr lang="en-US" b="1" dirty="0"/>
            <a:t>Houston - Archimedes Division in the World Championship</a:t>
          </a:r>
          <a:endParaRPr lang="en-US" dirty="0"/>
        </a:p>
      </dgm:t>
    </dgm:pt>
    <dgm:pt modelId="{726B40EA-288B-4172-B0E8-E6D6F025E255}" type="parTrans" cxnId="{173803B1-25D5-4624-A59F-1C4D610DD1C3}">
      <dgm:prSet/>
      <dgm:spPr/>
      <dgm:t>
        <a:bodyPr/>
        <a:lstStyle/>
        <a:p>
          <a:endParaRPr lang="en-US"/>
        </a:p>
      </dgm:t>
    </dgm:pt>
    <dgm:pt modelId="{9D75766F-F673-471F-AEA8-9CB24C1C3940}" type="sibTrans" cxnId="{173803B1-25D5-4624-A59F-1C4D610DD1C3}">
      <dgm:prSet/>
      <dgm:spPr/>
      <dgm:t>
        <a:bodyPr/>
        <a:lstStyle/>
        <a:p>
          <a:endParaRPr lang="en-US"/>
        </a:p>
      </dgm:t>
    </dgm:pt>
    <dgm:pt modelId="{593CD287-BAE2-4A68-AEF3-DF447650EF94}">
      <dgm:prSet/>
      <dgm:spPr/>
      <dgm:t>
        <a:bodyPr/>
        <a:lstStyle/>
        <a:p>
          <a:r>
            <a:rPr lang="en-US" b="1" i="0" dirty="0"/>
            <a:t>2022</a:t>
          </a:r>
          <a:r>
            <a:rPr lang="pt-BR" b="1" i="0" dirty="0"/>
            <a:t> </a:t>
          </a:r>
          <a:r>
            <a:rPr lang="en-US" b="1" i="0" dirty="0"/>
            <a:t>BRAZIL'S OFF-SEASON</a:t>
          </a:r>
          <a:endParaRPr lang="en-US" dirty="0"/>
        </a:p>
      </dgm:t>
    </dgm:pt>
    <dgm:pt modelId="{D91AE8F8-1E5C-49AB-A999-03980493390D}" type="parTrans" cxnId="{D369CBC3-5DA3-4F87-8209-C4073B55EE26}">
      <dgm:prSet/>
      <dgm:spPr/>
      <dgm:t>
        <a:bodyPr/>
        <a:lstStyle/>
        <a:p>
          <a:endParaRPr lang="en-US"/>
        </a:p>
      </dgm:t>
    </dgm:pt>
    <dgm:pt modelId="{656B556E-1665-47D4-B3B3-5B82971C95D2}" type="sibTrans" cxnId="{D369CBC3-5DA3-4F87-8209-C4073B55EE26}">
      <dgm:prSet/>
      <dgm:spPr/>
      <dgm:t>
        <a:bodyPr/>
        <a:lstStyle/>
        <a:p>
          <a:endParaRPr lang="en-US"/>
        </a:p>
      </dgm:t>
    </dgm:pt>
    <dgm:pt modelId="{9FBDC003-3CF1-4089-8BAC-9E231803733C}">
      <dgm:prSet/>
      <dgm:spPr/>
      <dgm:t>
        <a:bodyPr/>
        <a:lstStyle/>
        <a:p>
          <a:r>
            <a:rPr lang="en-US" b="1" i="0" dirty="0"/>
            <a:t> </a:t>
          </a:r>
          <a:r>
            <a:rPr lang="en-US" b="1" dirty="0"/>
            <a:t>ENGINEERING INSPIRATION AWARD</a:t>
          </a:r>
          <a:endParaRPr lang="en-US" dirty="0"/>
        </a:p>
      </dgm:t>
    </dgm:pt>
    <dgm:pt modelId="{0E4E829A-0DB9-4412-BB9D-0AB00C2F9C23}" type="parTrans" cxnId="{A7DBFEDE-E931-48E3-AF2C-FCC60A9B338C}">
      <dgm:prSet/>
      <dgm:spPr/>
      <dgm:t>
        <a:bodyPr/>
        <a:lstStyle/>
        <a:p>
          <a:endParaRPr lang="en-US"/>
        </a:p>
      </dgm:t>
    </dgm:pt>
    <dgm:pt modelId="{22C17BD5-AC6F-4E97-879E-79C271CF2F37}" type="sibTrans" cxnId="{A7DBFEDE-E931-48E3-AF2C-FCC60A9B338C}">
      <dgm:prSet/>
      <dgm:spPr/>
      <dgm:t>
        <a:bodyPr/>
        <a:lstStyle/>
        <a:p>
          <a:endParaRPr lang="en-US"/>
        </a:p>
      </dgm:t>
    </dgm:pt>
    <dgm:pt modelId="{27911914-F1EC-4F00-9140-0C6771702FD3}">
      <dgm:prSet/>
      <dgm:spPr/>
      <dgm:t>
        <a:bodyPr/>
        <a:lstStyle/>
        <a:p>
          <a:r>
            <a:rPr lang="en-US" b="1" i="0" dirty="0"/>
            <a:t>2021 FIRST INNOVATION CHALLENGE FINALIST AWARD</a:t>
          </a:r>
          <a:endParaRPr lang="en-US" dirty="0"/>
        </a:p>
      </dgm:t>
    </dgm:pt>
    <dgm:pt modelId="{61DD9E36-CAEB-4794-921C-61054A66AB52}" type="parTrans" cxnId="{6802F161-908B-44DD-B780-F71C8DDA8566}">
      <dgm:prSet/>
      <dgm:spPr/>
      <dgm:t>
        <a:bodyPr/>
        <a:lstStyle/>
        <a:p>
          <a:endParaRPr lang="en-US"/>
        </a:p>
      </dgm:t>
    </dgm:pt>
    <dgm:pt modelId="{8C86A1EB-8E4E-43E9-870B-6ED2A0BCB1DE}" type="sibTrans" cxnId="{6802F161-908B-44DD-B780-F71C8DDA8566}">
      <dgm:prSet/>
      <dgm:spPr/>
      <dgm:t>
        <a:bodyPr/>
        <a:lstStyle/>
        <a:p>
          <a:endParaRPr lang="en-US"/>
        </a:p>
      </dgm:t>
    </dgm:pt>
    <dgm:pt modelId="{BFE64845-30A0-445D-A920-D6305DEEAC01}">
      <dgm:prSet/>
      <dgm:spPr/>
      <dgm:t>
        <a:bodyPr/>
        <a:lstStyle/>
        <a:p>
          <a:r>
            <a:rPr lang="en-US" b="1" i="0" dirty="0"/>
            <a:t>GLOBAL INNOVATION COMMUNITY AWARD</a:t>
          </a:r>
          <a:endParaRPr lang="en-US" dirty="0"/>
        </a:p>
      </dgm:t>
    </dgm:pt>
    <dgm:pt modelId="{74C25B71-3771-43D3-84AE-B9EFE91E48DB}" type="parTrans" cxnId="{C1815288-7661-41EB-A9C9-5C2B49A37F48}">
      <dgm:prSet/>
      <dgm:spPr/>
      <dgm:t>
        <a:bodyPr/>
        <a:lstStyle/>
        <a:p>
          <a:endParaRPr lang="en-US"/>
        </a:p>
      </dgm:t>
    </dgm:pt>
    <dgm:pt modelId="{5800810A-ABAC-4228-83DA-8FA9DFDB9A78}" type="sibTrans" cxnId="{C1815288-7661-41EB-A9C9-5C2B49A37F48}">
      <dgm:prSet/>
      <dgm:spPr/>
      <dgm:t>
        <a:bodyPr/>
        <a:lstStyle/>
        <a:p>
          <a:endParaRPr lang="en-US"/>
        </a:p>
      </dgm:t>
    </dgm:pt>
    <dgm:pt modelId="{B511BA54-846D-4D1D-8D8C-C19FBD42A171}">
      <dgm:prSet/>
      <dgm:spPr/>
      <dgm:t>
        <a:bodyPr/>
        <a:lstStyle/>
        <a:p>
          <a:r>
            <a:rPr lang="en-US" b="1" i="0" dirty="0"/>
            <a:t>SKILLS COMPETITION AWARD</a:t>
          </a:r>
          <a:endParaRPr lang="en-US" dirty="0"/>
        </a:p>
      </dgm:t>
    </dgm:pt>
    <dgm:pt modelId="{7E436C9E-EA6E-4F4F-A29C-E3FE67C83E5F}" type="parTrans" cxnId="{04C3E564-3D5A-437E-9C55-8241A61E2216}">
      <dgm:prSet/>
      <dgm:spPr/>
      <dgm:t>
        <a:bodyPr/>
        <a:lstStyle/>
        <a:p>
          <a:endParaRPr lang="en-US"/>
        </a:p>
      </dgm:t>
    </dgm:pt>
    <dgm:pt modelId="{F9585D0E-D04C-4339-819D-F4ABD6803B40}" type="sibTrans" cxnId="{04C3E564-3D5A-437E-9C55-8241A61E2216}">
      <dgm:prSet/>
      <dgm:spPr/>
      <dgm:t>
        <a:bodyPr/>
        <a:lstStyle/>
        <a:p>
          <a:endParaRPr lang="en-US"/>
        </a:p>
      </dgm:t>
    </dgm:pt>
    <dgm:pt modelId="{A85945A2-59E0-445B-AD02-70D08B9AFD72}">
      <dgm:prSet/>
      <dgm:spPr/>
      <dgm:t>
        <a:bodyPr/>
        <a:lstStyle/>
        <a:p>
          <a:r>
            <a:rPr lang="en-US" b="1" i="0" dirty="0"/>
            <a:t>BRAZIL'S OFF-SEASON CHAIRMAN'S AWARD</a:t>
          </a:r>
          <a:endParaRPr lang="en-US" dirty="0"/>
        </a:p>
      </dgm:t>
    </dgm:pt>
    <dgm:pt modelId="{4FD1179E-8CB6-4BDE-A792-54F59228A8AF}" type="parTrans" cxnId="{5979A0C6-C67F-41B7-AD69-A26EA48036B3}">
      <dgm:prSet/>
      <dgm:spPr/>
      <dgm:t>
        <a:bodyPr/>
        <a:lstStyle/>
        <a:p>
          <a:endParaRPr lang="en-US"/>
        </a:p>
      </dgm:t>
    </dgm:pt>
    <dgm:pt modelId="{8F7C40B9-5DE3-4203-BB33-01C23C6E6416}" type="sibTrans" cxnId="{5979A0C6-C67F-41B7-AD69-A26EA48036B3}">
      <dgm:prSet/>
      <dgm:spPr/>
      <dgm:t>
        <a:bodyPr/>
        <a:lstStyle/>
        <a:p>
          <a:endParaRPr lang="en-US"/>
        </a:p>
      </dgm:t>
    </dgm:pt>
    <dgm:pt modelId="{969F6B8C-F475-4614-B262-448292697E29}">
      <dgm:prSet/>
      <dgm:spPr/>
      <dgm:t>
        <a:bodyPr/>
        <a:lstStyle/>
        <a:p>
          <a:r>
            <a:rPr lang="en-US" b="1" i="0"/>
            <a:t>BRAZIL'S OFF-SEASON AT HOME CHALLENGE FINALIST</a:t>
          </a:r>
          <a:endParaRPr lang="en-US"/>
        </a:p>
      </dgm:t>
    </dgm:pt>
    <dgm:pt modelId="{50C563DD-A0FC-4682-A343-C8F10A16CFF1}" type="parTrans" cxnId="{2897E940-BF58-409A-B608-8429D314CCE7}">
      <dgm:prSet/>
      <dgm:spPr/>
      <dgm:t>
        <a:bodyPr/>
        <a:lstStyle/>
        <a:p>
          <a:endParaRPr lang="en-US"/>
        </a:p>
      </dgm:t>
    </dgm:pt>
    <dgm:pt modelId="{A587B531-994B-4BA3-92EF-E201DBC6DCB3}" type="sibTrans" cxnId="{2897E940-BF58-409A-B608-8429D314CCE7}">
      <dgm:prSet/>
      <dgm:spPr/>
      <dgm:t>
        <a:bodyPr/>
        <a:lstStyle/>
        <a:p>
          <a:endParaRPr lang="en-US"/>
        </a:p>
      </dgm:t>
    </dgm:pt>
    <dgm:pt modelId="{5737DAB3-A6AD-436F-8CDC-AEB8E9517B56}">
      <dgm:prSet/>
      <dgm:spPr/>
      <dgm:t>
        <a:bodyPr/>
        <a:lstStyle/>
        <a:p>
          <a:r>
            <a:rPr lang="en-US" b="1" i="0" dirty="0"/>
            <a:t>BRAZIL'S OFF-SEASON WINNER ALLIANCE</a:t>
          </a:r>
          <a:endParaRPr lang="en-US" dirty="0"/>
        </a:p>
      </dgm:t>
    </dgm:pt>
    <dgm:pt modelId="{8058C165-FCD6-40A6-9E60-4DB4280CE2DE}" type="parTrans" cxnId="{081E3A4D-C7AE-47DB-A211-A83C0FB8E2B4}">
      <dgm:prSet/>
      <dgm:spPr/>
      <dgm:t>
        <a:bodyPr/>
        <a:lstStyle/>
        <a:p>
          <a:endParaRPr lang="en-US"/>
        </a:p>
      </dgm:t>
    </dgm:pt>
    <dgm:pt modelId="{4289A165-E33A-4C15-8AB4-2AF9C9016FCE}" type="sibTrans" cxnId="{081E3A4D-C7AE-47DB-A211-A83C0FB8E2B4}">
      <dgm:prSet/>
      <dgm:spPr/>
      <dgm:t>
        <a:bodyPr/>
        <a:lstStyle/>
        <a:p>
          <a:endParaRPr lang="en-US"/>
        </a:p>
      </dgm:t>
    </dgm:pt>
    <dgm:pt modelId="{4E972016-A4A1-47E8-98C1-636AD0A0536B}">
      <dgm:prSet/>
      <dgm:spPr/>
      <dgm:t>
        <a:bodyPr/>
        <a:lstStyle/>
        <a:p>
          <a:r>
            <a:rPr lang="en-US" b="1" i="0"/>
            <a:t>BRAZIL'S OFF-SEASON BEST INNOVATION DESIGN</a:t>
          </a:r>
          <a:r>
            <a:rPr lang="en-US"/>
            <a:t> </a:t>
          </a:r>
        </a:p>
      </dgm:t>
    </dgm:pt>
    <dgm:pt modelId="{19ECFC22-15EB-4D21-AB6C-1990B5CA02BE}" type="parTrans" cxnId="{745F5BF2-8565-4C74-99CF-2CE1902C4F5C}">
      <dgm:prSet/>
      <dgm:spPr/>
      <dgm:t>
        <a:bodyPr/>
        <a:lstStyle/>
        <a:p>
          <a:endParaRPr lang="en-US"/>
        </a:p>
      </dgm:t>
    </dgm:pt>
    <dgm:pt modelId="{080277F8-243B-4729-A729-CB95A784515B}" type="sibTrans" cxnId="{745F5BF2-8565-4C74-99CF-2CE1902C4F5C}">
      <dgm:prSet/>
      <dgm:spPr/>
      <dgm:t>
        <a:bodyPr/>
        <a:lstStyle/>
        <a:p>
          <a:endParaRPr lang="en-US"/>
        </a:p>
      </dgm:t>
    </dgm:pt>
    <dgm:pt modelId="{212EEE1B-70A8-4553-827B-EE6F2D7DFB84}">
      <dgm:prSet/>
      <dgm:spPr/>
      <dgm:t>
        <a:bodyPr/>
        <a:lstStyle/>
        <a:p>
          <a:r>
            <a:rPr lang="en-US" b="1" i="0" dirty="0"/>
            <a:t>2019 – Deep Space</a:t>
          </a:r>
          <a:endParaRPr lang="en-US" dirty="0"/>
        </a:p>
      </dgm:t>
    </dgm:pt>
    <dgm:pt modelId="{7D7818C0-A5E3-431F-9A7A-50BB782D8E14}" type="parTrans" cxnId="{62CA4F8E-501F-4C2D-8A8F-EA2D3A77C973}">
      <dgm:prSet/>
      <dgm:spPr/>
      <dgm:t>
        <a:bodyPr/>
        <a:lstStyle/>
        <a:p>
          <a:endParaRPr lang="en-US"/>
        </a:p>
      </dgm:t>
    </dgm:pt>
    <dgm:pt modelId="{2F710C9B-CD7B-4C13-8E0A-F75379A04B47}" type="sibTrans" cxnId="{62CA4F8E-501F-4C2D-8A8F-EA2D3A77C973}">
      <dgm:prSet/>
      <dgm:spPr/>
      <dgm:t>
        <a:bodyPr/>
        <a:lstStyle/>
        <a:p>
          <a:endParaRPr lang="en-US"/>
        </a:p>
      </dgm:t>
    </dgm:pt>
    <dgm:pt modelId="{98DB163B-4666-4298-ACB7-C0E2400E32AD}">
      <dgm:prSet/>
      <dgm:spPr/>
      <dgm:t>
        <a:bodyPr/>
        <a:lstStyle/>
        <a:p>
          <a:r>
            <a:rPr lang="en-US" b="1" i="0" dirty="0"/>
            <a:t>ROOKIE INSPIRATION AWARD FINALIST</a:t>
          </a:r>
          <a:endParaRPr lang="en-US"/>
        </a:p>
      </dgm:t>
    </dgm:pt>
    <dgm:pt modelId="{FEA9515F-0704-4EB0-A8E4-369B2EC5A163}" type="parTrans" cxnId="{AC4B9CE4-4812-47B6-92DF-DB64190E8A6C}">
      <dgm:prSet/>
      <dgm:spPr/>
      <dgm:t>
        <a:bodyPr/>
        <a:lstStyle/>
        <a:p>
          <a:endParaRPr lang="en-US"/>
        </a:p>
      </dgm:t>
    </dgm:pt>
    <dgm:pt modelId="{5313967E-5386-4804-BCB7-F4D22451C811}" type="sibTrans" cxnId="{AC4B9CE4-4812-47B6-92DF-DB64190E8A6C}">
      <dgm:prSet/>
      <dgm:spPr/>
      <dgm:t>
        <a:bodyPr/>
        <a:lstStyle/>
        <a:p>
          <a:endParaRPr lang="en-US"/>
        </a:p>
      </dgm:t>
    </dgm:pt>
    <dgm:pt modelId="{5284A1A2-4D62-4B88-AF1A-D0CB425F0CE7}">
      <dgm:prSet/>
      <dgm:spPr/>
      <dgm:t>
        <a:bodyPr/>
        <a:lstStyle/>
        <a:p>
          <a:r>
            <a:rPr lang="en-US" b="1"/>
            <a:t>2025 Reef Scape </a:t>
          </a:r>
          <a:endParaRPr lang="en-US" dirty="0"/>
        </a:p>
      </dgm:t>
    </dgm:pt>
    <dgm:pt modelId="{F0AA10C2-6DCA-4D04-8FFF-E2BE89CBA68A}" type="parTrans" cxnId="{D5DB03F4-AEF3-42D1-802B-20080A10BD4F}">
      <dgm:prSet/>
      <dgm:spPr/>
      <dgm:t>
        <a:bodyPr/>
        <a:lstStyle/>
        <a:p>
          <a:endParaRPr lang="en-US"/>
        </a:p>
      </dgm:t>
    </dgm:pt>
    <dgm:pt modelId="{54A23A6F-BBE8-4C4E-9E89-DE15687FA889}" type="sibTrans" cxnId="{D5DB03F4-AEF3-42D1-802B-20080A10BD4F}">
      <dgm:prSet/>
      <dgm:spPr/>
      <dgm:t>
        <a:bodyPr/>
        <a:lstStyle/>
        <a:p>
          <a:endParaRPr lang="en-US"/>
        </a:p>
      </dgm:t>
    </dgm:pt>
    <dgm:pt modelId="{1D154333-4D7C-4B94-99E5-7F890CF3F9AB}">
      <dgm:prSet/>
      <dgm:spPr/>
      <dgm:t>
        <a:bodyPr/>
        <a:lstStyle/>
        <a:p>
          <a:r>
            <a:rPr lang="en-US" b="1" dirty="0"/>
            <a:t>Brazil Regional -  Alliance Winner , FIRST Impact Award</a:t>
          </a:r>
          <a:endParaRPr lang="en-US" dirty="0"/>
        </a:p>
      </dgm:t>
    </dgm:pt>
    <dgm:pt modelId="{0A3DD107-0D8E-474A-97FB-25F947A9A597}" type="parTrans" cxnId="{185C074B-734A-4726-BAD0-0AC64841F5CE}">
      <dgm:prSet/>
      <dgm:spPr/>
      <dgm:t>
        <a:bodyPr/>
        <a:lstStyle/>
        <a:p>
          <a:endParaRPr lang="en-US"/>
        </a:p>
      </dgm:t>
    </dgm:pt>
    <dgm:pt modelId="{F8F146F8-1717-4F01-B653-063A40D71B3D}" type="sibTrans" cxnId="{185C074B-734A-4726-BAD0-0AC64841F5CE}">
      <dgm:prSet/>
      <dgm:spPr/>
      <dgm:t>
        <a:bodyPr/>
        <a:lstStyle/>
        <a:p>
          <a:endParaRPr lang="en-US"/>
        </a:p>
      </dgm:t>
    </dgm:pt>
    <dgm:pt modelId="{2520BC2B-0011-46DB-8399-E5005492CB8E}">
      <dgm:prSet/>
      <dgm:spPr/>
      <dgm:t>
        <a:bodyPr/>
        <a:lstStyle/>
        <a:p>
          <a:r>
            <a:rPr lang="en-US" b="1" dirty="0"/>
            <a:t>São Paulo Regional - Alliance Winner , Autonomous Award</a:t>
          </a:r>
          <a:endParaRPr lang="en-US" dirty="0"/>
        </a:p>
      </dgm:t>
    </dgm:pt>
    <dgm:pt modelId="{D91CDBF4-419D-4968-B740-8EA3DB992EE4}" type="parTrans" cxnId="{EA154F23-B0A5-4670-B08D-A0930AC4D7C6}">
      <dgm:prSet/>
      <dgm:spPr/>
      <dgm:t>
        <a:bodyPr/>
        <a:lstStyle/>
        <a:p>
          <a:endParaRPr lang="en-US"/>
        </a:p>
      </dgm:t>
    </dgm:pt>
    <dgm:pt modelId="{D6B7126A-9D74-44DD-8848-82693DC268D9}" type="sibTrans" cxnId="{EA154F23-B0A5-4670-B08D-A0930AC4D7C6}">
      <dgm:prSet/>
      <dgm:spPr/>
      <dgm:t>
        <a:bodyPr/>
        <a:lstStyle/>
        <a:p>
          <a:endParaRPr lang="en-US"/>
        </a:p>
      </dgm:t>
    </dgm:pt>
    <dgm:pt modelId="{6D1540FA-341F-4DD6-AF5F-EFED628899FE}">
      <dgm:prSet/>
      <dgm:spPr/>
      <dgm:t>
        <a:bodyPr/>
        <a:lstStyle/>
        <a:p>
          <a:r>
            <a:rPr lang="en-US" b="1" dirty="0"/>
            <a:t>Houston - Jhonson Division in the World Championship</a:t>
          </a:r>
          <a:endParaRPr lang="en-US" dirty="0"/>
        </a:p>
      </dgm:t>
    </dgm:pt>
    <dgm:pt modelId="{EC9B48AB-4B61-417C-A3FF-773B39C055B5}" type="parTrans" cxnId="{07720D50-6FA2-43EB-BECF-E4D0DF6DE4F6}">
      <dgm:prSet/>
      <dgm:spPr/>
      <dgm:t>
        <a:bodyPr/>
        <a:lstStyle/>
        <a:p>
          <a:endParaRPr lang="en-US"/>
        </a:p>
      </dgm:t>
    </dgm:pt>
    <dgm:pt modelId="{F800F86D-BFF7-4D72-8513-934AA236A211}" type="sibTrans" cxnId="{07720D50-6FA2-43EB-BECF-E4D0DF6DE4F6}">
      <dgm:prSet/>
      <dgm:spPr/>
      <dgm:t>
        <a:bodyPr/>
        <a:lstStyle/>
        <a:p>
          <a:endParaRPr lang="en-US"/>
        </a:p>
      </dgm:t>
    </dgm:pt>
    <dgm:pt modelId="{CE096DF6-EB9B-4596-956E-A4B05A5B6871}" type="pres">
      <dgm:prSet presAssocID="{2B5E3BB1-99BD-4908-AEE5-3F305D7A2FD9}" presName="Name0" presStyleCnt="0">
        <dgm:presLayoutVars>
          <dgm:dir/>
          <dgm:animLvl val="lvl"/>
          <dgm:resizeHandles val="exact"/>
        </dgm:presLayoutVars>
      </dgm:prSet>
      <dgm:spPr/>
    </dgm:pt>
    <dgm:pt modelId="{AA5D148A-4BC1-40E5-B446-8CB9EDBD6FE7}" type="pres">
      <dgm:prSet presAssocID="{D1E5EA79-7B58-467E-9931-7B4FE57A842E}" presName="composite" presStyleCnt="0"/>
      <dgm:spPr/>
    </dgm:pt>
    <dgm:pt modelId="{1CB26AB9-0DF1-47AC-8850-B66BE80A961D}" type="pres">
      <dgm:prSet presAssocID="{D1E5EA79-7B58-467E-9931-7B4FE57A842E}" presName="parTx" presStyleLbl="alignNode1" presStyleIdx="0" presStyleCnt="7">
        <dgm:presLayoutVars>
          <dgm:chMax val="0"/>
          <dgm:chPref val="0"/>
          <dgm:bulletEnabled val="1"/>
        </dgm:presLayoutVars>
      </dgm:prSet>
      <dgm:spPr/>
    </dgm:pt>
    <dgm:pt modelId="{92CA5991-48AA-4272-8D92-1E6B8963860E}" type="pres">
      <dgm:prSet presAssocID="{D1E5EA79-7B58-467E-9931-7B4FE57A842E}" presName="desTx" presStyleLbl="alignAccFollowNode1" presStyleIdx="0" presStyleCnt="7">
        <dgm:presLayoutVars>
          <dgm:bulletEnabled val="1"/>
        </dgm:presLayoutVars>
      </dgm:prSet>
      <dgm:spPr/>
    </dgm:pt>
    <dgm:pt modelId="{6536EA27-E1E5-463D-8938-22065C0C318E}" type="pres">
      <dgm:prSet presAssocID="{B13F1039-4B5A-4ACB-98F8-134686508877}" presName="space" presStyleCnt="0"/>
      <dgm:spPr/>
    </dgm:pt>
    <dgm:pt modelId="{08A4D084-9716-469C-89E0-ED4453A5010B}" type="pres">
      <dgm:prSet presAssocID="{5284A1A2-4D62-4B88-AF1A-D0CB425F0CE7}" presName="composite" presStyleCnt="0"/>
      <dgm:spPr/>
    </dgm:pt>
    <dgm:pt modelId="{CE708FC1-A154-44C2-B354-A5E180742C9F}" type="pres">
      <dgm:prSet presAssocID="{5284A1A2-4D62-4B88-AF1A-D0CB425F0CE7}" presName="parTx" presStyleLbl="alignNode1" presStyleIdx="1" presStyleCnt="7">
        <dgm:presLayoutVars>
          <dgm:chMax val="0"/>
          <dgm:chPref val="0"/>
          <dgm:bulletEnabled val="1"/>
        </dgm:presLayoutVars>
      </dgm:prSet>
      <dgm:spPr/>
    </dgm:pt>
    <dgm:pt modelId="{F0A60C88-491E-4479-8EF8-69583AA7F61C}" type="pres">
      <dgm:prSet presAssocID="{5284A1A2-4D62-4B88-AF1A-D0CB425F0CE7}" presName="desTx" presStyleLbl="alignAccFollowNode1" presStyleIdx="1" presStyleCnt="7">
        <dgm:presLayoutVars>
          <dgm:bulletEnabled val="1"/>
        </dgm:presLayoutVars>
      </dgm:prSet>
      <dgm:spPr/>
    </dgm:pt>
    <dgm:pt modelId="{34A807F7-B943-4655-AC4E-1299657659C1}" type="pres">
      <dgm:prSet presAssocID="{54A23A6F-BBE8-4C4E-9E89-DE15687FA889}" presName="space" presStyleCnt="0"/>
      <dgm:spPr/>
    </dgm:pt>
    <dgm:pt modelId="{BF090AC8-5C13-46DF-B103-BF5BECED85A0}" type="pres">
      <dgm:prSet presAssocID="{52075E1F-E641-4492-A2D6-A3BB35879768}" presName="composite" presStyleCnt="0"/>
      <dgm:spPr/>
    </dgm:pt>
    <dgm:pt modelId="{78203710-3CBD-48B4-95FF-D0CA1BB9B9D5}" type="pres">
      <dgm:prSet presAssocID="{52075E1F-E641-4492-A2D6-A3BB35879768}" presName="parTx" presStyleLbl="alignNode1" presStyleIdx="2" presStyleCnt="7">
        <dgm:presLayoutVars>
          <dgm:chMax val="0"/>
          <dgm:chPref val="0"/>
          <dgm:bulletEnabled val="1"/>
        </dgm:presLayoutVars>
      </dgm:prSet>
      <dgm:spPr/>
    </dgm:pt>
    <dgm:pt modelId="{AFD791A3-DEA9-4930-8FAF-A38FAE0003DF}" type="pres">
      <dgm:prSet presAssocID="{52075E1F-E641-4492-A2D6-A3BB35879768}" presName="desTx" presStyleLbl="alignAccFollowNode1" presStyleIdx="2" presStyleCnt="7">
        <dgm:presLayoutVars>
          <dgm:bulletEnabled val="1"/>
        </dgm:presLayoutVars>
      </dgm:prSet>
      <dgm:spPr/>
    </dgm:pt>
    <dgm:pt modelId="{C5DFAD2C-99B0-4BA7-8BD0-10F57CA3FC58}" type="pres">
      <dgm:prSet presAssocID="{DDA123BC-AB61-4059-8F38-8055571293F1}" presName="space" presStyleCnt="0"/>
      <dgm:spPr/>
    </dgm:pt>
    <dgm:pt modelId="{E7487BC0-4609-43EA-AEC6-5FA7B35A0EC4}" type="pres">
      <dgm:prSet presAssocID="{957C21BF-CD66-41EF-8632-FDD052644F00}" presName="composite" presStyleCnt="0"/>
      <dgm:spPr/>
    </dgm:pt>
    <dgm:pt modelId="{E0FC8588-B1CE-4716-8F62-B2E4B6705E51}" type="pres">
      <dgm:prSet presAssocID="{957C21BF-CD66-41EF-8632-FDD052644F00}" presName="parTx" presStyleLbl="alignNode1" presStyleIdx="3" presStyleCnt="7">
        <dgm:presLayoutVars>
          <dgm:chMax val="0"/>
          <dgm:chPref val="0"/>
          <dgm:bulletEnabled val="1"/>
        </dgm:presLayoutVars>
      </dgm:prSet>
      <dgm:spPr/>
    </dgm:pt>
    <dgm:pt modelId="{0520E74F-0F3B-4A26-82F3-222F23F9597C}" type="pres">
      <dgm:prSet presAssocID="{957C21BF-CD66-41EF-8632-FDD052644F00}" presName="desTx" presStyleLbl="alignAccFollowNode1" presStyleIdx="3" presStyleCnt="7">
        <dgm:presLayoutVars>
          <dgm:bulletEnabled val="1"/>
        </dgm:presLayoutVars>
      </dgm:prSet>
      <dgm:spPr/>
    </dgm:pt>
    <dgm:pt modelId="{200D596A-6FDC-473F-BADE-815CCE0CF5B4}" type="pres">
      <dgm:prSet presAssocID="{850456A7-4775-47F6-AC74-632C84E3E357}" presName="space" presStyleCnt="0"/>
      <dgm:spPr/>
    </dgm:pt>
    <dgm:pt modelId="{CC03072F-E586-4B56-ACEC-064E238BF640}" type="pres">
      <dgm:prSet presAssocID="{593CD287-BAE2-4A68-AEF3-DF447650EF94}" presName="composite" presStyleCnt="0"/>
      <dgm:spPr/>
    </dgm:pt>
    <dgm:pt modelId="{95831783-FA68-475C-9A7D-5BB63ED9B145}" type="pres">
      <dgm:prSet presAssocID="{593CD287-BAE2-4A68-AEF3-DF447650EF94}" presName="parTx" presStyleLbl="alignNode1" presStyleIdx="4" presStyleCnt="7">
        <dgm:presLayoutVars>
          <dgm:chMax val="0"/>
          <dgm:chPref val="0"/>
          <dgm:bulletEnabled val="1"/>
        </dgm:presLayoutVars>
      </dgm:prSet>
      <dgm:spPr/>
    </dgm:pt>
    <dgm:pt modelId="{F6E4F042-D4BB-4CEB-ACBE-6C54660BD76C}" type="pres">
      <dgm:prSet presAssocID="{593CD287-BAE2-4A68-AEF3-DF447650EF94}" presName="desTx" presStyleLbl="alignAccFollowNode1" presStyleIdx="4" presStyleCnt="7">
        <dgm:presLayoutVars>
          <dgm:bulletEnabled val="1"/>
        </dgm:presLayoutVars>
      </dgm:prSet>
      <dgm:spPr/>
    </dgm:pt>
    <dgm:pt modelId="{9ACABC3B-B540-4D3A-9EBF-BBD98406C006}" type="pres">
      <dgm:prSet presAssocID="{656B556E-1665-47D4-B3B3-5B82971C95D2}" presName="space" presStyleCnt="0"/>
      <dgm:spPr/>
    </dgm:pt>
    <dgm:pt modelId="{6135CD61-8601-4888-84AB-F9FB4C0B000F}" type="pres">
      <dgm:prSet presAssocID="{27911914-F1EC-4F00-9140-0C6771702FD3}" presName="composite" presStyleCnt="0"/>
      <dgm:spPr/>
    </dgm:pt>
    <dgm:pt modelId="{EB2FAA48-2D52-48F4-9450-6A299BE0975C}" type="pres">
      <dgm:prSet presAssocID="{27911914-F1EC-4F00-9140-0C6771702FD3}" presName="parTx" presStyleLbl="alignNode1" presStyleIdx="5" presStyleCnt="7">
        <dgm:presLayoutVars>
          <dgm:chMax val="0"/>
          <dgm:chPref val="0"/>
          <dgm:bulletEnabled val="1"/>
        </dgm:presLayoutVars>
      </dgm:prSet>
      <dgm:spPr/>
    </dgm:pt>
    <dgm:pt modelId="{7C741A1D-3EB8-4D46-A088-13AF7EAC371F}" type="pres">
      <dgm:prSet presAssocID="{27911914-F1EC-4F00-9140-0C6771702FD3}" presName="desTx" presStyleLbl="alignAccFollowNode1" presStyleIdx="5" presStyleCnt="7">
        <dgm:presLayoutVars>
          <dgm:bulletEnabled val="1"/>
        </dgm:presLayoutVars>
      </dgm:prSet>
      <dgm:spPr/>
    </dgm:pt>
    <dgm:pt modelId="{E7ACE88E-E865-4EC1-A34E-89E1C611A70F}" type="pres">
      <dgm:prSet presAssocID="{8C86A1EB-8E4E-43E9-870B-6ED2A0BCB1DE}" presName="space" presStyleCnt="0"/>
      <dgm:spPr/>
    </dgm:pt>
    <dgm:pt modelId="{C557C619-DF57-4065-A65E-DC7D077BEDBB}" type="pres">
      <dgm:prSet presAssocID="{212EEE1B-70A8-4553-827B-EE6F2D7DFB84}" presName="composite" presStyleCnt="0"/>
      <dgm:spPr/>
    </dgm:pt>
    <dgm:pt modelId="{1A01A176-F808-4797-85B6-6E7BEBD45CED}" type="pres">
      <dgm:prSet presAssocID="{212EEE1B-70A8-4553-827B-EE6F2D7DFB84}" presName="parTx" presStyleLbl="alignNode1" presStyleIdx="6" presStyleCnt="7">
        <dgm:presLayoutVars>
          <dgm:chMax val="0"/>
          <dgm:chPref val="0"/>
          <dgm:bulletEnabled val="1"/>
        </dgm:presLayoutVars>
      </dgm:prSet>
      <dgm:spPr/>
    </dgm:pt>
    <dgm:pt modelId="{F9A69F2D-47B6-4D59-95FF-C7C47FC431D0}" type="pres">
      <dgm:prSet presAssocID="{212EEE1B-70A8-4553-827B-EE6F2D7DFB84}" presName="desTx" presStyleLbl="alignAccFollowNode1" presStyleIdx="6" presStyleCnt="7">
        <dgm:presLayoutVars>
          <dgm:bulletEnabled val="1"/>
        </dgm:presLayoutVars>
      </dgm:prSet>
      <dgm:spPr/>
    </dgm:pt>
  </dgm:ptLst>
  <dgm:cxnLst>
    <dgm:cxn modelId="{F6FC5819-B019-4356-AA0C-65E9A6A45C4A}" type="presOf" srcId="{EE0E1140-3AED-4F7F-948C-540D6C1E328B}" destId="{F0A60C88-491E-4479-8EF8-69583AA7F61C}" srcOrd="0" destOrd="2" presId="urn:microsoft.com/office/officeart/2005/8/layout/hList1"/>
    <dgm:cxn modelId="{9BE72B20-B514-4E20-A004-96CCD615DE4E}" type="presOf" srcId="{2B5E3BB1-99BD-4908-AEE5-3F305D7A2FD9}" destId="{CE096DF6-EB9B-4596-956E-A4B05A5B6871}" srcOrd="0" destOrd="0" presId="urn:microsoft.com/office/officeart/2005/8/layout/hList1"/>
    <dgm:cxn modelId="{EA154F23-B0A5-4670-B08D-A0930AC4D7C6}" srcId="{D1E5EA79-7B58-467E-9931-7B4FE57A842E}" destId="{2520BC2B-0011-46DB-8399-E5005492CB8E}" srcOrd="1" destOrd="0" parTransId="{D91CDBF4-419D-4968-B740-8EA3DB992EE4}" sibTransId="{D6B7126A-9D74-44DD-8848-82693DC268D9}"/>
    <dgm:cxn modelId="{9912CB23-C00F-402C-BEC1-564BD2966798}" type="presOf" srcId="{F3EDB790-9DE2-4913-B294-220469CEF9A8}" destId="{F0A60C88-491E-4479-8EF8-69583AA7F61C}" srcOrd="0" destOrd="0" presId="urn:microsoft.com/office/officeart/2005/8/layout/hList1"/>
    <dgm:cxn modelId="{2DDE1E2B-7BC8-4E09-A12D-9A08350669C1}" type="presOf" srcId="{5737DAB3-A6AD-436F-8CDC-AEB8E9517B56}" destId="{7C741A1D-3EB8-4D46-A088-13AF7EAC371F}" srcOrd="0" destOrd="4" presId="urn:microsoft.com/office/officeart/2005/8/layout/hList1"/>
    <dgm:cxn modelId="{789E302B-467D-4346-B071-C02BF68C77C0}" type="presOf" srcId="{76C64035-CCD6-4C14-82C9-5619036F582F}" destId="{0520E74F-0F3B-4A26-82F3-222F23F9597C}" srcOrd="0" destOrd="0" presId="urn:microsoft.com/office/officeart/2005/8/layout/hList1"/>
    <dgm:cxn modelId="{08DF072C-272B-4B71-8CD6-EF8CD03BD63D}" type="presOf" srcId="{27911914-F1EC-4F00-9140-0C6771702FD3}" destId="{EB2FAA48-2D52-48F4-9450-6A299BE0975C}" srcOrd="0" destOrd="0" presId="urn:microsoft.com/office/officeart/2005/8/layout/hList1"/>
    <dgm:cxn modelId="{9994D131-3C43-4360-B8DF-FBAE28B2BA6F}" type="presOf" srcId="{957C21BF-CD66-41EF-8632-FDD052644F00}" destId="{E0FC8588-B1CE-4716-8F62-B2E4B6705E51}" srcOrd="0" destOrd="0" presId="urn:microsoft.com/office/officeart/2005/8/layout/hList1"/>
    <dgm:cxn modelId="{819F6732-9CE5-438A-9233-4395D3B0C8B8}" srcId="{957C21BF-CD66-41EF-8632-FDD052644F00}" destId="{88EA0B20-2FDD-4C58-8241-CB29A92DF426}" srcOrd="1" destOrd="0" parTransId="{8F80D39A-66D2-4613-888C-ADABB99CF6C5}" sibTransId="{C9CDF258-987A-4C86-9BC2-8D4B59D49118}"/>
    <dgm:cxn modelId="{5017843F-F98E-4E06-8FF9-41886FCE0E53}" type="presOf" srcId="{B511BA54-846D-4D1D-8D8C-C19FBD42A171}" destId="{7C741A1D-3EB8-4D46-A088-13AF7EAC371F}" srcOrd="0" destOrd="1" presId="urn:microsoft.com/office/officeart/2005/8/layout/hList1"/>
    <dgm:cxn modelId="{2897E940-BF58-409A-B608-8429D314CCE7}" srcId="{27911914-F1EC-4F00-9140-0C6771702FD3}" destId="{969F6B8C-F475-4614-B262-448292697E29}" srcOrd="3" destOrd="0" parTransId="{50C563DD-A0FC-4682-A343-C8F10A16CFF1}" sibTransId="{A587B531-994B-4BA3-92EF-E201DBC6DCB3}"/>
    <dgm:cxn modelId="{6802F161-908B-44DD-B780-F71C8DDA8566}" srcId="{2B5E3BB1-99BD-4908-AEE5-3F305D7A2FD9}" destId="{27911914-F1EC-4F00-9140-0C6771702FD3}" srcOrd="5" destOrd="0" parTransId="{61DD9E36-CAEB-4794-921C-61054A66AB52}" sibTransId="{8C86A1EB-8E4E-43E9-870B-6ED2A0BCB1DE}"/>
    <dgm:cxn modelId="{04C3E564-3D5A-437E-9C55-8241A61E2216}" srcId="{27911914-F1EC-4F00-9140-0C6771702FD3}" destId="{B511BA54-846D-4D1D-8D8C-C19FBD42A171}" srcOrd="1" destOrd="0" parTransId="{7E436C9E-EA6E-4F4F-A29C-E3FE67C83E5F}" sibTransId="{F9585D0E-D04C-4339-819D-F4ABD6803B40}"/>
    <dgm:cxn modelId="{E1AE9065-7AF2-4D9A-A879-14D60A742BE8}" type="presOf" srcId="{4E972016-A4A1-47E8-98C1-636AD0A0536B}" destId="{7C741A1D-3EB8-4D46-A088-13AF7EAC371F}" srcOrd="0" destOrd="5" presId="urn:microsoft.com/office/officeart/2005/8/layout/hList1"/>
    <dgm:cxn modelId="{185C074B-734A-4726-BAD0-0AC64841F5CE}" srcId="{D1E5EA79-7B58-467E-9931-7B4FE57A842E}" destId="{1D154333-4D7C-4B94-99E5-7F890CF3F9AB}" srcOrd="0" destOrd="0" parTransId="{0A3DD107-0D8E-474A-97FB-25F947A9A597}" sibTransId="{F8F146F8-1717-4F01-B653-063A40D71B3D}"/>
    <dgm:cxn modelId="{081E3A4D-C7AE-47DB-A211-A83C0FB8E2B4}" srcId="{27911914-F1EC-4F00-9140-0C6771702FD3}" destId="{5737DAB3-A6AD-436F-8CDC-AEB8E9517B56}" srcOrd="4" destOrd="0" parTransId="{8058C165-FCD6-40A6-9E60-4DB4280CE2DE}" sibTransId="{4289A165-E33A-4C15-8AB4-2AF9C9016FCE}"/>
    <dgm:cxn modelId="{33E16E6E-E5F0-4A29-86E8-305ACAEACE1A}" srcId="{5284A1A2-4D62-4B88-AF1A-D0CB425F0CE7}" destId="{977A9B3E-844A-438B-9F19-05F3CF0CB99B}" srcOrd="1" destOrd="0" parTransId="{056F45BC-9029-4B21-92D5-F86CFC5CABD9}" sibTransId="{DB684ECA-17EB-4F3D-A1F4-D9E3BDC64031}"/>
    <dgm:cxn modelId="{B382CC4F-2D8F-4C41-9E46-619F558E1E64}" type="presOf" srcId="{8CF98299-905A-4DB4-AF5E-8C4B6ADDBF96}" destId="{0520E74F-0F3B-4A26-82F3-222F23F9597C}" srcOrd="0" destOrd="2" presId="urn:microsoft.com/office/officeart/2005/8/layout/hList1"/>
    <dgm:cxn modelId="{07720D50-6FA2-43EB-BECF-E4D0DF6DE4F6}" srcId="{D1E5EA79-7B58-467E-9931-7B4FE57A842E}" destId="{6D1540FA-341F-4DD6-AF5F-EFED628899FE}" srcOrd="2" destOrd="0" parTransId="{EC9B48AB-4B61-417C-A3FF-773B39C055B5}" sibTransId="{F800F86D-BFF7-4D72-8513-934AA236A211}"/>
    <dgm:cxn modelId="{99C56870-D84F-427A-85E6-64F315CF3859}" type="presOf" srcId="{58C90F69-922B-4B8C-95BD-84AB37AC34FA}" destId="{AFD791A3-DEA9-4930-8FAF-A38FAE0003DF}" srcOrd="0" destOrd="0" presId="urn:microsoft.com/office/officeart/2005/8/layout/hList1"/>
    <dgm:cxn modelId="{2CEC6973-F1E1-45DA-B060-1EE592A972A8}" type="presOf" srcId="{BFE64845-30A0-445D-A920-D6305DEEAC01}" destId="{7C741A1D-3EB8-4D46-A088-13AF7EAC371F}" srcOrd="0" destOrd="0" presId="urn:microsoft.com/office/officeart/2005/8/layout/hList1"/>
    <dgm:cxn modelId="{54788A76-24E5-4517-9269-5D4618CD5241}" type="presOf" srcId="{A85945A2-59E0-445B-AD02-70D08B9AFD72}" destId="{7C741A1D-3EB8-4D46-A088-13AF7EAC371F}" srcOrd="0" destOrd="2" presId="urn:microsoft.com/office/officeart/2005/8/layout/hList1"/>
    <dgm:cxn modelId="{2DBE8C57-804F-4EA4-9A83-80C26F32EEC9}" type="presOf" srcId="{1D154333-4D7C-4B94-99E5-7F890CF3F9AB}" destId="{92CA5991-48AA-4272-8D92-1E6B8963860E}" srcOrd="0" destOrd="0" presId="urn:microsoft.com/office/officeart/2005/8/layout/hList1"/>
    <dgm:cxn modelId="{A325627E-FB02-4313-8A56-FE7232CEA6BF}" type="presOf" srcId="{977A9B3E-844A-438B-9F19-05F3CF0CB99B}" destId="{F0A60C88-491E-4479-8EF8-69583AA7F61C}" srcOrd="0" destOrd="1" presId="urn:microsoft.com/office/officeart/2005/8/layout/hList1"/>
    <dgm:cxn modelId="{C1815288-7661-41EB-A9C9-5C2B49A37F48}" srcId="{27911914-F1EC-4F00-9140-0C6771702FD3}" destId="{BFE64845-30A0-445D-A920-D6305DEEAC01}" srcOrd="0" destOrd="0" parTransId="{74C25B71-3771-43D3-84AE-B9EFE91E48DB}" sibTransId="{5800810A-ABAC-4228-83DA-8FA9DFDB9A78}"/>
    <dgm:cxn modelId="{62CA4F8E-501F-4C2D-8A8F-EA2D3A77C973}" srcId="{2B5E3BB1-99BD-4908-AEE5-3F305D7A2FD9}" destId="{212EEE1B-70A8-4553-827B-EE6F2D7DFB84}" srcOrd="6" destOrd="0" parTransId="{7D7818C0-A5E3-431F-9A7A-50BB782D8E14}" sibTransId="{2F710C9B-CD7B-4C13-8E0A-F75379A04B47}"/>
    <dgm:cxn modelId="{067E1F8F-D4C9-445C-9BE5-3D30A70A491E}" srcId="{5284A1A2-4D62-4B88-AF1A-D0CB425F0CE7}" destId="{F3EDB790-9DE2-4913-B294-220469CEF9A8}" srcOrd="0" destOrd="0" parTransId="{82FD15A8-02B5-49BB-B66A-071A51B532E7}" sibTransId="{E54FDDFA-CA3C-46C0-A36D-7EF13CF5E92E}"/>
    <dgm:cxn modelId="{DE5B4191-31A6-4537-8A2B-14543B9F2843}" type="presOf" srcId="{212EEE1B-70A8-4553-827B-EE6F2D7DFB84}" destId="{1A01A176-F808-4797-85B6-6E7BEBD45CED}" srcOrd="0" destOrd="0" presId="urn:microsoft.com/office/officeart/2005/8/layout/hList1"/>
    <dgm:cxn modelId="{515E8895-BBA4-4F4F-8D7C-C91D1E95FF8D}" type="presOf" srcId="{9FBDC003-3CF1-4089-8BAC-9E231803733C}" destId="{F6E4F042-D4BB-4CEB-ACBE-6C54660BD76C}" srcOrd="0" destOrd="0" presId="urn:microsoft.com/office/officeart/2005/8/layout/hList1"/>
    <dgm:cxn modelId="{8F8580A0-746F-4448-A776-B09FE573550A}" srcId="{957C21BF-CD66-41EF-8632-FDD052644F00}" destId="{76C64035-CCD6-4C14-82C9-5619036F582F}" srcOrd="0" destOrd="0" parTransId="{D3033763-A428-4281-B03E-26C48B23D502}" sibTransId="{91DF08AE-FEE6-4132-8687-4336779F638B}"/>
    <dgm:cxn modelId="{0D1C01A3-AD1C-4A98-BB6A-07DFFE7078E8}" srcId="{2B5E3BB1-99BD-4908-AEE5-3F305D7A2FD9}" destId="{957C21BF-CD66-41EF-8632-FDD052644F00}" srcOrd="3" destOrd="0" parTransId="{534E513D-2BF2-4D50-A4C2-00358182A904}" sibTransId="{850456A7-4775-47F6-AC74-632C84E3E357}"/>
    <dgm:cxn modelId="{173803B1-25D5-4624-A59F-1C4D610DD1C3}" srcId="{957C21BF-CD66-41EF-8632-FDD052644F00}" destId="{8CF98299-905A-4DB4-AF5E-8C4B6ADDBF96}" srcOrd="2" destOrd="0" parTransId="{726B40EA-288B-4172-B0E8-E6D6F025E255}" sibTransId="{9D75766F-F673-471F-AEA8-9CB24C1C3940}"/>
    <dgm:cxn modelId="{90E37EB2-8DE1-4296-8E05-6D1D45F113AA}" type="presOf" srcId="{5284A1A2-4D62-4B88-AF1A-D0CB425F0CE7}" destId="{CE708FC1-A154-44C2-B354-A5E180742C9F}" srcOrd="0" destOrd="0" presId="urn:microsoft.com/office/officeart/2005/8/layout/hList1"/>
    <dgm:cxn modelId="{3A184AB8-6335-4C94-9752-A6C7BDCC1D7E}" type="presOf" srcId="{6D1540FA-341F-4DD6-AF5F-EFED628899FE}" destId="{92CA5991-48AA-4272-8D92-1E6B8963860E}" srcOrd="0" destOrd="2" presId="urn:microsoft.com/office/officeart/2005/8/layout/hList1"/>
    <dgm:cxn modelId="{DDFC4CB9-A63C-4E52-8B8D-2B730734C09A}" srcId="{2B5E3BB1-99BD-4908-AEE5-3F305D7A2FD9}" destId="{52075E1F-E641-4492-A2D6-A3BB35879768}" srcOrd="2" destOrd="0" parTransId="{5754D1C6-CBD1-49D7-8848-D4511B0C9937}" sibTransId="{DDA123BC-AB61-4059-8F38-8055571293F1}"/>
    <dgm:cxn modelId="{BCBE23BA-A3C0-433B-9985-4E1C703A6603}" type="presOf" srcId="{98DB163B-4666-4298-ACB7-C0E2400E32AD}" destId="{F9A69F2D-47B6-4D59-95FF-C7C47FC431D0}" srcOrd="0" destOrd="0" presId="urn:microsoft.com/office/officeart/2005/8/layout/hList1"/>
    <dgm:cxn modelId="{FFBF99BD-54D4-46D0-8E11-C5CC5C2C9C75}" srcId="{52075E1F-E641-4492-A2D6-A3BB35879768}" destId="{58C90F69-922B-4B8C-95BD-84AB37AC34FA}" srcOrd="0" destOrd="0" parTransId="{4713944D-FA66-4D1F-84B7-C7F277929926}" sibTransId="{7845D0B4-C4F5-4E23-8D16-7A5486656813}"/>
    <dgm:cxn modelId="{3E86A1C2-4558-4BAA-BBFE-0E299BC295D2}" type="presOf" srcId="{52075E1F-E641-4492-A2D6-A3BB35879768}" destId="{78203710-3CBD-48B4-95FF-D0CA1BB9B9D5}" srcOrd="0" destOrd="0" presId="urn:microsoft.com/office/officeart/2005/8/layout/hList1"/>
    <dgm:cxn modelId="{D369CBC3-5DA3-4F87-8209-C4073B55EE26}" srcId="{2B5E3BB1-99BD-4908-AEE5-3F305D7A2FD9}" destId="{593CD287-BAE2-4A68-AEF3-DF447650EF94}" srcOrd="4" destOrd="0" parTransId="{D91AE8F8-1E5C-49AB-A999-03980493390D}" sibTransId="{656B556E-1665-47D4-B3B3-5B82971C95D2}"/>
    <dgm:cxn modelId="{37A306C5-7E7C-47FB-81F5-4B9CB5C35369}" type="presOf" srcId="{2520BC2B-0011-46DB-8399-E5005492CB8E}" destId="{92CA5991-48AA-4272-8D92-1E6B8963860E}" srcOrd="0" destOrd="1" presId="urn:microsoft.com/office/officeart/2005/8/layout/hList1"/>
    <dgm:cxn modelId="{AB1C12C6-FE91-4273-AF90-AD3D28FA91B7}" type="presOf" srcId="{969F6B8C-F475-4614-B262-448292697E29}" destId="{7C741A1D-3EB8-4D46-A088-13AF7EAC371F}" srcOrd="0" destOrd="3" presId="urn:microsoft.com/office/officeart/2005/8/layout/hList1"/>
    <dgm:cxn modelId="{5979A0C6-C67F-41B7-AD69-A26EA48036B3}" srcId="{27911914-F1EC-4F00-9140-0C6771702FD3}" destId="{A85945A2-59E0-445B-AD02-70D08B9AFD72}" srcOrd="2" destOrd="0" parTransId="{4FD1179E-8CB6-4BDE-A792-54F59228A8AF}" sibTransId="{8F7C40B9-5DE3-4203-BB33-01C23C6E6416}"/>
    <dgm:cxn modelId="{DD6836CB-8100-4357-A8B6-347A4E7BF050}" srcId="{5284A1A2-4D62-4B88-AF1A-D0CB425F0CE7}" destId="{EE0E1140-3AED-4F7F-948C-540D6C1E328B}" srcOrd="2" destOrd="0" parTransId="{2D228A31-7C41-44F3-9618-F39C75FC5C62}" sibTransId="{9DDC0312-C8CC-4AA7-A2CC-6F05A1878DDF}"/>
    <dgm:cxn modelId="{28488BCB-AFDD-44E2-B158-F79DD59D35C6}" type="presOf" srcId="{88EA0B20-2FDD-4C58-8241-CB29A92DF426}" destId="{0520E74F-0F3B-4A26-82F3-222F23F9597C}" srcOrd="0" destOrd="1" presId="urn:microsoft.com/office/officeart/2005/8/layout/hList1"/>
    <dgm:cxn modelId="{A7DBFEDE-E931-48E3-AF2C-FCC60A9B338C}" srcId="{593CD287-BAE2-4A68-AEF3-DF447650EF94}" destId="{9FBDC003-3CF1-4089-8BAC-9E231803733C}" srcOrd="0" destOrd="0" parTransId="{0E4E829A-0DB9-4412-BB9D-0AB00C2F9C23}" sibTransId="{22C17BD5-AC6F-4E97-879E-79C271CF2F37}"/>
    <dgm:cxn modelId="{AC4B9CE4-4812-47B6-92DF-DB64190E8A6C}" srcId="{212EEE1B-70A8-4553-827B-EE6F2D7DFB84}" destId="{98DB163B-4666-4298-ACB7-C0E2400E32AD}" srcOrd="0" destOrd="0" parTransId="{FEA9515F-0704-4EB0-A8E4-369B2EC5A163}" sibTransId="{5313967E-5386-4804-BCB7-F4D22451C811}"/>
    <dgm:cxn modelId="{745F5BF2-8565-4C74-99CF-2CE1902C4F5C}" srcId="{27911914-F1EC-4F00-9140-0C6771702FD3}" destId="{4E972016-A4A1-47E8-98C1-636AD0A0536B}" srcOrd="5" destOrd="0" parTransId="{19ECFC22-15EB-4D21-AB6C-1990B5CA02BE}" sibTransId="{080277F8-243B-4729-A729-CB95A784515B}"/>
    <dgm:cxn modelId="{2759D4F3-96F2-42FB-B4BD-FC8E33677E9D}" srcId="{2B5E3BB1-99BD-4908-AEE5-3F305D7A2FD9}" destId="{D1E5EA79-7B58-467E-9931-7B4FE57A842E}" srcOrd="0" destOrd="0" parTransId="{C4CF5428-72ED-4EAC-AA10-F09D7F372A5E}" sibTransId="{B13F1039-4B5A-4ACB-98F8-134686508877}"/>
    <dgm:cxn modelId="{D5DB03F4-AEF3-42D1-802B-20080A10BD4F}" srcId="{2B5E3BB1-99BD-4908-AEE5-3F305D7A2FD9}" destId="{5284A1A2-4D62-4B88-AF1A-D0CB425F0CE7}" srcOrd="1" destOrd="0" parTransId="{F0AA10C2-6DCA-4D04-8FFF-E2BE89CBA68A}" sibTransId="{54A23A6F-BBE8-4C4E-9E89-DE15687FA889}"/>
    <dgm:cxn modelId="{CEA353F7-A253-4BCB-9AB0-E893A511D400}" type="presOf" srcId="{593CD287-BAE2-4A68-AEF3-DF447650EF94}" destId="{95831783-FA68-475C-9A7D-5BB63ED9B145}" srcOrd="0" destOrd="0" presId="urn:microsoft.com/office/officeart/2005/8/layout/hList1"/>
    <dgm:cxn modelId="{E26024FA-ACD7-46F0-9993-34E125F21CEB}" type="presOf" srcId="{D1E5EA79-7B58-467E-9931-7B4FE57A842E}" destId="{1CB26AB9-0DF1-47AC-8850-B66BE80A961D}" srcOrd="0" destOrd="0" presId="urn:microsoft.com/office/officeart/2005/8/layout/hList1"/>
    <dgm:cxn modelId="{83ADFE56-FD13-4D4F-A88E-605AC989D4D9}" type="presParOf" srcId="{CE096DF6-EB9B-4596-956E-A4B05A5B6871}" destId="{AA5D148A-4BC1-40E5-B446-8CB9EDBD6FE7}" srcOrd="0" destOrd="0" presId="urn:microsoft.com/office/officeart/2005/8/layout/hList1"/>
    <dgm:cxn modelId="{4D036798-4059-474E-A1C4-47D704334441}" type="presParOf" srcId="{AA5D148A-4BC1-40E5-B446-8CB9EDBD6FE7}" destId="{1CB26AB9-0DF1-47AC-8850-B66BE80A961D}" srcOrd="0" destOrd="0" presId="urn:microsoft.com/office/officeart/2005/8/layout/hList1"/>
    <dgm:cxn modelId="{540FCCB1-A7E9-431E-BFB1-81A81C259FF7}" type="presParOf" srcId="{AA5D148A-4BC1-40E5-B446-8CB9EDBD6FE7}" destId="{92CA5991-48AA-4272-8D92-1E6B8963860E}" srcOrd="1" destOrd="0" presId="urn:microsoft.com/office/officeart/2005/8/layout/hList1"/>
    <dgm:cxn modelId="{1BCDD128-6F1F-426A-8DFE-D8B4C59BB550}" type="presParOf" srcId="{CE096DF6-EB9B-4596-956E-A4B05A5B6871}" destId="{6536EA27-E1E5-463D-8938-22065C0C318E}" srcOrd="1" destOrd="0" presId="urn:microsoft.com/office/officeart/2005/8/layout/hList1"/>
    <dgm:cxn modelId="{FE8FED1F-4628-42D1-A725-5BD32BA56770}" type="presParOf" srcId="{CE096DF6-EB9B-4596-956E-A4B05A5B6871}" destId="{08A4D084-9716-469C-89E0-ED4453A5010B}" srcOrd="2" destOrd="0" presId="urn:microsoft.com/office/officeart/2005/8/layout/hList1"/>
    <dgm:cxn modelId="{1463106C-B58B-43CE-998B-F5AF9BBC6279}" type="presParOf" srcId="{08A4D084-9716-469C-89E0-ED4453A5010B}" destId="{CE708FC1-A154-44C2-B354-A5E180742C9F}" srcOrd="0" destOrd="0" presId="urn:microsoft.com/office/officeart/2005/8/layout/hList1"/>
    <dgm:cxn modelId="{767318BE-40D9-4580-9EBA-196C3C5408C4}" type="presParOf" srcId="{08A4D084-9716-469C-89E0-ED4453A5010B}" destId="{F0A60C88-491E-4479-8EF8-69583AA7F61C}" srcOrd="1" destOrd="0" presId="urn:microsoft.com/office/officeart/2005/8/layout/hList1"/>
    <dgm:cxn modelId="{F1F73CA2-C634-4821-AEA6-4E37C2F5CB71}" type="presParOf" srcId="{CE096DF6-EB9B-4596-956E-A4B05A5B6871}" destId="{34A807F7-B943-4655-AC4E-1299657659C1}" srcOrd="3" destOrd="0" presId="urn:microsoft.com/office/officeart/2005/8/layout/hList1"/>
    <dgm:cxn modelId="{19E5CE8F-88E5-4813-A675-95B521D035C6}" type="presParOf" srcId="{CE096DF6-EB9B-4596-956E-A4B05A5B6871}" destId="{BF090AC8-5C13-46DF-B103-BF5BECED85A0}" srcOrd="4" destOrd="0" presId="urn:microsoft.com/office/officeart/2005/8/layout/hList1"/>
    <dgm:cxn modelId="{1E5ACE5F-971D-4318-8B51-72333CE277BC}" type="presParOf" srcId="{BF090AC8-5C13-46DF-B103-BF5BECED85A0}" destId="{78203710-3CBD-48B4-95FF-D0CA1BB9B9D5}" srcOrd="0" destOrd="0" presId="urn:microsoft.com/office/officeart/2005/8/layout/hList1"/>
    <dgm:cxn modelId="{FA5EDC64-9F54-4746-AD4D-65950C0399B1}" type="presParOf" srcId="{BF090AC8-5C13-46DF-B103-BF5BECED85A0}" destId="{AFD791A3-DEA9-4930-8FAF-A38FAE0003DF}" srcOrd="1" destOrd="0" presId="urn:microsoft.com/office/officeart/2005/8/layout/hList1"/>
    <dgm:cxn modelId="{2C349241-894F-43DF-8996-972573D6B991}" type="presParOf" srcId="{CE096DF6-EB9B-4596-956E-A4B05A5B6871}" destId="{C5DFAD2C-99B0-4BA7-8BD0-10F57CA3FC58}" srcOrd="5" destOrd="0" presId="urn:microsoft.com/office/officeart/2005/8/layout/hList1"/>
    <dgm:cxn modelId="{B9663FCE-BAAF-4588-9E75-FCAC4FAF71E0}" type="presParOf" srcId="{CE096DF6-EB9B-4596-956E-A4B05A5B6871}" destId="{E7487BC0-4609-43EA-AEC6-5FA7B35A0EC4}" srcOrd="6" destOrd="0" presId="urn:microsoft.com/office/officeart/2005/8/layout/hList1"/>
    <dgm:cxn modelId="{AAFBF800-D024-4445-A0E4-B722A0184B35}" type="presParOf" srcId="{E7487BC0-4609-43EA-AEC6-5FA7B35A0EC4}" destId="{E0FC8588-B1CE-4716-8F62-B2E4B6705E51}" srcOrd="0" destOrd="0" presId="urn:microsoft.com/office/officeart/2005/8/layout/hList1"/>
    <dgm:cxn modelId="{A45B22D4-863F-4879-A026-CE1F588A7C54}" type="presParOf" srcId="{E7487BC0-4609-43EA-AEC6-5FA7B35A0EC4}" destId="{0520E74F-0F3B-4A26-82F3-222F23F9597C}" srcOrd="1" destOrd="0" presId="urn:microsoft.com/office/officeart/2005/8/layout/hList1"/>
    <dgm:cxn modelId="{31469E71-403A-4352-9CF3-1DEA955380FE}" type="presParOf" srcId="{CE096DF6-EB9B-4596-956E-A4B05A5B6871}" destId="{200D596A-6FDC-473F-BADE-815CCE0CF5B4}" srcOrd="7" destOrd="0" presId="urn:microsoft.com/office/officeart/2005/8/layout/hList1"/>
    <dgm:cxn modelId="{E1BF9611-782A-4CD8-B19F-C746986B600B}" type="presParOf" srcId="{CE096DF6-EB9B-4596-956E-A4B05A5B6871}" destId="{CC03072F-E586-4B56-ACEC-064E238BF640}" srcOrd="8" destOrd="0" presId="urn:microsoft.com/office/officeart/2005/8/layout/hList1"/>
    <dgm:cxn modelId="{5E83D03E-A0E2-4425-9001-7F3B0BCD500F}" type="presParOf" srcId="{CC03072F-E586-4B56-ACEC-064E238BF640}" destId="{95831783-FA68-475C-9A7D-5BB63ED9B145}" srcOrd="0" destOrd="0" presId="urn:microsoft.com/office/officeart/2005/8/layout/hList1"/>
    <dgm:cxn modelId="{89F1A6BC-4B8B-48EF-BA99-B8CFB51655CF}" type="presParOf" srcId="{CC03072F-E586-4B56-ACEC-064E238BF640}" destId="{F6E4F042-D4BB-4CEB-ACBE-6C54660BD76C}" srcOrd="1" destOrd="0" presId="urn:microsoft.com/office/officeart/2005/8/layout/hList1"/>
    <dgm:cxn modelId="{09E6D919-68E3-4B4D-87FD-D3281003EE8C}" type="presParOf" srcId="{CE096DF6-EB9B-4596-956E-A4B05A5B6871}" destId="{9ACABC3B-B540-4D3A-9EBF-BBD98406C006}" srcOrd="9" destOrd="0" presId="urn:microsoft.com/office/officeart/2005/8/layout/hList1"/>
    <dgm:cxn modelId="{8E9CB621-7BBE-44E7-B67E-283471962F4E}" type="presParOf" srcId="{CE096DF6-EB9B-4596-956E-A4B05A5B6871}" destId="{6135CD61-8601-4888-84AB-F9FB4C0B000F}" srcOrd="10" destOrd="0" presId="urn:microsoft.com/office/officeart/2005/8/layout/hList1"/>
    <dgm:cxn modelId="{01F4BDAA-7E20-4EB6-90B8-266139A65805}" type="presParOf" srcId="{6135CD61-8601-4888-84AB-F9FB4C0B000F}" destId="{EB2FAA48-2D52-48F4-9450-6A299BE0975C}" srcOrd="0" destOrd="0" presId="urn:microsoft.com/office/officeart/2005/8/layout/hList1"/>
    <dgm:cxn modelId="{3C2C5455-D9D7-441D-8A84-2C64E53509F7}" type="presParOf" srcId="{6135CD61-8601-4888-84AB-F9FB4C0B000F}" destId="{7C741A1D-3EB8-4D46-A088-13AF7EAC371F}" srcOrd="1" destOrd="0" presId="urn:microsoft.com/office/officeart/2005/8/layout/hList1"/>
    <dgm:cxn modelId="{73010DD7-A734-49A8-A5F7-DD67C4D6DA12}" type="presParOf" srcId="{CE096DF6-EB9B-4596-956E-A4B05A5B6871}" destId="{E7ACE88E-E865-4EC1-A34E-89E1C611A70F}" srcOrd="11" destOrd="0" presId="urn:microsoft.com/office/officeart/2005/8/layout/hList1"/>
    <dgm:cxn modelId="{FE32793F-6A47-4F83-B772-1981C99E5EA8}" type="presParOf" srcId="{CE096DF6-EB9B-4596-956E-A4B05A5B6871}" destId="{C557C619-DF57-4065-A65E-DC7D077BEDBB}" srcOrd="12" destOrd="0" presId="urn:microsoft.com/office/officeart/2005/8/layout/hList1"/>
    <dgm:cxn modelId="{BFAA2B7C-4727-4D5E-9089-69FEA151855B}" type="presParOf" srcId="{C557C619-DF57-4065-A65E-DC7D077BEDBB}" destId="{1A01A176-F808-4797-85B6-6E7BEBD45CED}" srcOrd="0" destOrd="0" presId="urn:microsoft.com/office/officeart/2005/8/layout/hList1"/>
    <dgm:cxn modelId="{7E526D05-5143-49F2-9821-F76244980975}" type="presParOf" srcId="{C557C619-DF57-4065-A65E-DC7D077BEDBB}" destId="{F9A69F2D-47B6-4D59-95FF-C7C47FC431D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17A485-E3C5-4CC8-B887-42B41043EB73}">
      <dsp:nvSpPr>
        <dsp:cNvPr id="0" name=""/>
        <dsp:cNvSpPr/>
      </dsp:nvSpPr>
      <dsp:spPr>
        <a:xfrm>
          <a:off x="0" y="209238"/>
          <a:ext cx="6555347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26/10 - Programação Orientada a Objetos (POO): </a:t>
          </a:r>
        </a:p>
      </dsp:txBody>
      <dsp:txXfrm>
        <a:off x="16392" y="225630"/>
        <a:ext cx="6522563" cy="303006"/>
      </dsp:txXfrm>
    </dsp:sp>
    <dsp:sp modelId="{5124A103-9BEE-4557-A73A-7D1D1410368F}">
      <dsp:nvSpPr>
        <dsp:cNvPr id="0" name=""/>
        <dsp:cNvSpPr/>
      </dsp:nvSpPr>
      <dsp:spPr>
        <a:xfrm>
          <a:off x="0" y="545028"/>
          <a:ext cx="6555347" cy="231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132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Abstração, Encapsulamento, Herança, Módulos,Tipos de variáveis, Classes e Objetos.</a:t>
          </a:r>
        </a:p>
      </dsp:txBody>
      <dsp:txXfrm>
        <a:off x="0" y="545028"/>
        <a:ext cx="6555347" cy="231840"/>
      </dsp:txXfrm>
    </dsp:sp>
    <dsp:sp modelId="{856A9FE5-1B6B-45B3-8D5E-D71A8FD18386}">
      <dsp:nvSpPr>
        <dsp:cNvPr id="0" name=""/>
        <dsp:cNvSpPr/>
      </dsp:nvSpPr>
      <dsp:spPr>
        <a:xfrm>
          <a:off x="0" y="776868"/>
          <a:ext cx="6555347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27/10 - Estrutura de Projetos FRC: </a:t>
          </a:r>
        </a:p>
      </dsp:txBody>
      <dsp:txXfrm>
        <a:off x="16392" y="793260"/>
        <a:ext cx="6522563" cy="303006"/>
      </dsp:txXfrm>
    </dsp:sp>
    <dsp:sp modelId="{408B7C44-CD98-4D6C-9DFD-EBBD92E84F1B}">
      <dsp:nvSpPr>
        <dsp:cNvPr id="0" name=""/>
        <dsp:cNvSpPr/>
      </dsp:nvSpPr>
      <dsp:spPr>
        <a:xfrm>
          <a:off x="0" y="1112658"/>
          <a:ext cx="6555347" cy="113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132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O ciclo de vida do robô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Diferença entre Subsystems (leitura de hardware/estado) e Commands (ações finitas ou contínuas).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Command inline, Triggers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Tipos de commandos: Sequencial , paralelo, compostos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O papel do CommandScheduler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Práticas : Criar Subsistemas e Comandos, métodos auxiliares</a:t>
          </a:r>
        </a:p>
      </dsp:txBody>
      <dsp:txXfrm>
        <a:off x="0" y="1112658"/>
        <a:ext cx="6555347" cy="1130220"/>
      </dsp:txXfrm>
    </dsp:sp>
    <dsp:sp modelId="{C5607FC3-86E0-4128-A2D1-697EE4BC706D}">
      <dsp:nvSpPr>
        <dsp:cNvPr id="0" name=""/>
        <dsp:cNvSpPr/>
      </dsp:nvSpPr>
      <dsp:spPr>
        <a:xfrm>
          <a:off x="0" y="2242878"/>
          <a:ext cx="6555347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28/10 – Fundamentos de Controle</a:t>
          </a:r>
        </a:p>
      </dsp:txBody>
      <dsp:txXfrm>
        <a:off x="16392" y="2259270"/>
        <a:ext cx="6522563" cy="303006"/>
      </dsp:txXfrm>
    </dsp:sp>
    <dsp:sp modelId="{7344B01B-916C-4245-A173-80CEB1F18396}">
      <dsp:nvSpPr>
        <dsp:cNvPr id="0" name=""/>
        <dsp:cNvSpPr/>
      </dsp:nvSpPr>
      <dsp:spPr>
        <a:xfrm>
          <a:off x="0" y="2578668"/>
          <a:ext cx="6555347" cy="1333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132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Controle em malha aberta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Controle em malha fechada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PID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Trapezoid Profile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Motion Control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FeedForward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Práticas </a:t>
          </a:r>
        </a:p>
      </dsp:txBody>
      <dsp:txXfrm>
        <a:off x="0" y="2578668"/>
        <a:ext cx="6555347" cy="1333080"/>
      </dsp:txXfrm>
    </dsp:sp>
    <dsp:sp modelId="{06F044AC-83E7-4A54-90FB-7E5480A49F04}">
      <dsp:nvSpPr>
        <dsp:cNvPr id="0" name=""/>
        <dsp:cNvSpPr/>
      </dsp:nvSpPr>
      <dsp:spPr>
        <a:xfrm>
          <a:off x="0" y="3911748"/>
          <a:ext cx="6555347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29/10 – OmniDrive</a:t>
          </a:r>
        </a:p>
      </dsp:txBody>
      <dsp:txXfrm>
        <a:off x="16392" y="3928140"/>
        <a:ext cx="6522563" cy="303006"/>
      </dsp:txXfrm>
    </dsp:sp>
    <dsp:sp modelId="{A5DB1041-F230-4C26-B06B-445D44F7F61C}">
      <dsp:nvSpPr>
        <dsp:cNvPr id="0" name=""/>
        <dsp:cNvSpPr/>
      </dsp:nvSpPr>
      <dsp:spPr>
        <a:xfrm>
          <a:off x="0" y="4247538"/>
          <a:ext cx="6555347" cy="75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132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Odometria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Cinematica Direta e Inversa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Autonomos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Dúvida</a:t>
          </a:r>
        </a:p>
      </dsp:txBody>
      <dsp:txXfrm>
        <a:off x="0" y="4247538"/>
        <a:ext cx="6555347" cy="753480"/>
      </dsp:txXfrm>
    </dsp:sp>
    <dsp:sp modelId="{24EC4FAA-E6AB-42E0-8FB5-70811ABBA819}">
      <dsp:nvSpPr>
        <dsp:cNvPr id="0" name=""/>
        <dsp:cNvSpPr/>
      </dsp:nvSpPr>
      <dsp:spPr>
        <a:xfrm>
          <a:off x="0" y="5001018"/>
          <a:ext cx="6555347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30/10 – Práticas e tira dúvidas</a:t>
          </a:r>
        </a:p>
      </dsp:txBody>
      <dsp:txXfrm>
        <a:off x="16392" y="5017410"/>
        <a:ext cx="6522563" cy="3030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D9CDEA-5FE9-4959-923F-E4A114CFDFB5}">
      <dsp:nvSpPr>
        <dsp:cNvPr id="0" name=""/>
        <dsp:cNvSpPr/>
      </dsp:nvSpPr>
      <dsp:spPr>
        <a:xfrm>
          <a:off x="9353920" y="1405930"/>
          <a:ext cx="91440" cy="64386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4386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D78CE0-33E5-46B3-B2B4-0B411DFEE1B2}">
      <dsp:nvSpPr>
        <dsp:cNvPr id="0" name=""/>
        <dsp:cNvSpPr/>
      </dsp:nvSpPr>
      <dsp:spPr>
        <a:xfrm>
          <a:off x="5340923" y="1405930"/>
          <a:ext cx="1352905" cy="6438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8771"/>
              </a:lnTo>
              <a:lnTo>
                <a:pt x="1352905" y="438771"/>
              </a:lnTo>
              <a:lnTo>
                <a:pt x="1352905" y="64386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130829-439B-41EE-BA1B-AC7C2714043D}">
      <dsp:nvSpPr>
        <dsp:cNvPr id="0" name=""/>
        <dsp:cNvSpPr/>
      </dsp:nvSpPr>
      <dsp:spPr>
        <a:xfrm>
          <a:off x="3988017" y="1405930"/>
          <a:ext cx="1352905" cy="643860"/>
        </a:xfrm>
        <a:custGeom>
          <a:avLst/>
          <a:gdLst/>
          <a:ahLst/>
          <a:cxnLst/>
          <a:rect l="0" t="0" r="0" b="0"/>
          <a:pathLst>
            <a:path>
              <a:moveTo>
                <a:pt x="1352905" y="0"/>
              </a:moveTo>
              <a:lnTo>
                <a:pt x="1352905" y="438771"/>
              </a:lnTo>
              <a:lnTo>
                <a:pt x="0" y="438771"/>
              </a:lnTo>
              <a:lnTo>
                <a:pt x="0" y="64386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51410C-D44F-419D-9025-77A5477CECFB}">
      <dsp:nvSpPr>
        <dsp:cNvPr id="0" name=""/>
        <dsp:cNvSpPr/>
      </dsp:nvSpPr>
      <dsp:spPr>
        <a:xfrm>
          <a:off x="1236485" y="1405930"/>
          <a:ext cx="91440" cy="64386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4386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02E191-82FC-4455-B19C-5BE00F591889}">
      <dsp:nvSpPr>
        <dsp:cNvPr id="0" name=""/>
        <dsp:cNvSpPr/>
      </dsp:nvSpPr>
      <dsp:spPr>
        <a:xfrm>
          <a:off x="175282" y="138"/>
          <a:ext cx="2213845" cy="14057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613C2C-351E-4F69-8356-DAFB9882BE51}">
      <dsp:nvSpPr>
        <dsp:cNvPr id="0" name=""/>
        <dsp:cNvSpPr/>
      </dsp:nvSpPr>
      <dsp:spPr>
        <a:xfrm>
          <a:off x="421265" y="233822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10 anos - Indústria</a:t>
          </a:r>
          <a:endParaRPr lang="en-US" sz="1700" kern="1200"/>
        </a:p>
      </dsp:txBody>
      <dsp:txXfrm>
        <a:off x="462439" y="274996"/>
        <a:ext cx="2131497" cy="1323444"/>
      </dsp:txXfrm>
    </dsp:sp>
    <dsp:sp modelId="{5E018717-01F5-4B21-8BF1-F5E841C50181}">
      <dsp:nvSpPr>
        <dsp:cNvPr id="0" name=""/>
        <dsp:cNvSpPr/>
      </dsp:nvSpPr>
      <dsp:spPr>
        <a:xfrm>
          <a:off x="175282" y="2049790"/>
          <a:ext cx="2213845" cy="14057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364F1F-F6BD-4E14-B55C-60240342CCA6}">
      <dsp:nvSpPr>
        <dsp:cNvPr id="0" name=""/>
        <dsp:cNvSpPr/>
      </dsp:nvSpPr>
      <dsp:spPr>
        <a:xfrm>
          <a:off x="421265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Manutenção e Projetos de Automação</a:t>
          </a:r>
          <a:endParaRPr lang="en-US" sz="1700" kern="1200"/>
        </a:p>
      </dsp:txBody>
      <dsp:txXfrm>
        <a:off x="462439" y="2324648"/>
        <a:ext cx="2131497" cy="1323444"/>
      </dsp:txXfrm>
    </dsp:sp>
    <dsp:sp modelId="{378D1179-CCD8-4124-A4CA-1E24843BD75D}">
      <dsp:nvSpPr>
        <dsp:cNvPr id="0" name=""/>
        <dsp:cNvSpPr/>
      </dsp:nvSpPr>
      <dsp:spPr>
        <a:xfrm>
          <a:off x="4234000" y="138"/>
          <a:ext cx="2213845" cy="14057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F3E833-0F64-41BD-B7FF-DFACE4328410}">
      <dsp:nvSpPr>
        <dsp:cNvPr id="0" name=""/>
        <dsp:cNvSpPr/>
      </dsp:nvSpPr>
      <dsp:spPr>
        <a:xfrm>
          <a:off x="4479983" y="233822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30 anos - Docência SENAI</a:t>
          </a:r>
          <a:endParaRPr lang="en-US" sz="1700" kern="1200"/>
        </a:p>
      </dsp:txBody>
      <dsp:txXfrm>
        <a:off x="4521157" y="274996"/>
        <a:ext cx="2131497" cy="1323444"/>
      </dsp:txXfrm>
    </dsp:sp>
    <dsp:sp modelId="{A0A5FA3E-5E79-498C-8E57-77A05CB102AF}">
      <dsp:nvSpPr>
        <dsp:cNvPr id="0" name=""/>
        <dsp:cNvSpPr/>
      </dsp:nvSpPr>
      <dsp:spPr>
        <a:xfrm>
          <a:off x="2881094" y="2049790"/>
          <a:ext cx="2213845" cy="14057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44344E-8683-4792-8E00-64A2AE9FD314}">
      <dsp:nvSpPr>
        <dsp:cNvPr id="0" name=""/>
        <dsp:cNvSpPr/>
      </dsp:nvSpPr>
      <dsp:spPr>
        <a:xfrm>
          <a:off x="3127077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 err="1"/>
            <a:t>Curso</a:t>
          </a:r>
          <a:r>
            <a:rPr lang="en-US" sz="1700" b="1" kern="1200" dirty="0"/>
            <a:t> Técnico </a:t>
          </a:r>
          <a:r>
            <a:rPr lang="en-US" sz="1700" b="1" kern="1200" dirty="0" err="1"/>
            <a:t>em</a:t>
          </a:r>
          <a:r>
            <a:rPr lang="en-US" sz="1700" b="1" kern="1200" dirty="0"/>
            <a:t> </a:t>
          </a:r>
          <a:r>
            <a:rPr lang="en-US" sz="1700" b="1" kern="1200" dirty="0" err="1"/>
            <a:t>eletroeletrônica</a:t>
          </a:r>
          <a:endParaRPr lang="en-US" sz="1700" kern="1200" dirty="0"/>
        </a:p>
      </dsp:txBody>
      <dsp:txXfrm>
        <a:off x="3168251" y="2324648"/>
        <a:ext cx="2131497" cy="1323444"/>
      </dsp:txXfrm>
    </dsp:sp>
    <dsp:sp modelId="{D51D4E38-271F-4E77-9660-86C49A410F9C}">
      <dsp:nvSpPr>
        <dsp:cNvPr id="0" name=""/>
        <dsp:cNvSpPr/>
      </dsp:nvSpPr>
      <dsp:spPr>
        <a:xfrm>
          <a:off x="5586905" y="2049790"/>
          <a:ext cx="2213845" cy="14057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DF620B-BB35-44CF-9C2D-AF0C38620382}">
      <dsp:nvSpPr>
        <dsp:cNvPr id="0" name=""/>
        <dsp:cNvSpPr/>
      </dsp:nvSpPr>
      <dsp:spPr>
        <a:xfrm>
          <a:off x="5832888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 err="1"/>
            <a:t>Cursos</a:t>
          </a:r>
          <a:r>
            <a:rPr lang="en-US" sz="1700" b="1" kern="1200" dirty="0"/>
            <a:t> de </a:t>
          </a:r>
          <a:r>
            <a:rPr lang="en-US" sz="1700" b="1" kern="1200" dirty="0" err="1"/>
            <a:t>implantação</a:t>
          </a:r>
          <a:r>
            <a:rPr lang="en-US" sz="1700" b="1" kern="1200" dirty="0"/>
            <a:t> de </a:t>
          </a:r>
          <a:r>
            <a:rPr lang="en-US" sz="1700" b="1" kern="1200" dirty="0" err="1"/>
            <a:t>recursos</a:t>
          </a:r>
          <a:r>
            <a:rPr lang="en-US" sz="1700" b="1" kern="1200" dirty="0"/>
            <a:t> </a:t>
          </a:r>
          <a:r>
            <a:rPr lang="en-US" sz="1700" b="1" kern="1200" dirty="0" err="1"/>
            <a:t>em</a:t>
          </a:r>
          <a:r>
            <a:rPr lang="en-US" sz="1700" b="1" kern="1200" dirty="0"/>
            <a:t> </a:t>
          </a:r>
          <a:r>
            <a:rPr lang="en-US" sz="1700" b="1" kern="1200" dirty="0" err="1"/>
            <a:t>Nuvem</a:t>
          </a:r>
          <a:r>
            <a:rPr lang="en-US" sz="1700" b="1" kern="1200" dirty="0"/>
            <a:t>, Machine Learning e </a:t>
          </a:r>
          <a:r>
            <a:rPr lang="en-US" sz="1700" b="1" kern="1200" dirty="0" err="1"/>
            <a:t>Inteligência</a:t>
          </a:r>
          <a:r>
            <a:rPr lang="en-US" sz="1700" b="1" kern="1200" dirty="0"/>
            <a:t> Artificial</a:t>
          </a:r>
          <a:endParaRPr lang="en-US" sz="1700" kern="1200" dirty="0"/>
        </a:p>
      </dsp:txBody>
      <dsp:txXfrm>
        <a:off x="5874062" y="2324648"/>
        <a:ext cx="2131497" cy="1323444"/>
      </dsp:txXfrm>
    </dsp:sp>
    <dsp:sp modelId="{6E789B86-3389-46F8-A84B-B7E32ED21D63}">
      <dsp:nvSpPr>
        <dsp:cNvPr id="0" name=""/>
        <dsp:cNvSpPr/>
      </dsp:nvSpPr>
      <dsp:spPr>
        <a:xfrm>
          <a:off x="8292717" y="138"/>
          <a:ext cx="2213845" cy="14057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7ABE41-6645-4F5B-8540-CA1F31B35A11}">
      <dsp:nvSpPr>
        <dsp:cNvPr id="0" name=""/>
        <dsp:cNvSpPr/>
      </dsp:nvSpPr>
      <dsp:spPr>
        <a:xfrm>
          <a:off x="8538700" y="233822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9 </a:t>
          </a:r>
          <a:r>
            <a:rPr lang="en-US" sz="1700" b="1" kern="1200" dirty="0" err="1"/>
            <a:t>anos</a:t>
          </a:r>
          <a:r>
            <a:rPr lang="en-US" sz="1700" b="1" kern="1200" dirty="0"/>
            <a:t>  - FIRST Robotics Competition</a:t>
          </a:r>
          <a:endParaRPr lang="en-US" sz="1700" kern="1200" dirty="0"/>
        </a:p>
      </dsp:txBody>
      <dsp:txXfrm>
        <a:off x="8579874" y="274996"/>
        <a:ext cx="2131497" cy="1323444"/>
      </dsp:txXfrm>
    </dsp:sp>
    <dsp:sp modelId="{C71F276D-DC44-4559-9667-B7D3A9BAD9ED}">
      <dsp:nvSpPr>
        <dsp:cNvPr id="0" name=""/>
        <dsp:cNvSpPr/>
      </dsp:nvSpPr>
      <dsp:spPr>
        <a:xfrm>
          <a:off x="8292717" y="2049790"/>
          <a:ext cx="2213845" cy="14057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01B813-C6CA-459F-9FBB-6D5788CCA15F}">
      <dsp:nvSpPr>
        <dsp:cNvPr id="0" name=""/>
        <dsp:cNvSpPr/>
      </dsp:nvSpPr>
      <dsp:spPr>
        <a:xfrm>
          <a:off x="8538700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Mentor técnico</a:t>
          </a:r>
          <a:endParaRPr lang="en-US" sz="1700" kern="1200"/>
        </a:p>
      </dsp:txBody>
      <dsp:txXfrm>
        <a:off x="8579874" y="2324648"/>
        <a:ext cx="2131497" cy="13234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B26AB9-0DF1-47AC-8850-B66BE80A961D}">
      <dsp:nvSpPr>
        <dsp:cNvPr id="0" name=""/>
        <dsp:cNvSpPr/>
      </dsp:nvSpPr>
      <dsp:spPr>
        <a:xfrm>
          <a:off x="4695" y="610117"/>
          <a:ext cx="1392657" cy="4552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2026 Rebuilt</a:t>
          </a:r>
          <a:endParaRPr lang="en-US" sz="900" kern="1200" dirty="0"/>
        </a:p>
      </dsp:txBody>
      <dsp:txXfrm>
        <a:off x="4695" y="610117"/>
        <a:ext cx="1392657" cy="455254"/>
      </dsp:txXfrm>
    </dsp:sp>
    <dsp:sp modelId="{92CA5991-48AA-4272-8D92-1E6B8963860E}">
      <dsp:nvSpPr>
        <dsp:cNvPr id="0" name=""/>
        <dsp:cNvSpPr/>
      </dsp:nvSpPr>
      <dsp:spPr>
        <a:xfrm>
          <a:off x="4695" y="1065371"/>
          <a:ext cx="1392657" cy="20139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Brazil Regional -  Alliance Winner , FIRST Impact Award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São Paulo Regional - Alliance Winner , Autonomous Award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Houston - Jhonson Division in the World Championship</a:t>
          </a:r>
          <a:endParaRPr lang="en-US" sz="900" kern="1200" dirty="0"/>
        </a:p>
      </dsp:txBody>
      <dsp:txXfrm>
        <a:off x="4695" y="1065371"/>
        <a:ext cx="1392657" cy="2013915"/>
      </dsp:txXfrm>
    </dsp:sp>
    <dsp:sp modelId="{CE708FC1-A154-44C2-B354-A5E180742C9F}">
      <dsp:nvSpPr>
        <dsp:cNvPr id="0" name=""/>
        <dsp:cNvSpPr/>
      </dsp:nvSpPr>
      <dsp:spPr>
        <a:xfrm>
          <a:off x="1592325" y="610117"/>
          <a:ext cx="1392657" cy="4552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2025 Reef Scape </a:t>
          </a:r>
          <a:endParaRPr lang="en-US" sz="900" kern="1200" dirty="0"/>
        </a:p>
      </dsp:txBody>
      <dsp:txXfrm>
        <a:off x="1592325" y="610117"/>
        <a:ext cx="1392657" cy="455254"/>
      </dsp:txXfrm>
    </dsp:sp>
    <dsp:sp modelId="{F0A60C88-491E-4479-8EF8-69583AA7F61C}">
      <dsp:nvSpPr>
        <dsp:cNvPr id="0" name=""/>
        <dsp:cNvSpPr/>
      </dsp:nvSpPr>
      <dsp:spPr>
        <a:xfrm>
          <a:off x="1592325" y="1065371"/>
          <a:ext cx="1392657" cy="20139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Brasília Regional -  Alliance Winner , Regional Engineering Inspiration 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São Paulo Regional - Alliance Winner , Autonomous Award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Houston - Newton Division in the World Championship</a:t>
          </a:r>
          <a:endParaRPr lang="en-US" sz="900" kern="1200" dirty="0"/>
        </a:p>
      </dsp:txBody>
      <dsp:txXfrm>
        <a:off x="1592325" y="1065371"/>
        <a:ext cx="1392657" cy="2013915"/>
      </dsp:txXfrm>
    </dsp:sp>
    <dsp:sp modelId="{78203710-3CBD-48B4-95FF-D0CA1BB9B9D5}">
      <dsp:nvSpPr>
        <dsp:cNvPr id="0" name=""/>
        <dsp:cNvSpPr/>
      </dsp:nvSpPr>
      <dsp:spPr>
        <a:xfrm>
          <a:off x="3179955" y="610117"/>
          <a:ext cx="1392657" cy="4552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2024 Crescendo</a:t>
          </a:r>
          <a:endParaRPr lang="en-US" sz="900" kern="1200" dirty="0"/>
        </a:p>
      </dsp:txBody>
      <dsp:txXfrm>
        <a:off x="3179955" y="610117"/>
        <a:ext cx="1392657" cy="455254"/>
      </dsp:txXfrm>
    </dsp:sp>
    <dsp:sp modelId="{AFD791A3-DEA9-4930-8FAF-A38FAE0003DF}">
      <dsp:nvSpPr>
        <dsp:cNvPr id="0" name=""/>
        <dsp:cNvSpPr/>
      </dsp:nvSpPr>
      <dsp:spPr>
        <a:xfrm>
          <a:off x="3179955" y="1065371"/>
          <a:ext cx="1392657" cy="20139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Brazil Regional – Innovation in Control Award</a:t>
          </a:r>
          <a:endParaRPr lang="en-US" sz="900" kern="1200" dirty="0"/>
        </a:p>
      </dsp:txBody>
      <dsp:txXfrm>
        <a:off x="3179955" y="1065371"/>
        <a:ext cx="1392657" cy="2013915"/>
      </dsp:txXfrm>
    </dsp:sp>
    <dsp:sp modelId="{E0FC8588-B1CE-4716-8F62-B2E4B6705E51}">
      <dsp:nvSpPr>
        <dsp:cNvPr id="0" name=""/>
        <dsp:cNvSpPr/>
      </dsp:nvSpPr>
      <dsp:spPr>
        <a:xfrm>
          <a:off x="4767585" y="610117"/>
          <a:ext cx="1392657" cy="4552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2023 Charged Up </a:t>
          </a:r>
          <a:endParaRPr lang="en-US" sz="900" kern="1200" dirty="0"/>
        </a:p>
      </dsp:txBody>
      <dsp:txXfrm>
        <a:off x="4767585" y="610117"/>
        <a:ext cx="1392657" cy="455254"/>
      </dsp:txXfrm>
    </dsp:sp>
    <dsp:sp modelId="{0520E74F-0F3B-4A26-82F3-222F23F9597C}">
      <dsp:nvSpPr>
        <dsp:cNvPr id="0" name=""/>
        <dsp:cNvSpPr/>
      </dsp:nvSpPr>
      <dsp:spPr>
        <a:xfrm>
          <a:off x="4767585" y="1065371"/>
          <a:ext cx="1392657" cy="20139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Brazil Regional - FIRST Impact Award, Alliance Winner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Greater Kansas City Regional : Regional Engineering Inspiration Award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Houston - Archimedes Division in the World Championship</a:t>
          </a:r>
          <a:endParaRPr lang="en-US" sz="900" kern="1200" dirty="0"/>
        </a:p>
      </dsp:txBody>
      <dsp:txXfrm>
        <a:off x="4767585" y="1065371"/>
        <a:ext cx="1392657" cy="2013915"/>
      </dsp:txXfrm>
    </dsp:sp>
    <dsp:sp modelId="{95831783-FA68-475C-9A7D-5BB63ED9B145}">
      <dsp:nvSpPr>
        <dsp:cNvPr id="0" name=""/>
        <dsp:cNvSpPr/>
      </dsp:nvSpPr>
      <dsp:spPr>
        <a:xfrm>
          <a:off x="6355215" y="610117"/>
          <a:ext cx="1392657" cy="4552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 dirty="0"/>
            <a:t>2022</a:t>
          </a:r>
          <a:r>
            <a:rPr lang="pt-BR" sz="900" b="1" i="0" kern="1200" dirty="0"/>
            <a:t> </a:t>
          </a:r>
          <a:r>
            <a:rPr lang="en-US" sz="900" b="1" i="0" kern="1200" dirty="0"/>
            <a:t>BRAZIL'S OFF-SEASON</a:t>
          </a:r>
          <a:endParaRPr lang="en-US" sz="900" kern="1200" dirty="0"/>
        </a:p>
      </dsp:txBody>
      <dsp:txXfrm>
        <a:off x="6355215" y="610117"/>
        <a:ext cx="1392657" cy="455254"/>
      </dsp:txXfrm>
    </dsp:sp>
    <dsp:sp modelId="{F6E4F042-D4BB-4CEB-ACBE-6C54660BD76C}">
      <dsp:nvSpPr>
        <dsp:cNvPr id="0" name=""/>
        <dsp:cNvSpPr/>
      </dsp:nvSpPr>
      <dsp:spPr>
        <a:xfrm>
          <a:off x="6355215" y="1065371"/>
          <a:ext cx="1392657" cy="20139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 </a:t>
          </a:r>
          <a:r>
            <a:rPr lang="en-US" sz="900" b="1" kern="1200" dirty="0"/>
            <a:t>ENGINEERING INSPIRATION AWARD</a:t>
          </a:r>
          <a:endParaRPr lang="en-US" sz="900" kern="1200" dirty="0"/>
        </a:p>
      </dsp:txBody>
      <dsp:txXfrm>
        <a:off x="6355215" y="1065371"/>
        <a:ext cx="1392657" cy="2013915"/>
      </dsp:txXfrm>
    </dsp:sp>
    <dsp:sp modelId="{EB2FAA48-2D52-48F4-9450-6A299BE0975C}">
      <dsp:nvSpPr>
        <dsp:cNvPr id="0" name=""/>
        <dsp:cNvSpPr/>
      </dsp:nvSpPr>
      <dsp:spPr>
        <a:xfrm>
          <a:off x="7942845" y="610117"/>
          <a:ext cx="1392657" cy="4552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 dirty="0"/>
            <a:t>2021 FIRST INNOVATION CHALLENGE FINALIST AWARD</a:t>
          </a:r>
          <a:endParaRPr lang="en-US" sz="900" kern="1200" dirty="0"/>
        </a:p>
      </dsp:txBody>
      <dsp:txXfrm>
        <a:off x="7942845" y="610117"/>
        <a:ext cx="1392657" cy="455254"/>
      </dsp:txXfrm>
    </dsp:sp>
    <dsp:sp modelId="{7C741A1D-3EB8-4D46-A088-13AF7EAC371F}">
      <dsp:nvSpPr>
        <dsp:cNvPr id="0" name=""/>
        <dsp:cNvSpPr/>
      </dsp:nvSpPr>
      <dsp:spPr>
        <a:xfrm>
          <a:off x="7942845" y="1065371"/>
          <a:ext cx="1392657" cy="20139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GLOBAL INNOVATION COMMUNITY AWARD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SKILLS COMPETITION AWARD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BRAZIL'S OFF-SEASON CHAIRMAN'S AWARD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/>
            <a:t>BRAZIL'S OFF-SEASON AT HOME CHALLENGE FINALIST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BRAZIL'S OFF-SEASON WINNER ALLIANCE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/>
            <a:t>BRAZIL'S OFF-SEASON BEST INNOVATION DESIGN</a:t>
          </a:r>
          <a:r>
            <a:rPr lang="en-US" sz="900" kern="1200"/>
            <a:t> </a:t>
          </a:r>
        </a:p>
      </dsp:txBody>
      <dsp:txXfrm>
        <a:off x="7942845" y="1065371"/>
        <a:ext cx="1392657" cy="2013915"/>
      </dsp:txXfrm>
    </dsp:sp>
    <dsp:sp modelId="{1A01A176-F808-4797-85B6-6E7BEBD45CED}">
      <dsp:nvSpPr>
        <dsp:cNvPr id="0" name=""/>
        <dsp:cNvSpPr/>
      </dsp:nvSpPr>
      <dsp:spPr>
        <a:xfrm>
          <a:off x="9530475" y="610117"/>
          <a:ext cx="1392657" cy="4552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 dirty="0"/>
            <a:t>2019 – Deep Space</a:t>
          </a:r>
          <a:endParaRPr lang="en-US" sz="900" kern="1200" dirty="0"/>
        </a:p>
      </dsp:txBody>
      <dsp:txXfrm>
        <a:off x="9530475" y="610117"/>
        <a:ext cx="1392657" cy="455254"/>
      </dsp:txXfrm>
    </dsp:sp>
    <dsp:sp modelId="{F9A69F2D-47B6-4D59-95FF-C7C47FC431D0}">
      <dsp:nvSpPr>
        <dsp:cNvPr id="0" name=""/>
        <dsp:cNvSpPr/>
      </dsp:nvSpPr>
      <dsp:spPr>
        <a:xfrm>
          <a:off x="9530475" y="1065371"/>
          <a:ext cx="1392657" cy="20139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ROOKIE INSPIRATION AWARD FINALIST</a:t>
          </a:r>
          <a:endParaRPr lang="en-US" sz="900" kern="1200"/>
        </a:p>
      </dsp:txBody>
      <dsp:txXfrm>
        <a:off x="9530475" y="1065371"/>
        <a:ext cx="1392657" cy="2013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512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[0:00 - 1:30] ABERTURA</a:t>
            </a:r>
          </a:p>
          <a:p>
            <a:endParaRPr/>
          </a:p>
          <a:p>
            <a:r>
              <a:t>Boas-vindas. Energia alta: "hoje voces saem daqui sabendo ler QUALQUER codigo</a:t>
            </a:r>
          </a:p>
          <a:p>
            <a:r>
              <a:t>de robo WPILib e sabendo escrever o seu."</a:t>
            </a:r>
          </a:p>
          <a:p>
            <a:endParaRPr/>
          </a:p>
          <a:p>
            <a:r>
              <a:t>Combinado da aula:</a:t>
            </a:r>
          </a:p>
          <a:p>
            <a:r>
              <a:t>- 50 minutos, 5 blocos, codigo real do nosso repositorio (nada de exemplo</a:t>
            </a:r>
          </a:p>
          <a:p>
            <a:r>
              <a:t>  inventado - tudo que aparece no slide esta no projeto lab3Encoder).</a:t>
            </a:r>
          </a:p>
          <a:p>
            <a:r>
              <a:t>- Perguntas: anotem e perguntem no fim de cada bloco (marco com um slide de</a:t>
            </a:r>
          </a:p>
          <a:p>
            <a:r>
              <a:t>  divisoria).</a:t>
            </a:r>
          </a:p>
          <a:p>
            <a:endParaRPr/>
          </a:p>
          <a:p>
            <a:r>
              <a:t>Pergunta de aquecimento para a turma (maos ao alto):</a:t>
            </a:r>
          </a:p>
          <a:p>
            <a:r>
              <a:t>"Quem ja escreveu codigo de robo que funcionou no simulador e quebrou na</a:t>
            </a:r>
          </a:p>
          <a:p>
            <a:r>
              <a:t>pista?" - quase todos. "A maior parte desses bugs nao e de matematica, e de</a:t>
            </a:r>
          </a:p>
          <a:p>
            <a:r>
              <a:t>ORGANIZACAO. E isso que o Command-Based resolve."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[1:30 - 3:00] AGENDA</a:t>
            </a:r>
          </a:p>
          <a:p>
            <a:endParaRPr/>
          </a:p>
          <a:p>
            <a:r>
              <a:t>Mostre o mapa e seja explicito sobre o contrato de tempo. Dizer os minutos em</a:t>
            </a:r>
          </a:p>
          <a:p>
            <a:r>
              <a:t>voz alta ajuda a turma a aguentar os blocos mais secos (modificadores).</a:t>
            </a:r>
          </a:p>
          <a:p>
            <a:endParaRPr/>
          </a:p>
          <a:p>
            <a:r>
              <a:t>Fale a logica da ordem:</a:t>
            </a:r>
          </a:p>
          <a:p>
            <a:r>
              <a:t>"Primeiro o COMO organizar (Command-Based), depois o POR QUE a linguagem</a:t>
            </a:r>
          </a:p>
          <a:p>
            <a:r>
              <a:t>permite organizar assim (POO). Muita gente aprende so o primeiro e fica</a:t>
            </a:r>
          </a:p>
          <a:p>
            <a:r>
              <a:t>copiando e colando para sempre."</a:t>
            </a:r>
          </a:p>
          <a:p>
            <a:endParaRPr/>
          </a:p>
          <a:p>
            <a:r>
              <a:t>Se a turma for muito iniciante em Java: avise que o bloco 02 e 03 sao a base -</a:t>
            </a:r>
          </a:p>
          <a:p>
            <a:r>
              <a:t>sem eles o Command-Based parece magia.</a:t>
            </a:r>
          </a:p>
          <a:p>
            <a:r>
              <a:t>Se a turma for avancada: acelere 02 e invista o tempo no bloco 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[3:00] DIVISORIA - BLOCO 01</a:t>
            </a:r>
          </a:p>
          <a:p>
            <a:endParaRPr/>
          </a:p>
          <a:p>
            <a:r>
              <a:t>Transicao curta: "Vamos comecar pelo problema que o Command-Based resolve.</a:t>
            </a:r>
          </a:p>
          <a:p>
            <a:r>
              <a:t>Quem entende o problema nunca mais esquece a solucao."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[3:00 - 5:00] O PROBLEMA</a:t>
            </a:r>
          </a:p>
          <a:p>
            <a:endParaRPr dirty="0"/>
          </a:p>
          <a:p>
            <a:r>
              <a:rPr dirty="0"/>
              <a:t>Leia o </a:t>
            </a:r>
            <a:r>
              <a:rPr dirty="0" err="1"/>
              <a:t>codigo</a:t>
            </a:r>
            <a:r>
              <a:rPr dirty="0"/>
              <a:t> da </a:t>
            </a:r>
            <a:r>
              <a:rPr dirty="0" err="1"/>
              <a:t>esquerda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voz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 e pare no </a:t>
            </a:r>
            <a:r>
              <a:rPr dirty="0" err="1"/>
              <a:t>comentario</a:t>
            </a:r>
            <a:r>
              <a:rPr dirty="0"/>
              <a:t> "quem </a:t>
            </a:r>
            <a:r>
              <a:rPr dirty="0" err="1"/>
              <a:t>ganha</a:t>
            </a:r>
            <a:r>
              <a:rPr dirty="0"/>
              <a:t>?".</a:t>
            </a:r>
          </a:p>
          <a:p>
            <a:r>
              <a:rPr dirty="0" err="1"/>
              <a:t>Pergunte</a:t>
            </a:r>
            <a:r>
              <a:rPr dirty="0"/>
              <a:t> a </a:t>
            </a:r>
            <a:r>
              <a:rPr dirty="0" err="1"/>
              <a:t>turma</a:t>
            </a:r>
            <a:r>
              <a:rPr dirty="0"/>
              <a:t>: "se o </a:t>
            </a:r>
            <a:r>
              <a:rPr dirty="0" err="1"/>
              <a:t>atleta</a:t>
            </a:r>
            <a:r>
              <a:rPr dirty="0"/>
              <a:t> </a:t>
            </a:r>
            <a:r>
              <a:rPr dirty="0" err="1"/>
              <a:t>aperta</a:t>
            </a:r>
            <a:r>
              <a:rPr dirty="0"/>
              <a:t> X e Y </a:t>
            </a:r>
            <a:r>
              <a:rPr dirty="0" err="1"/>
              <a:t>juntos</a:t>
            </a:r>
            <a:r>
              <a:rPr dirty="0"/>
              <a:t>, qual </a:t>
            </a:r>
            <a:r>
              <a:rPr dirty="0" err="1"/>
              <a:t>velocidade</a:t>
            </a:r>
            <a:r>
              <a:rPr dirty="0"/>
              <a:t> </a:t>
            </a:r>
            <a:r>
              <a:rPr dirty="0" err="1"/>
              <a:t>vai</a:t>
            </a:r>
            <a:r>
              <a:rPr dirty="0"/>
              <a:t> para o</a:t>
            </a:r>
          </a:p>
          <a:p>
            <a:r>
              <a:rPr dirty="0"/>
              <a:t>motor?" </a:t>
            </a:r>
            <a:r>
              <a:rPr dirty="0" err="1"/>
              <a:t>Resposta</a:t>
            </a:r>
            <a:r>
              <a:rPr dirty="0"/>
              <a:t>: a ULTIMA </a:t>
            </a:r>
            <a:r>
              <a:rPr dirty="0" err="1"/>
              <a:t>linha</a:t>
            </a:r>
            <a:r>
              <a:rPr dirty="0"/>
              <a:t> </a:t>
            </a:r>
            <a:r>
              <a:rPr dirty="0" err="1"/>
              <a:t>executada</a:t>
            </a:r>
            <a:r>
              <a:rPr dirty="0"/>
              <a:t> -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seja</a:t>
            </a:r>
            <a:r>
              <a:rPr dirty="0"/>
              <a:t>, o </a:t>
            </a:r>
            <a:r>
              <a:rPr dirty="0" err="1"/>
              <a:t>comportamento</a:t>
            </a:r>
            <a:r>
              <a:rPr dirty="0"/>
              <a:t> </a:t>
            </a:r>
            <a:r>
              <a:rPr dirty="0" err="1"/>
              <a:t>depende</a:t>
            </a:r>
            <a:endParaRPr dirty="0"/>
          </a:p>
          <a:p>
            <a:r>
              <a:rPr dirty="0"/>
              <a:t>da </a:t>
            </a:r>
            <a:r>
              <a:rPr dirty="0" err="1"/>
              <a:t>ordem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voce </a:t>
            </a:r>
            <a:r>
              <a:rPr dirty="0" err="1"/>
              <a:t>digitou</a:t>
            </a:r>
            <a:r>
              <a:rPr dirty="0"/>
              <a:t> o if. </a:t>
            </a:r>
            <a:r>
              <a:rPr dirty="0" err="1"/>
              <a:t>Isso</a:t>
            </a:r>
            <a:r>
              <a:rPr dirty="0"/>
              <a:t> 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bomba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pista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Reforce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4 </a:t>
            </a:r>
            <a:r>
              <a:rPr dirty="0" err="1"/>
              <a:t>pontos</a:t>
            </a:r>
            <a:r>
              <a:rPr dirty="0"/>
              <a:t> da </a:t>
            </a:r>
            <a:r>
              <a:rPr dirty="0" err="1"/>
              <a:t>direita</a:t>
            </a:r>
            <a:r>
              <a:rPr dirty="0"/>
              <a:t>, </a:t>
            </a:r>
            <a:r>
              <a:rPr dirty="0" err="1"/>
              <a:t>eles</a:t>
            </a:r>
            <a:r>
              <a:rPr dirty="0"/>
              <a:t> </a:t>
            </a:r>
            <a:r>
              <a:rPr dirty="0" err="1"/>
              <a:t>sao</a:t>
            </a:r>
            <a:r>
              <a:rPr dirty="0"/>
              <a:t> a </a:t>
            </a:r>
            <a:r>
              <a:rPr dirty="0" err="1"/>
              <a:t>justificativa</a:t>
            </a:r>
            <a:r>
              <a:rPr dirty="0"/>
              <a:t> de TUDO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vem</a:t>
            </a:r>
            <a:endParaRPr dirty="0"/>
          </a:p>
          <a:p>
            <a:r>
              <a:rPr dirty="0" err="1"/>
              <a:t>depois</a:t>
            </a:r>
            <a:r>
              <a:rPr dirty="0"/>
              <a:t>:</a:t>
            </a:r>
          </a:p>
          <a:p>
            <a:r>
              <a:rPr dirty="0"/>
              <a:t>1. </a:t>
            </a:r>
            <a:r>
              <a:rPr dirty="0" err="1"/>
              <a:t>conflito</a:t>
            </a:r>
            <a:r>
              <a:rPr dirty="0"/>
              <a:t> de hardware -&gt; o Scheduler resolve com </a:t>
            </a:r>
            <a:r>
              <a:rPr dirty="0" err="1"/>
              <a:t>addRequirements</a:t>
            </a:r>
            <a:r>
              <a:rPr dirty="0"/>
              <a:t>()</a:t>
            </a:r>
          </a:p>
          <a:p>
            <a:r>
              <a:rPr dirty="0"/>
              <a:t>2. </a:t>
            </a:r>
            <a:r>
              <a:rPr dirty="0" err="1"/>
              <a:t>reaproveitar</a:t>
            </a:r>
            <a:r>
              <a:rPr dirty="0"/>
              <a:t> -&gt; Command 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peca</a:t>
            </a:r>
            <a:r>
              <a:rPr dirty="0"/>
              <a:t> de Lego</a:t>
            </a:r>
          </a:p>
          <a:p>
            <a:r>
              <a:rPr dirty="0"/>
              <a:t>3. </a:t>
            </a:r>
            <a:r>
              <a:rPr dirty="0" err="1"/>
              <a:t>testar</a:t>
            </a:r>
            <a:r>
              <a:rPr dirty="0"/>
              <a:t> -&gt; um Command </a:t>
            </a:r>
            <a:r>
              <a:rPr dirty="0" err="1"/>
              <a:t>roda</a:t>
            </a:r>
            <a:r>
              <a:rPr dirty="0"/>
              <a:t> </a:t>
            </a:r>
            <a:r>
              <a:rPr dirty="0" err="1"/>
              <a:t>sozinho</a:t>
            </a:r>
            <a:endParaRPr dirty="0"/>
          </a:p>
          <a:p>
            <a:r>
              <a:rPr dirty="0"/>
              <a:t>4. </a:t>
            </a:r>
            <a:r>
              <a:rPr dirty="0" err="1"/>
              <a:t>dividir</a:t>
            </a:r>
            <a:r>
              <a:rPr dirty="0"/>
              <a:t> -&gt;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pessoa</a:t>
            </a:r>
            <a:r>
              <a:rPr dirty="0"/>
              <a:t> num </a:t>
            </a:r>
            <a:r>
              <a:rPr dirty="0" err="1"/>
              <a:t>arquivo</a:t>
            </a:r>
            <a:r>
              <a:rPr dirty="0"/>
              <a:t> </a:t>
            </a:r>
            <a:r>
              <a:rPr dirty="0" err="1"/>
              <a:t>diferente</a:t>
            </a:r>
            <a:endParaRPr dirty="0"/>
          </a:p>
          <a:p>
            <a:endParaRPr dirty="0"/>
          </a:p>
          <a:p>
            <a:r>
              <a:rPr dirty="0"/>
              <a:t>Frase de </a:t>
            </a:r>
            <a:r>
              <a:rPr dirty="0" err="1"/>
              <a:t>ancoragem</a:t>
            </a:r>
            <a:r>
              <a:rPr dirty="0"/>
              <a:t>: "Command-Based nao e um framework bonito. E um </a:t>
            </a:r>
            <a:r>
              <a:rPr dirty="0" err="1"/>
              <a:t>sistema</a:t>
            </a:r>
            <a:r>
              <a:rPr dirty="0"/>
              <a:t> de</a:t>
            </a:r>
          </a:p>
          <a:p>
            <a:r>
              <a:rPr dirty="0"/>
              <a:t>PREVENCAO DE CONFLITO."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[5:00 - 7:00] A IDEIA CENTRAL</a:t>
            </a:r>
          </a:p>
          <a:p>
            <a:endParaRPr/>
          </a:p>
          <a:p>
            <a:r>
              <a:t>Analogia que funciona com adolescente: restaurante.</a:t>
            </a:r>
          </a:p>
          <a:p>
            <a:r>
              <a:t>- Subsystem = a COZINHA. Sabe fritar, cortar, assar. Nao decide o menu.</a:t>
            </a:r>
          </a:p>
          <a:p>
            <a:r>
              <a:t>- Command = o PEDIDO. "Um hamburguer medio." Tem inicio, tem fim.</a:t>
            </a:r>
          </a:p>
          <a:p>
            <a:r>
              <a:t>- Scheduler = o GARCOM/gerente. Garante que dois pedidos nao disputem a mesma</a:t>
            </a:r>
          </a:p>
          <a:p>
            <a:r>
              <a:t>  frigideira ao mesmo tempo.</a:t>
            </a:r>
          </a:p>
          <a:p>
            <a:endParaRPr/>
          </a:p>
          <a:p>
            <a:r>
              <a:t>Peca exemplos a turma: "me da um Subsystem e um Command do robo de voces."</a:t>
            </a:r>
          </a:p>
          <a:p>
            <a:r>
              <a:t>Corrija ao vivo os que vierem errados (ex.: "AndarPraFrente" como subsystem -</a:t>
            </a:r>
          </a:p>
          <a:p>
            <a:r>
              <a:t>nao, isso e comportamento, e Command).</a:t>
            </a:r>
          </a:p>
          <a:p>
            <a:endParaRPr/>
          </a:p>
          <a:p>
            <a:r>
              <a:t>Aponte o callout: essa e a regra que mais se viola. Command NUNCA faz</a:t>
            </a:r>
          </a:p>
          <a:p>
            <a:r>
              <a:t>motor.set(). Ele faz drive.setMotor1Speed().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[7:00 - 8:30] MAPA DO PROJETO</a:t>
            </a:r>
          </a:p>
          <a:p>
            <a:endParaRPr/>
          </a:p>
          <a:p>
            <a:r>
              <a:t>Peca para todos abrirem o projeto AGORA. Momento de sincronizar a turma -</a:t>
            </a:r>
          </a:p>
          <a:p>
            <a:r>
              <a:t>quem nao abriu, abre com o colega.</a:t>
            </a:r>
          </a:p>
          <a:p>
            <a:endParaRPr/>
          </a:p>
          <a:p>
            <a:r>
              <a:t>Pontos a dizer:</a:t>
            </a:r>
          </a:p>
          <a:p>
            <a:r>
              <a:t>- Main.java: ninguem mexe, nunca. So chama RobotBase.startRobot().</a:t>
            </a:r>
          </a:p>
          <a:p>
            <a:r>
              <a:t>- Robot.java: so delega. Se voces estao escrevendo logica aqui, algo esta</a:t>
            </a:r>
          </a:p>
          <a:p>
            <a:r>
              <a:t>  errado (exceto o CommandScheduler.getInstance().run()).</a:t>
            </a:r>
          </a:p>
          <a:p>
            <a:r>
              <a:t>- RobotContainer: e aqui que mora o "new". E a unica classe que conhece</a:t>
            </a:r>
          </a:p>
          <a:p>
            <a:r>
              <a:t>  subsystems E commands E joystick ao mesmo tempo.</a:t>
            </a:r>
          </a:p>
          <a:p>
            <a:r>
              <a:t>- Constants: todo numero magico vai pra ca. Mostre que o nosso tem raio da</a:t>
            </a:r>
          </a:p>
          <a:p>
            <a:r>
              <a:t>  roda, pulsos por revolucao, portas dos encoders.</a:t>
            </a:r>
          </a:p>
          <a:p>
            <a:endParaRPr/>
          </a:p>
          <a:p>
            <a:r>
              <a:t>Dica de prova: num teste de WorldSkills, a primeira coisa a fazer num projeto</a:t>
            </a:r>
          </a:p>
          <a:p>
            <a:r>
              <a:t>desconhecido e abrir RobotContainer. Em 30 segundos voce sabe o robo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[8:30 - 10:30] O SCHEDULER</a:t>
            </a:r>
          </a:p>
          <a:p>
            <a:endParaRPr/>
          </a:p>
          <a:p>
            <a:r>
              <a:t>Este e o slide mais importante do bloco. Se a turma sair entendendo o loop de</a:t>
            </a:r>
          </a:p>
          <a:p>
            <a:r>
              <a:t>20 ms, o resto se encaixa.</a:t>
            </a:r>
          </a:p>
          <a:p>
            <a:endParaRPr/>
          </a:p>
          <a:p>
            <a:r>
              <a:t>Explique a volta:</a:t>
            </a:r>
          </a:p>
          <a:p>
            <a:r>
              <a:t>1. le os botoes (poll)</a:t>
            </a:r>
          </a:p>
          <a:p>
            <a:r>
              <a:t>2. agenda comandos novos que foram acionados</a:t>
            </a:r>
          </a:p>
          <a:p>
            <a:r>
              <a:t>3. para cada comando ativo chama execute()</a:t>
            </a:r>
          </a:p>
          <a:p>
            <a:r>
              <a:t>4. chama isFinished(); se true -&gt; end(false)</a:t>
            </a:r>
          </a:p>
          <a:p>
            <a:r>
              <a:t>5. chama periodic() de cada subsystem</a:t>
            </a:r>
          </a:p>
          <a:p>
            <a:endParaRPr/>
          </a:p>
          <a:p>
            <a:r>
              <a:t>Enfatize: "voce nao chama execute(). O Scheduler chama. Seu codigo e</a:t>
            </a:r>
          </a:p>
          <a:p>
            <a:r>
              <a:t>PASSIVO - ele responde."</a:t>
            </a:r>
          </a:p>
          <a:p>
            <a:endParaRPr/>
          </a:p>
          <a:p>
            <a:r>
              <a:t>Erro classico que ja vi custar prova: colocar um while(encoder &lt; alvo) dentro</a:t>
            </a:r>
          </a:p>
          <a:p>
            <a:r>
              <a:t>do execute(). O robo congela, o watchdog dispara, perde a bateria de pontos.</a:t>
            </a:r>
          </a:p>
          <a:p>
            <a:r>
              <a:t>A forma certa e devolver false no isFinished() e deixar o loop girar.</a:t>
            </a:r>
          </a:p>
          <a:p>
            <a:endParaRPr/>
          </a:p>
          <a:p>
            <a:r>
              <a:t>Mostre a conta: 20 ms = 50 Hz. Se execute() demorar 30 ms voce ja perdeu</a:t>
            </a:r>
          </a:p>
          <a:p>
            <a:r>
              <a:t>ciclos. Avise do aviso "Loop time overrun" no console - eles VAO ver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[10:30 - 12:00] ROBOT.JAVA</a:t>
            </a:r>
          </a:p>
          <a:p>
            <a:endParaRPr/>
          </a:p>
          <a:p>
            <a:r>
              <a:t>Codigo literal do nosso repositorio - abra o arquivo ao lado do slide.</a:t>
            </a:r>
          </a:p>
          <a:p>
            <a:endParaRPr/>
          </a:p>
          <a:p>
            <a:r>
              <a:t>Pontos de parada:</a:t>
            </a:r>
          </a:p>
          <a:p>
            <a:r>
              <a:t>- "extends TimedRobot": heranca. Vamos falar de heranca no bloco 2, mas</a:t>
            </a:r>
          </a:p>
          <a:p>
            <a:r>
              <a:t>  adiante: TimedRobot ja sabe chamar os metodos a cada 20 ms; a gente so</a:t>
            </a:r>
          </a:p>
          <a:p>
            <a:r>
              <a:t>  preenche o que quer.</a:t>
            </a:r>
          </a:p>
          <a:p>
            <a:r>
              <a:t>- robotInit() roda UMA vez, no boot. E ali que nasce o RobotContainer, e no</a:t>
            </a:r>
          </a:p>
          <a:p>
            <a:r>
              <a:t>  construtor dele nasce o robo todo.</a:t>
            </a:r>
          </a:p>
          <a:p>
            <a:r>
              <a:t>- autonomousInit(): schedule() NAO executa. Agenda. Diferenca sutil que cai em</a:t>
            </a:r>
          </a:p>
          <a:p>
            <a:r>
              <a:t>  prova.</a:t>
            </a:r>
          </a:p>
          <a:p>
            <a:r>
              <a:t>- teleopInit() com cancel(): pergunte "o que acontece se eu apagar esse</a:t>
            </a:r>
          </a:p>
          <a:p>
            <a:r>
              <a:t>  cancel?" Resposta: o comando autonomo continua rodando por cima do joystick,</a:t>
            </a:r>
          </a:p>
          <a:p>
            <a:r>
              <a:t>  o robo "briga" consigo mesmo.</a:t>
            </a:r>
          </a:p>
          <a:p>
            <a:endParaRPr/>
          </a:p>
          <a:p>
            <a:r>
              <a:t>Nota sobre @Override: insista. E a maneira mais barata de evitar o bug de</a:t>
            </a:r>
          </a:p>
          <a:p>
            <a:r>
              <a:t>escrever "exectue()" e passar a tarde cacando por que nao roda.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[12:00 - 13:30] ROBOTCONTAINER</a:t>
            </a:r>
          </a:p>
          <a:p>
            <a:endParaRPr/>
          </a:p>
          <a:p>
            <a:r>
              <a:t>Este e o arquivo que eles mais vao editar na prova. Numere em voz alta os 5</a:t>
            </a:r>
          </a:p>
          <a:p>
            <a:r>
              <a:t>passos - eles sao a receita de qualquer adicao de hardware novo.</a:t>
            </a:r>
          </a:p>
          <a:p>
            <a:endParaRPr/>
          </a:p>
          <a:p>
            <a:r>
              <a:t>Destaque a diferenca entre DECLARAR e INSTANCIAR (linha 3 vs linha "drive =</a:t>
            </a:r>
          </a:p>
          <a:p>
            <a:r>
              <a:t>new OmniDrive()"). Isso volta no bloco 2 com forca; aqui so plante a semente:</a:t>
            </a:r>
          </a:p>
          <a:p>
            <a:r>
              <a:t>"declarar e escrever o nome na lista de chamada; instanciar e o aluno entrar na</a:t>
            </a:r>
          </a:p>
          <a:p>
            <a:r>
              <a:t>sala."</a:t>
            </a:r>
          </a:p>
          <a:p>
            <a:endParaRPr/>
          </a:p>
          <a:p>
            <a:r>
              <a:t>Sobre o setDefaultCommand com lambda: nao se perca explicando lambda agora.</a:t>
            </a:r>
          </a:p>
          <a:p>
            <a:r>
              <a:t>Diga: "() -&gt; algo e um atalho para 'um pedacinho de codigo para rodar depois'.</a:t>
            </a:r>
          </a:p>
          <a:p>
            <a:r>
              <a:t>Volto nisso no slide de comandos inline."</a:t>
            </a:r>
          </a:p>
          <a:p>
            <a:endParaRPr/>
          </a:p>
          <a:p>
            <a:r>
              <a:t>Observacao honesta sobre o nosso codigo: aqui usamos 'public static' para os</a:t>
            </a:r>
          </a:p>
          <a:p>
            <a:r>
              <a:t>subsystems. E o padrao deste repositorio e funciona, mas no bloco 3 vou mostrar</a:t>
            </a:r>
          </a:p>
          <a:p>
            <a:r>
              <a:t>por que o WPILib moderno prefere passar o subsystem pelo construtor. Guardem a</a:t>
            </a:r>
          </a:p>
          <a:p>
            <a:r>
              <a:t>pergunta.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[13:30 - 14:30] SUBSYSTEM: CAMPOS</a:t>
            </a:r>
          </a:p>
          <a:p>
            <a:endParaRPr/>
          </a:p>
          <a:p>
            <a:r>
              <a:t>Mostre que a parte de cima de toda classe e so uma LISTA DE PECAS. Chamamos</a:t>
            </a:r>
          </a:p>
          <a:p>
            <a:r>
              <a:t>esses campos de atributos ou variaveis de instancia.</a:t>
            </a:r>
          </a:p>
          <a:p>
            <a:endParaRPr/>
          </a:p>
          <a:p>
            <a:r>
              <a:t>Pergunte: "por que private e nao public?" Deixe alguem responder. Complete:</a:t>
            </a:r>
          </a:p>
          <a:p>
            <a:r>
              <a:t>se fosse public, qualquer comando poderia fazer drive.motor1.set(1.0) e eu</a:t>
            </a:r>
          </a:p>
          <a:p>
            <a:r>
              <a:t>perderia o controle - nao teria como aplicar limite, deadband ou log. Private</a:t>
            </a:r>
          </a:p>
          <a:p>
            <a:r>
              <a:t>e o que me permite MUDAR o jeito de acionar o motor sem quebrar os comandos.</a:t>
            </a:r>
          </a:p>
          <a:p>
            <a:endParaRPr/>
          </a:p>
          <a:p>
            <a:r>
              <a:t>Sobre final nos encoders: note que motores nao sao final e encoders sao. Isso</a:t>
            </a:r>
          </a:p>
          <a:p>
            <a:r>
              <a:t>e inconsistencia do nosso codigo - oportunidade de dizer: "o ideal e todos</a:t>
            </a:r>
          </a:p>
          <a:p>
            <a:r>
              <a:t>final, porque nenhum deles deveria ser trocado em tempo de execucao."</a:t>
            </a:r>
          </a:p>
          <a:p>
            <a:r>
              <a:t>Anote como tarefa de limpeza.</a:t>
            </a:r>
          </a:p>
          <a:p>
            <a:endParaRPr/>
          </a:p>
          <a:p>
            <a:r>
              <a:t>Titan.Motor: aproveite para mostrar o ponto = "dentro de". Como Button dentro</a:t>
            </a:r>
          </a:p>
          <a:p>
            <a:r>
              <a:t>de XboxController (XboxController.Button.kBumperLeft).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[14:30 - 15:30] SUBSYSTEM: CONSTRUTOR</a:t>
            </a:r>
          </a:p>
          <a:p>
            <a:endParaRPr/>
          </a:p>
          <a:p>
            <a:r>
              <a:t>Esta e a primeira aparicao formal de CONSTRUTOR - volta com mais calma no</a:t>
            </a:r>
          </a:p>
          <a:p>
            <a:r>
              <a:t>bloco 2, aqui e no contexto.</a:t>
            </a:r>
          </a:p>
          <a:p>
            <a:endParaRPr/>
          </a:p>
          <a:p>
            <a:r>
              <a:t>Tres regras do construtor, diga pausadamente:</a:t>
            </a:r>
          </a:p>
          <a:p>
            <a:r>
              <a:t>1. tem exatamente o mesmo nome da classe</a:t>
            </a:r>
          </a:p>
          <a:p>
            <a:r>
              <a:t>2. nao tem tipo de retorno (nem void!)</a:t>
            </a:r>
          </a:p>
          <a:p>
            <a:r>
              <a:t>3. roda automaticamente no new</a:t>
            </a:r>
          </a:p>
          <a:p>
            <a:endParaRPr/>
          </a:p>
          <a:p>
            <a:r>
              <a:t>Mostre o encadeamento: Robot.robotInit() -&gt; new RobotContainer() -&gt;</a:t>
            </a:r>
          </a:p>
          <a:p>
            <a:r>
              <a:t>new OmniDrive() -&gt; new Titan(...). Uma cascata que acontece em milissegundos</a:t>
            </a:r>
          </a:p>
          <a:p>
            <a:r>
              <a:t>no boot do robo.</a:t>
            </a:r>
          </a:p>
          <a:p>
            <a:endParaRPr/>
          </a:p>
          <a:p>
            <a:r>
              <a:t>setDistancePerPulse: aproveite - "esta e a linha que transforma 'pulsos' em</a:t>
            </a:r>
          </a:p>
          <a:p>
            <a:r>
              <a:t>'milimetros'. Se ela estiver errada, TODO o seu autonomo esta errado, e o</a:t>
            </a:r>
          </a:p>
          <a:p>
            <a:r>
              <a:t>codigo compila lindamente." Conecte com o Constants.wheelDistPerTick e com a</a:t>
            </a:r>
          </a:p>
          <a:p>
            <a:r>
              <a:t>armadilha de divisao inteira do bloco 04.</a:t>
            </a:r>
          </a:p>
          <a:p>
            <a:endParaRPr/>
          </a:p>
          <a:p>
            <a:r>
              <a:t>Se sobrar tempo: mostre no VS Code o Ctrl+clique em new Encoder para ver os</a:t>
            </a:r>
          </a:p>
          <a:p>
            <a:r>
              <a:t>parametros.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[15:30 - 16:30] PERIODIC</a:t>
            </a:r>
          </a:p>
          <a:p>
            <a:endParaRPr/>
          </a:p>
          <a:p>
            <a:r>
              <a:t>Mostre no nosso codigo real: periodic() do OmniDrive publica heading, pitch,</a:t>
            </a:r>
          </a:p>
          <a:p>
            <a:r>
              <a:t>roll e os tres encoders.</a:t>
            </a:r>
          </a:p>
          <a:p>
            <a:endParaRPr/>
          </a:p>
          <a:p>
            <a:r>
              <a:t>Diferenca que confunde todo mundo:</a:t>
            </a:r>
          </a:p>
          <a:p>
            <a:r>
              <a:t>- periodic() do SUBSYSTEM: roda SEMPRE, ate no modo disabled.</a:t>
            </a:r>
          </a:p>
          <a:p>
            <a:r>
              <a:t>- execute() do COMMAND: roda so enquanto aquele comando esta agendado.</a:t>
            </a:r>
          </a:p>
          <a:p>
            <a:endParaRPr/>
          </a:p>
          <a:p>
            <a:r>
              <a:t>Pergunta para a turma: "posso ligar o motor no periodic?" Tecnicamente sim.</a:t>
            </a:r>
          </a:p>
          <a:p>
            <a:r>
              <a:t>Mas voce acabou de furar o sistema de requisitos - nenhum Command conseguira</a:t>
            </a:r>
          </a:p>
          <a:p>
            <a:r>
              <a:t>impedir. E bug garantido na pista.</a:t>
            </a:r>
          </a:p>
          <a:p>
            <a:endParaRPr/>
          </a:p>
          <a:p>
            <a:r>
              <a:t>Venda o SmartDashboard com forca. Diga: "na bancada voces tem console. Na</a:t>
            </a:r>
          </a:p>
          <a:p>
            <a:r>
              <a:t>prova, com o robo a 3 metros de distancia, voces tem o painel e mais nada."</a:t>
            </a:r>
          </a:p>
          <a:p>
            <a:r>
              <a:t>Se houver tempo e um robo na sala, abra o Shuffleboard/SmartDashboard e mostre</a:t>
            </a:r>
          </a:p>
          <a:p>
            <a:r>
              <a:t>os valores subindo com a roda na mao.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[16:30 - 18:00] CICLO DE VIDA DO COMMAND</a:t>
            </a:r>
          </a:p>
          <a:p>
            <a:endParaRPr/>
          </a:p>
          <a:p>
            <a:r>
              <a:t>Slide de decorar. Peca para a turma repetir em voz alta a sequencia:</a:t>
            </a:r>
          </a:p>
          <a:p>
            <a:r>
              <a:t>initialize - execute - isFinished - end. Faca isso de verdade, funciona.</a:t>
            </a:r>
          </a:p>
          <a:p>
            <a:endParaRPr/>
          </a:p>
          <a:p>
            <a:r>
              <a:t>Analogia da corrida de 100 m:</a:t>
            </a:r>
          </a:p>
          <a:p>
            <a:r>
              <a:t>- initialize(): posicionar no bloco de partida, zerar o cronometro</a:t>
            </a:r>
          </a:p>
          <a:p>
            <a:r>
              <a:t>- execute(): correr, passada por passada</a:t>
            </a:r>
          </a:p>
          <a:p>
            <a:r>
              <a:t>- isFinished(): "ja cruzei a linha?"</a:t>
            </a:r>
          </a:p>
          <a:p>
            <a:r>
              <a:t>- end(): parar de correr e respirar</a:t>
            </a:r>
          </a:p>
          <a:p>
            <a:endParaRPr/>
          </a:p>
          <a:p>
            <a:r>
              <a:t>O parametro boolean do end() e a pergunta mais comum: interrupted = true</a:t>
            </a:r>
          </a:p>
          <a:p>
            <a:r>
              <a:t>significa que OUTRO comando pediu o mesmo subsystem e roubou o lugar. Mesmo</a:t>
            </a:r>
          </a:p>
          <a:p>
            <a:r>
              <a:t>assim seu end() roda - e por isso que parar o motor no end() e obrigatorio.</a:t>
            </a:r>
          </a:p>
          <a:p>
            <a:r>
              <a:t>Conte o caso: aluno esqueceu de parar o motor no end, outro comando interrompeu</a:t>
            </a:r>
          </a:p>
          <a:p>
            <a:r>
              <a:t>no meio, o robo saiu andando sozinho ate bater na parede. Isso acontece.</a:t>
            </a:r>
          </a:p>
          <a:p>
            <a:endParaRPr/>
          </a:p>
          <a:p>
            <a:r>
              <a:t>Nota tecnica para voce (nao precisa dizer a turma a menos que perguntem): no</a:t>
            </a:r>
          </a:p>
          <a:p>
            <a:r>
              <a:t>WPILib o metodo correto da interface e isFinished() na versao antiga e</a:t>
            </a:r>
          </a:p>
          <a:p>
            <a:r>
              <a:t>isFinished() continua valido neste projeto 2020; versoes recentes usam</a:t>
            </a:r>
          </a:p>
          <a:p>
            <a:r>
              <a:t>isFinished() tambem em Command. Nosso repo usa isFinished() - mantenha</a:t>
            </a:r>
          </a:p>
          <a:p>
            <a:r>
              <a:t>consistencia com o codigo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[18:00 - 19:30] SIMPLEDRIVE COMPLETO</a:t>
            </a:r>
          </a:p>
          <a:p>
            <a:endParaRPr/>
          </a:p>
          <a:p>
            <a:r>
              <a:t>Leia o arquivo inteiro com a turma, de cima para baixo, sem pressa. E o</a:t>
            </a:r>
          </a:p>
          <a:p>
            <a:r>
              <a:t>primeiro Command completo que eles veem.</a:t>
            </a:r>
          </a:p>
          <a:p>
            <a:endParaRPr/>
          </a:p>
          <a:p>
            <a:r>
              <a:t>Roteiro de leitura (use as 3 perguntas do callout):</a:t>
            </a:r>
          </a:p>
          <a:p>
            <a:r>
              <a:t>1. "Qual subsystem?" -&gt; drive, via addRequirements</a:t>
            </a:r>
          </a:p>
          <a:p>
            <a:r>
              <a:t>2. "O que faz por ciclo?" -&gt; setMotor1Speed(0.5) e publica telemetria</a:t>
            </a:r>
          </a:p>
          <a:p>
            <a:r>
              <a:t>3. "Como acaba?" -&gt; quando o botao X e apertado</a:t>
            </a:r>
          </a:p>
          <a:p>
            <a:endParaRPr/>
          </a:p>
          <a:p>
            <a:r>
              <a:t>Chame atencao no end(): setMotor1Speed(0.0). Pergunte: "se eu apagar essa</a:t>
            </a:r>
          </a:p>
          <a:p>
            <a:r>
              <a:t>linha, o que acontece quando aperto X?" Resposta: o comando termina mas o</a:t>
            </a:r>
          </a:p>
          <a:p>
            <a:r>
              <a:t>motor CONTINUA girando, porque ninguem mandou parar. O motor nao "desliga</a:t>
            </a:r>
          </a:p>
          <a:p>
            <a:r>
              <a:t>sozinho".</a:t>
            </a:r>
          </a:p>
          <a:p>
            <a:endParaRPr/>
          </a:p>
          <a:p>
            <a:r>
              <a:t>Sobre 'private static final OmniDrive drive = RobotContainer.drive;':</a:t>
            </a:r>
          </a:p>
          <a:p>
            <a:r>
              <a:t>esse e o estilo deste repositorio. Funciona, mas e acoplado - este Command so</a:t>
            </a:r>
          </a:p>
          <a:p>
            <a:r>
              <a:t>funciona se existir um RobotContainer com um campo static chamado drive.</a:t>
            </a:r>
          </a:p>
          <a:p>
            <a:r>
              <a:t>Mencione que no bloco 3 veremos a alternativa (receber pelo construtor) e por</a:t>
            </a:r>
          </a:p>
          <a:p>
            <a:r>
              <a:t>que ela e melhor. Nao corrija o repo agora, so plante.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[19:30 - 21:00] DRIVETODISTANCE</a:t>
            </a:r>
          </a:p>
          <a:p>
            <a:endParaRPr/>
          </a:p>
          <a:p>
            <a:r>
              <a:t>Aqui aparece o grande salto: COMMAND COM PARAMETRO. Pergunte antes de mostrar:</a:t>
            </a:r>
          </a:p>
          <a:p>
            <a:r>
              <a:t>"como eu faco o mesmo comando andar 50 cm numa hora e 2 m noutra?"</a:t>
            </a:r>
          </a:p>
          <a:p>
            <a:endParaRPr/>
          </a:p>
          <a:p>
            <a:r>
              <a:t>O fluxo do parametro - desenhe no ar:</a:t>
            </a:r>
          </a:p>
          <a:p>
            <a:r>
              <a:t>new DriveToDistance(0.5) -&gt; construtor recebe metros=0.5 -&gt; multiplica por</a:t>
            </a:r>
          </a:p>
          <a:p>
            <a:r>
              <a:t>1000 -&gt; guarda em distance = 500 -&gt; isFinished compara encoder (mm) com 500.</a:t>
            </a:r>
          </a:p>
          <a:p>
            <a:endParaRPr/>
          </a:p>
          <a:p>
            <a:r>
              <a:t>Historia real deste repositorio: havia um commit corrigindo exatamente este</a:t>
            </a:r>
          </a:p>
          <a:p>
            <a:r>
              <a:t>arquivo ("DriveToDistance em metros"). O bug era mistura de unidade - o</a:t>
            </a:r>
          </a:p>
          <a:p>
            <a:r>
              <a:t>encoder reporta mm e o parametro vinha em metros. O codigo compilava e o robo</a:t>
            </a:r>
          </a:p>
          <a:p>
            <a:r>
              <a:t>andava 1000x menos. Use isso: "compilar nao significa estar certo."</a:t>
            </a:r>
          </a:p>
          <a:p>
            <a:endParaRPr/>
          </a:p>
          <a:p>
            <a:r>
              <a:t>Regra que eu quero que levem: toda variavel de distancia carrega a unidade no</a:t>
            </a:r>
          </a:p>
          <a:p>
            <a:r>
              <a:t>nome ou no Javadoc. distanceMm, metros, wheelRadiusMeters.</a:t>
            </a:r>
          </a:p>
          <a:p>
            <a:endParaRPr/>
          </a:p>
          <a:p>
            <a:r>
              <a:t>Comente o -.5 no holonomicDrive: o sinal negativo e a direcao para frente no</a:t>
            </a:r>
          </a:p>
          <a:p>
            <a:r>
              <a:t>NOSSO robo. Isso e caracteristica de montagem, nao de matematica.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[21:00 - 22:30] REQUISITOS E CONFLITO</a:t>
            </a:r>
          </a:p>
          <a:p>
            <a:endParaRPr/>
          </a:p>
          <a:p>
            <a:r>
              <a:t>Encenacao vale ouro aqui. Chame dois voluntarios: um e SimpleDrive, outro e</a:t>
            </a:r>
          </a:p>
          <a:p>
            <a:r>
              <a:t>DriveToDistance, e um objeto na mesa (caneta) e o subsystem drive. Mostre que</a:t>
            </a:r>
          </a:p>
          <a:p>
            <a:r>
              <a:t>so um pode segurar a caneta. Quando o segundo pede, o primeiro TEM que soltar</a:t>
            </a:r>
          </a:p>
          <a:p>
            <a:r>
              <a:t>(end(true)).</a:t>
            </a:r>
          </a:p>
          <a:p>
            <a:endParaRPr/>
          </a:p>
          <a:p>
            <a:r>
              <a:t>Aponte o maior perigo: esquecer addRequirements NAO gera erro de compilacao.</a:t>
            </a:r>
          </a:p>
          <a:p>
            <a:r>
              <a:t>O codigo roda. Os dois comandos escrevem no mesmo motor a 50 Hz e o robo faz</a:t>
            </a:r>
          </a:p>
          <a:p>
            <a:r>
              <a:t>coisas aleatorias. Debug infernal.</a:t>
            </a:r>
          </a:p>
          <a:p>
            <a:endParaRPr/>
          </a:p>
          <a:p>
            <a:r>
              <a:t>Default command: explique por que o teleop volta a funcionar sozinho depois de</a:t>
            </a:r>
          </a:p>
          <a:p>
            <a:r>
              <a:t>um comando de botao. Nao e magica - e o RunCommand do joystick que esta</a:t>
            </a:r>
          </a:p>
          <a:p>
            <a:r>
              <a:t>registrado como default e volta a ser escolhido quando o drive fica livre.</a:t>
            </a:r>
          </a:p>
          <a:p>
            <a:endParaRPr/>
          </a:p>
          <a:p>
            <a:r>
              <a:t>Pergunta de fechamento do bloco: "quantos comandos podem rodar ao mesmo tempo</a:t>
            </a:r>
          </a:p>
          <a:p>
            <a:r>
              <a:t>no robo?" Resposta: quantos quiserem, DESDE QUE usem subsystems diferentes.</a:t>
            </a:r>
          </a:p>
          <a:p>
            <a:r>
              <a:t>Drive + garra + elevador em paralelo: perfeito.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[22:30 - 23:30] BINDINGS</a:t>
            </a:r>
          </a:p>
          <a:p>
            <a:endParaRPr/>
          </a:p>
          <a:p>
            <a:r>
              <a:t>Mostre o codigo real e o padrao de 3 linhas. Eles vao repetir esse padrao</a:t>
            </a:r>
          </a:p>
          <a:p>
            <a:r>
              <a:t>dezenas de vezes na prova.</a:t>
            </a:r>
          </a:p>
          <a:p>
            <a:endParaRPr/>
          </a:p>
          <a:p>
            <a:r>
              <a:t>Ponto pratico: XboxController.Button.kBumperLeft.value - o .value no fim e o</a:t>
            </a:r>
          </a:p>
          <a:p>
            <a:r>
              <a:t>numero da porta. Esquecer o .value e erro de compilacao comum.</a:t>
            </a:r>
          </a:p>
          <a:p>
            <a:endParaRPr/>
          </a:p>
          <a:p>
            <a:r>
              <a:t>A tabela de gatilhos e a mais consultada no dia da prova. Sugira: printem essa</a:t>
            </a:r>
          </a:p>
          <a:p>
            <a:r>
              <a:t>tabela e colem na bancada.</a:t>
            </a:r>
          </a:p>
          <a:p>
            <a:r>
              <a:t>- whenPressed: acao que tem fim proprio (andar 50 cm)</a:t>
            </a:r>
          </a:p>
          <a:p>
            <a:r>
              <a:t>- whileHeld: acao que deve durar so enquanto o dedo esta no botao (coletor)</a:t>
            </a:r>
          </a:p>
          <a:p>
            <a:r>
              <a:t>Escolher o gatilho errado e 50% dos "meu botao nao funciona".</a:t>
            </a:r>
          </a:p>
          <a:p>
            <a:endParaRPr/>
          </a:p>
          <a:p>
            <a:r>
              <a:t>Nota de versao: em WPILib mais novo os nomes mudaram para onTrue/whileTrue.</a:t>
            </a:r>
          </a:p>
          <a:p>
            <a:r>
              <a:t>Este repositorio e 2020, usa whenPressed/whileHeld. Se abrirem documentacao</a:t>
            </a:r>
          </a:p>
          <a:p>
            <a:r>
              <a:t>nova e estranharem, e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[23:30 - 25:00] COMPOSICAO  [fim do bloco 01]</a:t>
            </a:r>
          </a:p>
          <a:p>
            <a:endParaRPr/>
          </a:p>
          <a:p>
            <a:r>
              <a:t>Mensagem central: "o autonomo campeao nao e um comando gigante. Sao 6 comandos</a:t>
            </a:r>
          </a:p>
          <a:p>
            <a:r>
              <a:t>pequenos numa SequentialCommandGroup."</a:t>
            </a:r>
          </a:p>
          <a:p>
            <a:endParaRPr/>
          </a:p>
          <a:p>
            <a:r>
              <a:t>Mostre o AutoCommand do repo: SimpleDrive com timeout de 5 s, depois</a:t>
            </a:r>
          </a:p>
          <a:p>
            <a:r>
              <a:t>DriveToDistance(0.5). Simples e legivel - alguem que nunca viu o codigo entende</a:t>
            </a:r>
          </a:p>
          <a:p>
            <a:r>
              <a:t>o autonomo lendo 3 linhas.</a:t>
            </a:r>
          </a:p>
          <a:p>
            <a:endParaRPr/>
          </a:p>
          <a:p>
            <a:r>
              <a:t>withTimeout: venda como SEGURO DE VIDA. Se o encoder falhar, o isFinished</a:t>
            </a:r>
          </a:p>
          <a:p>
            <a:r>
              <a:t>nunca da true e o comando roda para sempre. withTimeout evita que o robo fique</a:t>
            </a:r>
          </a:p>
          <a:p>
            <a:r>
              <a:t>empurrando a parede durante o resto da prova. Recomende: todo comando de</a:t>
            </a:r>
          </a:p>
          <a:p>
            <a:r>
              <a:t>autonomo com timeout.</a:t>
            </a:r>
          </a:p>
          <a:p>
            <a:endParaRPr/>
          </a:p>
          <a:p>
            <a:r>
              <a:t>Comandos inline (RunCommand/InstantCommand): para acoes de uma linha nao vale</a:t>
            </a:r>
          </a:p>
          <a:p>
            <a:r>
              <a:t>criar arquivo. Explique o lambda agora, de forma simples:</a:t>
            </a:r>
          </a:p>
          <a:p>
            <a:r>
              <a:t>() -&gt; drive.resetYaw() significa "este pedacinho de codigo, para rodar</a:t>
            </a:r>
          </a:p>
          <a:p>
            <a:r>
              <a:t>depois". O RunCommand executa isso 50x por segundo; o InstantCommand uma vez.</a:t>
            </a:r>
          </a:p>
          <a:p>
            <a:endParaRPr/>
          </a:p>
          <a:p>
            <a:r>
              <a:t>PAUSA PARA PERGUNTAS - 1 minuto. Pergunte: "alguem consegue me descrever o</a:t>
            </a:r>
          </a:p>
          <a:p>
            <a:r>
              <a:t>autonomo do robo de voces em 4 comandos?"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[25:00] DIVISORIA - BLOCO 02</a:t>
            </a:r>
          </a:p>
          <a:p>
            <a:endParaRPr/>
          </a:p>
          <a:p>
            <a:r>
              <a:t>Transicao: "Tudo que acabamos de ver - Subsystem, Command - sao CLASSES. Agora</a:t>
            </a:r>
          </a:p>
          <a:p>
            <a:r>
              <a:t>vamos entender o que e uma classe de verdade, porque e isso que separa quem</a:t>
            </a:r>
          </a:p>
          <a:p>
            <a:r>
              <a:t>copia codigo de quem escreve codigo."</a:t>
            </a:r>
          </a:p>
          <a:p>
            <a:endParaRPr/>
          </a:p>
          <a:p>
            <a:r>
              <a:t>Se a turma estiver cansada: esse e o momento de levantar todos por 20 segundos.</a:t>
            </a:r>
          </a:p>
          <a:p>
            <a:r>
              <a:t>O bloco 2 e conceitual e precisa de atencao.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[25:00 - 27:00] CLASSE x OBJETO x INSTANCIA</a:t>
            </a:r>
          </a:p>
          <a:p>
            <a:endParaRPr/>
          </a:p>
          <a:p>
            <a:r>
              <a:t>A analogia da planta da casa e a melhor. Use e abuse:</a:t>
            </a:r>
          </a:p>
          <a:p>
            <a:r>
              <a:t>- A planta (classe) nao protege ninguem da chuva.</a:t>
            </a:r>
          </a:p>
          <a:p>
            <a:r>
              <a:t>- A casa construida (objeto) protege.</a:t>
            </a:r>
          </a:p>
          <a:p>
            <a:r>
              <a:t>- "A casa numero 42" (instancia) e uma casa especifica entre varias iguais.</a:t>
            </a:r>
          </a:p>
          <a:p>
            <a:endParaRPr/>
          </a:p>
          <a:p>
            <a:r>
              <a:t>Na pratica do dia a dia, "objeto" e "instancia" sao usados como sinonimos.</a:t>
            </a:r>
          </a:p>
          <a:p>
            <a:r>
              <a:t>Diga isso explicitamente para eles nao travarem numa diferenca que nao importa.</a:t>
            </a:r>
          </a:p>
          <a:p>
            <a:r>
              <a:t>O que importa: CLASSE != OBJETO.</a:t>
            </a:r>
          </a:p>
          <a:p>
            <a:endParaRPr/>
          </a:p>
          <a:p>
            <a:r>
              <a:t>O exemplo dos 3 Encoders e o mais didatico do nosso repo. Mostre o codigo:</a:t>
            </a:r>
          </a:p>
          <a:p>
            <a:r>
              <a:t>uma classe Encoder, tres variaveis (encoderMotor1, 2 e 3), tres new. Cada um</a:t>
            </a:r>
          </a:p>
          <a:p>
            <a:r>
              <a:t>com sua propria contagem interna. Se fosse tudo a mesma coisa, os tres motores</a:t>
            </a:r>
          </a:p>
          <a:p>
            <a:r>
              <a:t>reportariam a mesma distancia.</a:t>
            </a:r>
          </a:p>
          <a:p>
            <a:endParaRPr/>
          </a:p>
          <a:p>
            <a:r>
              <a:t>Teste rapido com a turma (levante a mao):</a:t>
            </a:r>
          </a:p>
          <a:p>
            <a:r>
              <a:t>"XboxController e classe ou objeto?" -&gt; classe.</a:t>
            </a:r>
          </a:p>
          <a:p>
            <a:r>
              <a:t>"driverJoystick e classe ou objeto?" -&gt; objeto/instancia.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[27:00 - 28:00] ANATOMIA DA CLASSE</a:t>
            </a:r>
          </a:p>
          <a:p>
            <a:endParaRPr/>
          </a:p>
          <a:p>
            <a:r>
              <a:t>Use como mapa de referencia. Diga: "sempre que voces criarem uma classe nova,</a:t>
            </a:r>
          </a:p>
          <a:p>
            <a:r>
              <a:t>sigam esta ordem - package, import, assinatura, atributos, construtor,</a:t>
            </a:r>
          </a:p>
          <a:p>
            <a:r>
              <a:t>ciclo de vida, metodos."</a:t>
            </a:r>
          </a:p>
          <a:p>
            <a:endParaRPr/>
          </a:p>
          <a:p>
            <a:r>
              <a:t>Explique o par ESTADO / COMPORTAMENTO, porque e a definicao real de objeto:</a:t>
            </a:r>
          </a:p>
          <a:p>
            <a:r>
              <a:t>"um objeto e estado + comportamento amarrados juntos."</a:t>
            </a:r>
          </a:p>
          <a:p>
            <a:r>
              <a:t>- Estado do OmniDrive: quais motores, quais encoders, quanto cada um contou.</a:t>
            </a:r>
          </a:p>
          <a:p>
            <a:r>
              <a:t>- Comportamento: setMotor1Speed, holonomicDrive, getYaw.</a:t>
            </a:r>
          </a:p>
          <a:p>
            <a:endParaRPr/>
          </a:p>
          <a:p>
            <a:r>
              <a:t>Sobre extends SubsystemBase: a heranca ja apareceu 4 vezes na aula</a:t>
            </a:r>
          </a:p>
          <a:p>
            <a:r>
              <a:t>(TimedRobot, SubsystemBase, CommandBase, SequentialCommandGroup). Diga a</a:t>
            </a:r>
          </a:p>
          <a:p>
            <a:r>
              <a:t>formula: "extends significa 'e um tipo de'. OmniDrive E UM SubsystemBase."</a:t>
            </a:r>
          </a:p>
          <a:p>
            <a:r>
              <a:t>Beneficio concreto: o Scheduler consegue chamar periodic() em qualquer</a:t>
            </a:r>
          </a:p>
          <a:p>
            <a:r>
              <a:t>subsystem porque todos herdam do mesmo pai.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[28:00 - 29:30] CONSTRUTOR</a:t>
            </a:r>
          </a:p>
          <a:p>
            <a:endParaRPr/>
          </a:p>
          <a:p>
            <a:r>
              <a:t>Repita as 3 regras (nome, sem retorno, chamado pelo new) - terceira vez na</a:t>
            </a:r>
          </a:p>
          <a:p>
            <a:r>
              <a:t>aula, agora com foco.</a:t>
            </a:r>
          </a:p>
          <a:p>
            <a:endParaRPr/>
          </a:p>
          <a:p>
            <a:r>
              <a:t>SOBRECARGA (overload): muito usada em WPILib. Explique com o Encoder:</a:t>
            </a:r>
          </a:p>
          <a:p>
            <a:r>
              <a:t>new Encoder(portaA, portaB) e new Encoder(portaA, portaB, invertido) - mesma</a:t>
            </a:r>
          </a:p>
          <a:p>
            <a:r>
              <a:t>classe, construtores diferentes. O compilador escolhe pelo numero/tipo dos</a:t>
            </a:r>
          </a:p>
          <a:p>
            <a:r>
              <a:t>argumentos.</a:t>
            </a:r>
          </a:p>
          <a:p>
            <a:endParaRPr/>
          </a:p>
          <a:p>
            <a:r>
              <a:t>O this(metros, 0.5) e a tecnica de "construtor que chama construtor" para nao</a:t>
            </a:r>
          </a:p>
          <a:p>
            <a:r>
              <a:t>repetir codigo. Mostre que a chamada a this(...) tem que ser a PRIMEIRA linha.</a:t>
            </a:r>
          </a:p>
          <a:p>
            <a:endParaRPr/>
          </a:p>
          <a:p>
            <a:r>
              <a:t>Construtor padrao implicito: se voce nao escrever nenhum, Java te da um vazio.</a:t>
            </a:r>
          </a:p>
          <a:p>
            <a:r>
              <a:t>No momento em que voce escreve um com parametro, o vazio DESAPARECE. Isso gera</a:t>
            </a:r>
          </a:p>
          <a:p>
            <a:r>
              <a:t>o erro "constructor X in class X cannot be applied to given types" - que eles</a:t>
            </a:r>
          </a:p>
          <a:p>
            <a:r>
              <a:t>vao ver e agora sabem o porque.</a:t>
            </a:r>
          </a:p>
          <a:p>
            <a:endParaRPr/>
          </a:p>
          <a:p>
            <a:r>
              <a:t>Pergunta: "por que converter metros-&gt;mm no construtor e nao no isFinished?"</a:t>
            </a:r>
          </a:p>
          <a:p>
            <a:r>
              <a:t>Resposta: fazer uma vez e melhor que fazer 50 vezes por segundo. E o</a:t>
            </a:r>
          </a:p>
          <a:p>
            <a:r>
              <a:t>isFinished fica legivel.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[29:30 - 31:00] NEW E NULL</a:t>
            </a:r>
          </a:p>
          <a:p>
            <a:endParaRPr/>
          </a:p>
          <a:p>
            <a:r>
              <a:t>Este slide resolve o bug numero 1 da turma. De tempo.</a:t>
            </a:r>
          </a:p>
          <a:p>
            <a:endParaRPr/>
          </a:p>
          <a:p>
            <a:r>
              <a:t>Demonstre a cadeia de baixo: robotInit chama new RobotContainer, que chama new</a:t>
            </a:r>
          </a:p>
          <a:p>
            <a:r>
              <a:t>OmniDrive, que chama new Titan, new Encoder, new AHRS. Uma cascata. Se</a:t>
            </a:r>
          </a:p>
          <a:p>
            <a:r>
              <a:t>qualquer um falhar, o robo nao sobe - e o log vai apontar para o construtor.</a:t>
            </a:r>
          </a:p>
          <a:p>
            <a:endParaRPr/>
          </a:p>
          <a:p>
            <a:r>
              <a:t>Analogia do null: "declarar uma variavel e como anotar o nome de um contato no</a:t>
            </a:r>
          </a:p>
          <a:p>
            <a:r>
              <a:t>celular sem o numero. Voce liga e nao vai a lugar nenhum."</a:t>
            </a:r>
          </a:p>
          <a:p>
            <a:endParaRPr/>
          </a:p>
          <a:p>
            <a:r>
              <a:t>Caso real que vale contar: neste repositorio os Commands fazem</a:t>
            </a:r>
          </a:p>
          <a:p>
            <a:r>
              <a:t>'private static final OmniDrive drive = RobotContainer.drive;'. Isso executa</a:t>
            </a:r>
          </a:p>
          <a:p>
            <a:r>
              <a:t>quando a CLASSE do comando carrega. Se um comando for criado antes de</a:t>
            </a:r>
          </a:p>
          <a:p>
            <a:r>
              <a:t>'drive = new OmniDrive()', ele captura null para sempre - e o</a:t>
            </a:r>
          </a:p>
          <a:p>
            <a:r>
              <a:t>NullPointerException aparece depois, em outro lugar, dificil de achar.</a:t>
            </a:r>
          </a:p>
          <a:p>
            <a:r>
              <a:t>Por isso em RobotContainer a ordem importa: o subsystem e criado ANTES dos</a:t>
            </a:r>
          </a:p>
          <a:p>
            <a:r>
              <a:t>comandos. Mostre no codigo que drive = new OmniDrive() vem antes de</a:t>
            </a:r>
          </a:p>
          <a:p>
            <a:r>
              <a:t>simpleDrive = new SimpleDrive().</a:t>
            </a:r>
          </a:p>
          <a:p>
            <a:endParaRPr/>
          </a:p>
          <a:p>
            <a:r>
              <a:t>Essa e a melhor justificativa para, no futuro, passar o subsystem pelo</a:t>
            </a:r>
          </a:p>
          <a:p>
            <a:r>
              <a:t>construtor do comando.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[31:00 - 32:00] SETTERS</a:t>
            </a:r>
          </a:p>
          <a:p>
            <a:endParaRPr/>
          </a:p>
          <a:p>
            <a:r>
              <a:t>Decomponha a assinatura no quadro, palavra por palavra:</a:t>
            </a:r>
          </a:p>
          <a:p>
            <a:r>
              <a:t>public (quem pode chamar) void (o que devolve: nada) setMotor1Speed (nome)</a:t>
            </a:r>
          </a:p>
          <a:p>
            <a:r>
              <a:t>double speed (o que recebe).</a:t>
            </a:r>
          </a:p>
          <a:p>
            <a:endParaRPr/>
          </a:p>
          <a:p>
            <a:r>
              <a:t>Insista no "poder do setter": peca a turma para imaginar que o motor nao pode</a:t>
            </a:r>
          </a:p>
          <a:p>
            <a:r>
              <a:t>passar de 70% por causa de uma engrenagem fragil. Com setter, UMA linha</a:t>
            </a:r>
          </a:p>
          <a:p>
            <a:r>
              <a:t>resolve para todo o robo:</a:t>
            </a:r>
          </a:p>
          <a:p>
            <a:r>
              <a:t>  speed = Math.max(-0.7, Math.min(0.7, speed));</a:t>
            </a:r>
          </a:p>
          <a:p>
            <a:r>
              <a:t>Com campo publico, voce teria que achar todos os lugares que usam o motor.</a:t>
            </a:r>
          </a:p>
          <a:p>
            <a:r>
              <a:t>Esse exemplo convence melhor que qualquer definicao de encapsulamento.</a:t>
            </a:r>
          </a:p>
          <a:p>
            <a:endParaRPr/>
          </a:p>
          <a:p>
            <a:r>
              <a:t>Mostre que setDriveMotorSpeeds recebe 3 parametros - e alerte sobre a ORDEM:</a:t>
            </a:r>
          </a:p>
          <a:p>
            <a:r>
              <a:t>no nosso codigo a ordem e (motor3, motor1, motor2), o que e confuso.</a:t>
            </a:r>
          </a:p>
          <a:p>
            <a:r>
              <a:t>Oportunidade de ensinar: parametros fora de ordem natural sao fonte de bug;</a:t>
            </a:r>
          </a:p>
          <a:p>
            <a:r>
              <a:t>nomeie bem ou use um objeto.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[32:00 - 33:00] GETTERS</a:t>
            </a:r>
          </a:p>
          <a:p>
            <a:endParaRPr/>
          </a:p>
          <a:p>
            <a:r>
              <a:t>Simetria com o slide anterior: setter e entrada, getter e saida. Desenhe o</a:t>
            </a:r>
          </a:p>
          <a:p>
            <a:r>
              <a:t>subsystem como uma caixa com uma porta (set) e uma janela (get).</a:t>
            </a:r>
          </a:p>
          <a:p>
            <a:endParaRPr/>
          </a:p>
          <a:p>
            <a:r>
              <a:t>Mostre o par no codigo real:</a:t>
            </a:r>
          </a:p>
          <a:p>
            <a:r>
              <a:t>- OmniDrive.getAverageForwardEncoderDistance() -&gt; getter</a:t>
            </a:r>
          </a:p>
          <a:p>
            <a:r>
              <a:t>- DriveToDistance.isFinished() -&gt; consumidor</a:t>
            </a:r>
          </a:p>
          <a:p>
            <a:endParaRPr/>
          </a:p>
          <a:p>
            <a:r>
              <a:t>Fale da convencao is para boolean. Pergunte: "isFinished() e getter?" Sim, de</a:t>
            </a:r>
          </a:p>
          <a:p>
            <a:r>
              <a:t>um boolean - e o nome 'is' deixa a leitura natural: if (comando.isFinished()).</a:t>
            </a:r>
          </a:p>
          <a:p>
            <a:endParaRPr/>
          </a:p>
          <a:p>
            <a:r>
              <a:t>Unidade no @return: cobre de novo. No nosso OmniDrive os getters devolvem</a:t>
            </a:r>
          </a:p>
          <a:p>
            <a:r>
              <a:t>MILIMETROS, mas Constants.wheelRadiusMeters esta em metros. Misturar os dois</a:t>
            </a:r>
          </a:p>
          <a:p>
            <a:r>
              <a:t>e o bug classico. Diga: "quando eu pego um codigo novo, a primeira coisa que</a:t>
            </a:r>
          </a:p>
          <a:p>
            <a:r>
              <a:t>eu checo e a unidade de cada getter."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[33:00 - 34:30] ENCAPSULAMENTO</a:t>
            </a:r>
          </a:p>
          <a:p>
            <a:endParaRPr/>
          </a:p>
          <a:p>
            <a:r>
              <a:t>Nao defina encapsulamento com palavras bonitas. Use a tabela - ela e um</a:t>
            </a:r>
          </a:p>
          <a:p>
            <a:r>
              <a:t>argumento de custo.</a:t>
            </a:r>
          </a:p>
          <a:p>
            <a:endParaRPr/>
          </a:p>
          <a:p>
            <a:r>
              <a:t>Conduza assim: "imaginem que a engrenagem do motor 1 quebra acima de 70%. Voce</a:t>
            </a:r>
          </a:p>
          <a:p>
            <a:r>
              <a:t>tem 4 comandos e 15 lugares usando o motor. Quanto tempo leva para corrigir?"</a:t>
            </a:r>
          </a:p>
          <a:p>
            <a:r>
              <a:t>- campo publico: 15 lugares, e voce VAI esquecer um</a:t>
            </a:r>
          </a:p>
          <a:p>
            <a:r>
              <a:t>- setter: uma linha</a:t>
            </a:r>
          </a:p>
          <a:p>
            <a:endParaRPr/>
          </a:p>
          <a:p>
            <a:r>
              <a:t>Repita para "quero logar toda vez que o motor liga" e "o time trocou o Titan</a:t>
            </a:r>
          </a:p>
          <a:p>
            <a:r>
              <a:t>por um SparkMax".</a:t>
            </a:r>
          </a:p>
          <a:p>
            <a:endParaRPr/>
          </a:p>
          <a:p>
            <a:r>
              <a:t>O ponto final: encapsulamento nao e burocracia academica, e economia de tempo</a:t>
            </a:r>
          </a:p>
          <a:p>
            <a:r>
              <a:t>em dia de prova. E em WorldSkills tempo e nota.</a:t>
            </a:r>
          </a:p>
          <a:p>
            <a:endParaRPr/>
          </a:p>
          <a:p>
            <a:r>
              <a:t>Se alguem perguntar "mas o nosso RobotContainer usa public static drive, nao e</a:t>
            </a:r>
          </a:p>
          <a:p>
            <a:r>
              <a:t>contraditorio?" - Resposta honesta: sim, e um atalho. O campo e publico, mas o</a:t>
            </a:r>
          </a:p>
          <a:p>
            <a:r>
              <a:t>OBJETO continua encapsulado (os motores dentro dele sao privados). O ideal</a:t>
            </a:r>
          </a:p>
          <a:p>
            <a:r>
              <a:t>seria private + getter ou passar pelo construtor. Reconheca a inconsistencia,</a:t>
            </a:r>
          </a:p>
          <a:p>
            <a:r>
              <a:t>nao finja que nao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[34:30 - 36:00] HELPERS</a:t>
            </a:r>
          </a:p>
          <a:p>
            <a:endParaRPr/>
          </a:p>
          <a:p>
            <a:r>
              <a:t>Definicao simples: "helper e um metodo que existe para deixar OUTRO metodo</a:t>
            </a:r>
          </a:p>
          <a:p>
            <a:r>
              <a:t>legivel."</a:t>
            </a:r>
          </a:p>
          <a:p>
            <a:endParaRPr/>
          </a:p>
          <a:p>
            <a:r>
              <a:t>Compare ao vivo. Escreva no quadro o isFinished sem helper:</a:t>
            </a:r>
          </a:p>
          <a:p>
            <a:r>
              <a:t>  return ((-encoderMotor3.getDistance() + encoderMotor1.getDistance())/2) &gt;= distance;</a:t>
            </a:r>
          </a:p>
          <a:p>
            <a:r>
              <a:t>e com helper:</a:t>
            </a:r>
          </a:p>
          <a:p>
            <a:r>
              <a:t>  return drive.getAverageForwardEncoderDistance() &gt;= distance;</a:t>
            </a:r>
          </a:p>
          <a:p>
            <a:r>
              <a:t>Pergunte qual deles eles querem ler as 23h59 do dia anterior a prova.</a:t>
            </a:r>
          </a:p>
          <a:p>
            <a:endParaRPr/>
          </a:p>
          <a:p>
            <a:r>
              <a:t>Os 4 tipos no slide dao o cardapio completo:</a:t>
            </a:r>
          </a:p>
          <a:p>
            <a:r>
              <a:t>1. composicao de getters (media dos encoders)</a:t>
            </a:r>
          </a:p>
          <a:p>
            <a:r>
              <a:t>2. conversao de unidade (mm/s -&gt; rps)</a:t>
            </a:r>
          </a:p>
          <a:p>
            <a:r>
              <a:t>3. helper privado de organizacao (publishTelemetry)</a:t>
            </a:r>
          </a:p>
          <a:p>
            <a:r>
              <a:t>4. helper static de matematica pura (forwardKinematics do lab9)</a:t>
            </a:r>
          </a:p>
          <a:p>
            <a:endParaRPr/>
          </a:p>
          <a:p>
            <a:r>
              <a:t>Regra pratica que eu quero que levem: se um metodo passou de ~20 linhas ou tem</a:t>
            </a:r>
          </a:p>
          <a:p>
            <a:r>
              <a:t>um comentario explicando um bloco, aquele bloco quer virar um helper com nome.</a:t>
            </a:r>
          </a:p>
          <a:p>
            <a:endParaRPr/>
          </a:p>
          <a:p>
            <a:r>
              <a:t>Conexao com o bloco 3: o forwardKinematics e static porque nao depende de</a:t>
            </a:r>
          </a:p>
          <a:p>
            <a:r>
              <a:t>estado. Vamos falar de static em 3 slides - deixe o gancho.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[36:00] DIVISORIA - BLOCO 03</a:t>
            </a:r>
          </a:p>
          <a:p>
            <a:endParaRPr/>
          </a:p>
          <a:p>
            <a:r>
              <a:t>Transicao: "Esses quatro modificadores aparecem em TODA linha do nosso</a:t>
            </a:r>
          </a:p>
          <a:p>
            <a:r>
              <a:t>projeto. A maioria das pessoas copia sem saber. Em 8 minutos voces nao copiam</a:t>
            </a:r>
          </a:p>
          <a:p>
            <a:r>
              <a:t>mais - voces escolhem."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[36:00 - 37:30] VISIBILIDADE</a:t>
            </a:r>
          </a:p>
          <a:p>
            <a:endParaRPr/>
          </a:p>
          <a:p>
            <a:r>
              <a:t>Leia a tabela de cima para baixo: do mais aberto ao mais fechado.</a:t>
            </a:r>
          </a:p>
          <a:p>
            <a:endParaRPr/>
          </a:p>
          <a:p>
            <a:r>
              <a:t>Enfatize o "(nada)" - package-private. E o que acontece quando o aluno esquece</a:t>
            </a:r>
          </a:p>
          <a:p>
            <a:r>
              <a:t>de escrever o modificador. Funciona dentro do mesmo pacote e falha quando ele</a:t>
            </a:r>
          </a:p>
          <a:p>
            <a:r>
              <a:t>move a classe. Mostre que no nosso projeto commands/ e subsystems/ sao</a:t>
            </a:r>
          </a:p>
          <a:p>
            <a:r>
              <a:t>packages DIFERENTES - por isso tudo que um comando usa precisa ser public.</a:t>
            </a:r>
          </a:p>
          <a:p>
            <a:endParaRPr/>
          </a:p>
          <a:p>
            <a:r>
              <a:t>Regra de bolso (o chip da direita): comece private, abra sob demanda.</a:t>
            </a:r>
          </a:p>
          <a:p>
            <a:r>
              <a:t>Justificativa: abrir e indolor; fechar depois quebra o codigo de todo mundo.</a:t>
            </a:r>
          </a:p>
          <a:p>
            <a:endParaRPr/>
          </a:p>
          <a:p>
            <a:r>
              <a:t>Diga a frase: "visibilidade nao e seguranca contra hacker. E um contrato entre</a:t>
            </a:r>
          </a:p>
          <a:p>
            <a:r>
              <a:t>voce e seu colega de equipe: 'isto aqui e meu, nao mexa'."</a:t>
            </a:r>
          </a:p>
          <a:p>
            <a:endParaRPr/>
          </a:p>
          <a:p>
            <a:r>
              <a:t>Se perguntarem de protected: e para heranca. SubsystemBase e CommandBase usam.</a:t>
            </a:r>
          </a:p>
          <a:p>
            <a:r>
              <a:t>Eles raramente vao escrever protected nesta fase.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[37:30 - 39:00] FINAL</a:t>
            </a:r>
          </a:p>
          <a:p>
            <a:endParaRPr/>
          </a:p>
          <a:p>
            <a:r>
              <a:t>Comece pelos 4 lugares. Mostre no nosso codigo: os Encoders sao final, o</a:t>
            </a:r>
          </a:p>
          <a:p>
            <a:r>
              <a:t>Constants inteiro e final class, e todas as constantes sao static final.</a:t>
            </a:r>
          </a:p>
          <a:p>
            <a:endParaRPr/>
          </a:p>
          <a:p>
            <a:r>
              <a:t>A PEGADINHA e o coracao deste slide. Desenhe: a variavel e uma seta, o objeto</a:t>
            </a:r>
          </a:p>
          <a:p>
            <a:r>
              <a:t>e uma caixa. final congela a SETA, nao a CAIXA.</a:t>
            </a:r>
          </a:p>
          <a:p>
            <a:r>
              <a:t>  encoderMotor1 = new Encoder(...)  -&gt; proibido depois do construtor</a:t>
            </a:r>
          </a:p>
          <a:p>
            <a:r>
              <a:t>  encoderMotor1.reset()             -&gt; permitido sempre</a:t>
            </a:r>
          </a:p>
          <a:p>
            <a:r>
              <a:t>Se nao fosse assim, nosso resetEncoders() nao funcionaria - e ele funciona</a:t>
            </a:r>
          </a:p>
          <a:p>
            <a:r>
              <a:t>mesmo com os encoders final. Esse e o argumento que mata a duvida.</a:t>
            </a:r>
          </a:p>
          <a:p>
            <a:endParaRPr/>
          </a:p>
          <a:p>
            <a:r>
              <a:t>Pergunta para a turma: "por que o nosso encoderMotor1 pode ser final, mas a</a:t>
            </a:r>
          </a:p>
          <a:p>
            <a:r>
              <a:t>variavel distance do DriveToDistance nao pode?" Resposta: distance e calculada</a:t>
            </a:r>
          </a:p>
          <a:p>
            <a:r>
              <a:t>no construtor a partir de parametro... na verdade PODERIA ser final! Bom</a:t>
            </a:r>
          </a:p>
          <a:p>
            <a:r>
              <a:t>exercicio - e uma melhoria real que eles podem fazer no repo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[39:00 - 41:00] STATIC</a:t>
            </a:r>
          </a:p>
          <a:p>
            <a:endParaRPr/>
          </a:p>
          <a:p>
            <a:r>
              <a:t>Melhor analogia: sala de aula.</a:t>
            </a:r>
          </a:p>
          <a:p>
            <a:r>
              <a:t>- Campo normal: a mochila de cada aluno. Cada um tem a sua.</a:t>
            </a:r>
          </a:p>
          <a:p>
            <a:r>
              <a:t>- Campo static: o quadro branco da sala. Existe um. Todos escrevem nele.</a:t>
            </a:r>
          </a:p>
          <a:p>
            <a:endParaRPr/>
          </a:p>
          <a:p>
            <a:r>
              <a:t>Teste rapido: "quantos Math existem na memoria?" Nenhum - Math.abs e static,</a:t>
            </a:r>
          </a:p>
          <a:p>
            <a:r>
              <a:t>voce nunca faz new Math(). Mesma coisa para Constants.</a:t>
            </a:r>
          </a:p>
          <a:p>
            <a:endParaRPr/>
          </a:p>
          <a:p>
            <a:r>
              <a:t>A segunda metade do callout e o ponto mais tecnico da aula. Va com calma:</a:t>
            </a:r>
          </a:p>
          <a:p>
            <a:r>
              <a:t>nossos Commands pegam o subsystem num campo static final, que e inicializado</a:t>
            </a:r>
          </a:p>
          <a:p>
            <a:r>
              <a:t>no CARREGAMENTO DA CLASSE. Se o SimpleDrive for criado antes do</a:t>
            </a:r>
          </a:p>
          <a:p>
            <a:r>
              <a:t>drive = new OmniDrive(), ele captura null e nunca mais atualiza. O</a:t>
            </a:r>
          </a:p>
          <a:p>
            <a:r>
              <a:t>NullPointerException aparece depois, na pista, longe da causa.</a:t>
            </a:r>
          </a:p>
          <a:p>
            <a:endParaRPr/>
          </a:p>
          <a:p>
            <a:r>
              <a:t>Mostre no RobotContainer que a ordem esta correta hoje (drive primeiro, depois</a:t>
            </a:r>
          </a:p>
          <a:p>
            <a:r>
              <a:t>simpleDrive). E diga: "isso funciona, mas depende da ordem - e dependencia de</a:t>
            </a:r>
          </a:p>
          <a:p>
            <a:r>
              <a:t>ordem e fragil. A alternativa robusta e passar o subsystem pelo construtor:</a:t>
            </a:r>
          </a:p>
          <a:p>
            <a:r>
              <a:t>new SimpleDrive(drive). Guardem isso para quando criarem comandos novos."</a:t>
            </a:r>
          </a:p>
          <a:p>
            <a:endParaRPr/>
          </a:p>
          <a:p>
            <a:r>
              <a:t>Nao transforme em sermao: o repo funciona. E um ponto de evolucao.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[41:00 - 42:00] RESUMO DOS MODIFICADORES  [fim do bloco 03]</a:t>
            </a:r>
          </a:p>
          <a:p>
            <a:endParaRPr/>
          </a:p>
          <a:p>
            <a:r>
              <a:t>Use a tabela como checklist de decisao. Para cada campo que escreverem, 2</a:t>
            </a:r>
          </a:p>
          <a:p>
            <a:r>
              <a:t>perguntas:</a:t>
            </a:r>
          </a:p>
          <a:p>
            <a:r>
              <a:t>1. quem precisa ver isso? -&gt; public ou private</a:t>
            </a:r>
          </a:p>
          <a:p>
            <a:r>
              <a:t>2. isso muda durante a partida? -&gt; final ou nao</a:t>
            </a:r>
          </a:p>
          <a:p>
            <a:r>
              <a:t>3. e do objeto ou da classe? -&gt; static ou nao</a:t>
            </a:r>
          </a:p>
          <a:p>
            <a:endParaRPr/>
          </a:p>
          <a:p>
            <a:r>
              <a:t>O codigo de baixo e o exercicio de leitura mais valioso da aula. Leia a linha</a:t>
            </a:r>
          </a:p>
          <a:p>
            <a:r>
              <a:t>INTEIRA em voz alta, da esquerda para a direita, traduzindo:</a:t>
            </a:r>
          </a:p>
          <a:p>
            <a:r>
              <a:t>"publico, da classe, nao muda, numero decimal, chamado wheelRadius, vale 52."</a:t>
            </a:r>
          </a:p>
          <a:p>
            <a:r>
              <a:t>Peca para um aluno fazer o mesmo com outra linha do Constants (por exemplo</a:t>
            </a:r>
          </a:p>
          <a:p>
            <a:r>
              <a:t>kMotor3EncoderReversed).</a:t>
            </a:r>
          </a:p>
          <a:p>
            <a:endParaRPr/>
          </a:p>
          <a:p>
            <a:r>
              <a:t>PAUSA PARA PERGUNTAS - 1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[42:00] DIVISORIA - BLOCO 04</a:t>
            </a:r>
          </a:p>
          <a:p>
            <a:endParaRPr/>
          </a:p>
          <a:p>
            <a:r>
              <a:t>Transicao: "Java e uma linguagem de tipo estatico: toda variavel declara o que</a:t>
            </a:r>
          </a:p>
          <a:p>
            <a:r>
              <a:t>ela e. Vamos ver os tipos que voces vao digitar 95% do tempo - e uma armadilha</a:t>
            </a:r>
          </a:p>
          <a:p>
            <a:r>
              <a:t>que custou um commit de correcao neste repo."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[42:00 - 43:30] PRIMITIVOS</a:t>
            </a:r>
          </a:p>
          <a:p>
            <a:endParaRPr/>
          </a:p>
          <a:p>
            <a:r>
              <a:t>Rapido - a turma ja viu esses tipos. O valor do slide e mostrar ONDE cada um</a:t>
            </a:r>
          </a:p>
          <a:p>
            <a:r>
              <a:t>aparece no NOSSO codigo.</a:t>
            </a:r>
          </a:p>
          <a:p>
            <a:endParaRPr/>
          </a:p>
          <a:p>
            <a:r>
              <a:t>Mensagem pratica: em robotica, quase tudo e double. Velocidade de -1 a 1,</a:t>
            </a:r>
          </a:p>
          <a:p>
            <a:r>
              <a:t>distancia em mm, angulo em graus, ganhos de PID. int so aparece em porta de</a:t>
            </a:r>
          </a:p>
          <a:p>
            <a:r>
              <a:t>encoder, CAN ID e numero de motor.</a:t>
            </a:r>
          </a:p>
          <a:p>
            <a:endParaRPr/>
          </a:p>
          <a:p>
            <a:r>
              <a:t>boolean: mostre kMotor3EncoderReversed = true no Constants. Pergunte por que</a:t>
            </a:r>
          </a:p>
          <a:p>
            <a:r>
              <a:t>so o motor 3 e invertido. Resposta: ele esta montado espelhado no chassi - o</a:t>
            </a:r>
          </a:p>
          <a:p>
            <a:r>
              <a:t>software corrige a mecanica. Bom momento para dizer que constantes de</a:t>
            </a:r>
          </a:p>
          <a:p>
            <a:r>
              <a:t>configuracao sao a "traducao" entre o robo fisico e o codigo.</a:t>
            </a:r>
          </a:p>
          <a:p>
            <a:endParaRPr/>
          </a:p>
          <a:p>
            <a:r>
              <a:t>void: lembre que void nao e "nada acontece", e "nada e devolvido". O setter faz</a:t>
            </a:r>
          </a:p>
          <a:p>
            <a:r>
              <a:t>muita coisa, so nao retorna valor.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[43:30 - 45:00] TIPOS DE REFERENCIA</a:t>
            </a:r>
          </a:p>
          <a:p>
            <a:endParaRPr/>
          </a:p>
          <a:p>
            <a:r>
              <a:t>Esta e a tabela de consulta do projeto. Diga: "se voces decorarem esta coluna</a:t>
            </a:r>
          </a:p>
          <a:p>
            <a:r>
              <a:t>da esquerda, voces leem qualquer codigo deste repositorio."</a:t>
            </a:r>
          </a:p>
          <a:p>
            <a:endParaRPr/>
          </a:p>
          <a:p>
            <a:r>
              <a:t>Distincao chave (a frase amarela embaixo): primitivo guarda o valor,</a:t>
            </a:r>
          </a:p>
          <a:p>
            <a:r>
              <a:t>referencia guarda o endereco. Consequencia pratica que eles sentem na pele:</a:t>
            </a:r>
          </a:p>
          <a:p>
            <a:r>
              <a:t>  double x;   -&gt; vale 0, nunca da NullPointerException</a:t>
            </a:r>
          </a:p>
          <a:p>
            <a:r>
              <a:t>  Encoder e;  -&gt; vale null, da NullPointerException se usar antes do new</a:t>
            </a:r>
          </a:p>
          <a:p>
            <a:endParaRPr/>
          </a:p>
          <a:p>
            <a:r>
              <a:t>Faca a conexao com o slide do new: todo NullPointerException da aula de hoje e</a:t>
            </a:r>
          </a:p>
          <a:p>
            <a:r>
              <a:t>sobre tipo de referencia.</a:t>
            </a:r>
          </a:p>
          <a:p>
            <a:endParaRPr/>
          </a:p>
          <a:p>
            <a:r>
              <a:t>Destaque o SmartDashboard: e uma classe que voce NUNCA instancia - todos os</a:t>
            </a:r>
          </a:p>
          <a:p>
            <a:r>
              <a:t>metodos sao static. Reforce o conceito de static do bloco anterior com esse</a:t>
            </a:r>
          </a:p>
          <a:p>
            <a:r>
              <a:t>exemplo concreto.</a:t>
            </a:r>
          </a:p>
          <a:p>
            <a:endParaRPr/>
          </a:p>
          <a:p>
            <a:r>
              <a:t>Se a turma for mais avancada, mencione Pose2d/Rotation2d do lab8 e lab9 como</a:t>
            </a:r>
          </a:p>
          <a:p>
            <a:r>
              <a:t>proximo passo (odometria) - desperta curiosidade para a aula seguinte.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[45:00 - 46:00] A ARMADILHA DA DIVISAO INTEIRA</a:t>
            </a:r>
          </a:p>
          <a:p>
            <a:endParaRPr/>
          </a:p>
          <a:p>
            <a:r>
              <a:t>Historia verdadeira: ha um commit neste repositorio chamado</a:t>
            </a:r>
          </a:p>
          <a:p>
            <a:r>
              <a:t>"gearRatio sem divisao inteira". Ou seja: isso aconteceu AQUI, com codigo de</a:t>
            </a:r>
          </a:p>
          <a:p>
            <a:r>
              <a:t>verdade.</a:t>
            </a:r>
          </a:p>
          <a:p>
            <a:endParaRPr/>
          </a:p>
          <a:p>
            <a:r>
              <a:t>Faca a pergunta antes de mostrar a resposta:</a:t>
            </a:r>
          </a:p>
          <a:p>
            <a:r>
              <a:t>"quanto vale 1/61 em Java, se os dois sao int?"</a:t>
            </a:r>
          </a:p>
          <a:p>
            <a:r>
              <a:t>Muita gente responde 0.016. Deixe responderem. Depois revele: ZERO.</a:t>
            </a:r>
          </a:p>
          <a:p>
            <a:endParaRPr/>
          </a:p>
          <a:p>
            <a:r>
              <a:t>Por que e tao perigoso:</a:t>
            </a:r>
          </a:p>
          <a:p>
            <a:r>
              <a:t>- compila sem aviso</a:t>
            </a:r>
          </a:p>
          <a:p>
            <a:r>
              <a:t>- roda sem excecao</a:t>
            </a:r>
          </a:p>
          <a:p>
            <a:r>
              <a:t>- o robo simplesmente nao anda a distancia certa, e voce vai culpar o PID, o</a:t>
            </a:r>
          </a:p>
          <a:p>
            <a:r>
              <a:t>  encoder, a bateria... qualquer coisa menos a linha certa</a:t>
            </a:r>
          </a:p>
          <a:p>
            <a:endParaRPr/>
          </a:p>
          <a:p>
            <a:r>
              <a:t>Como se protege:</a:t>
            </a:r>
          </a:p>
          <a:p>
            <a:r>
              <a:t>1. sempre escreva 1.0 em vez de 1 em contas de double</a:t>
            </a:r>
          </a:p>
          <a:p>
            <a:r>
              <a:t>2. desconfie de qualquer resultado exatamente 0.0 ou exatamente inteiro</a:t>
            </a:r>
          </a:p>
          <a:p>
            <a:r>
              <a:t>3. imprima os valores intermediarios no SmartDashboard</a:t>
            </a:r>
          </a:p>
          <a:p>
            <a:endParaRPr/>
          </a:p>
          <a:p>
            <a:r>
              <a:t>Peca para checarem o Constants deles agora - wheelDistPerTick, gearRatio,</a:t>
            </a:r>
          </a:p>
          <a:p>
            <a:r>
              <a:t>qualquer divisao. 30 segundos de caca ao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[46:00] DIVISORIA - BLOCO 05</a:t>
            </a:r>
          </a:p>
          <a:p>
            <a:endParaRPr/>
          </a:p>
          <a:p>
            <a:r>
              <a:t>Transicao: "Ultimo bloco. Agora voces escrevem."</a:t>
            </a:r>
          </a:p>
          <a:p>
            <a:r>
              <a:t>Se o tempo estourou: pule o exercicio guiado e va direto para armadilhas +</a:t>
            </a:r>
          </a:p>
          <a:p>
            <a:r>
              <a:t>checklist, mandando o exercicio como tarefa.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[46:00 - 48:00] EXERCICIO GUIADO</a:t>
            </a:r>
          </a:p>
          <a:p>
            <a:endParaRPr/>
          </a:p>
          <a:p>
            <a:r>
              <a:t>Se houver tempo de bancada, este e o momento de maior aprendizado da aula.</a:t>
            </a:r>
          </a:p>
          <a:p>
            <a:r>
              <a:t>Oriente, nao entregue.</a:t>
            </a:r>
          </a:p>
          <a:p>
            <a:endParaRPr/>
          </a:p>
          <a:p>
            <a:r>
              <a:t>O que o exercicio exercita de proposito:</a:t>
            </a:r>
          </a:p>
          <a:p>
            <a:r>
              <a:t>- private final nos campos (bloco 03)</a:t>
            </a:r>
          </a:p>
          <a:p>
            <a:r>
              <a:t>- construtor que monta o hardware (bloco 02)</a:t>
            </a:r>
          </a:p>
          <a:p>
            <a:r>
              <a:t>- setter com nome claro (bloco 02)</a:t>
            </a:r>
          </a:p>
          <a:p>
            <a:r>
              <a:t>- helper parar() que chama o proprio setter (bloco 02)</a:t>
            </a:r>
          </a:p>
          <a:p>
            <a:r>
              <a:t>- addRequirements (bloco 01)</a:t>
            </a:r>
          </a:p>
          <a:p>
            <a:r>
              <a:t>- end() parando o motor (bloco 01)</a:t>
            </a:r>
          </a:p>
          <a:p>
            <a:r>
              <a:t>- INJECAO pelo construtor: AbrirGarra(Garra garra, double v) - o estilo que eu</a:t>
            </a:r>
          </a:p>
          <a:p>
            <a:r>
              <a:t>  recomendei nos slides de static. Note o 'this.garra = garra' e explique o</a:t>
            </a:r>
          </a:p>
          <a:p>
            <a:r>
              <a:t>  this: distingue o campo do parametro de mesmo nome.</a:t>
            </a:r>
          </a:p>
          <a:p>
            <a:endParaRPr/>
          </a:p>
          <a:p>
            <a:r>
              <a:t>Circule pela sala. Erros que voce VAI encontrar, nesta ordem de frequencia:</a:t>
            </a:r>
          </a:p>
          <a:p>
            <a:r>
              <a:t>1. esqueceram addRequirements</a:t>
            </a:r>
          </a:p>
          <a:p>
            <a:r>
              <a:t>2. esqueceram de parar o motor no end</a:t>
            </a:r>
          </a:p>
          <a:p>
            <a:r>
              <a:t>3. criaram o Garra dentro do Command em vez de receber</a:t>
            </a:r>
          </a:p>
          <a:p>
            <a:r>
              <a:t>4. campo sem private</a:t>
            </a:r>
          </a:p>
          <a:p>
            <a:r>
              <a:t>5. esqueceram de adicionar M_GARRA no Constants</a:t>
            </a:r>
          </a:p>
          <a:p>
            <a:endParaRPr/>
          </a:p>
          <a:p>
            <a:r>
              <a:t>Quem terminar rapido: peca para adicionar um isFinished() usando um sensor</a:t>
            </a:r>
          </a:p>
          <a:p>
            <a:r>
              <a:t>fim-de-curso (boolean), ou para criar FecharGarra reaproveitando o mesmo</a:t>
            </a:r>
          </a:p>
          <a:p>
            <a:r>
              <a:t>comando com velocidade negativa - e so new AbrirGarra(garra, -0.4). Esse e o</a:t>
            </a:r>
          </a:p>
          <a:p>
            <a:r>
              <a:t>momento "aha" do reaproveitamento.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[48:00 - 49:00] ARMADILHAS</a:t>
            </a:r>
          </a:p>
          <a:p>
            <a:endParaRPr/>
          </a:p>
          <a:p>
            <a:r>
              <a:t>Nao leia os dez. Escolha 4 ou 5 pelo perfil da turma e deixe o slide como</a:t>
            </a:r>
          </a:p>
          <a:p>
            <a:r>
              <a:t>material de consulta (eles terao o arquivo).</a:t>
            </a:r>
          </a:p>
          <a:p>
            <a:endParaRPr/>
          </a:p>
          <a:p>
            <a:r>
              <a:t>Os obrigatorios, na minha opiniao:</a:t>
            </a:r>
          </a:p>
          <a:p>
            <a:r>
              <a:t>#1 addRequirements - o mais perigoso porque e invisivel</a:t>
            </a:r>
          </a:p>
          <a:p>
            <a:r>
              <a:t>#2 motor sem parar no end - o mais caro porque bate o robo</a:t>
            </a:r>
          </a:p>
          <a:p>
            <a:r>
              <a:t>#5 divisao inteira - aconteceu neste repositorio</a:t>
            </a:r>
          </a:p>
          <a:p>
            <a:r>
              <a:t>#7 @Override - o mais frustrante de depurar</a:t>
            </a:r>
          </a:p>
          <a:p>
            <a:endParaRPr/>
          </a:p>
          <a:p>
            <a:r>
              <a:t>Para o #7, conte o cenario: o aluno escreve "public void exectue()". O</a:t>
            </a:r>
          </a:p>
          <a:p>
            <a:r>
              <a:t>compilador aceita (e so um metodo novo com nome esquisito). O comando roda e</a:t>
            </a:r>
          </a:p>
          <a:p>
            <a:r>
              <a:t>nao faz nada. Com @Override, o compilador diz na hora: "esse metodo nao existe</a:t>
            </a:r>
          </a:p>
          <a:p>
            <a:r>
              <a:t>no pai". Uma anotacao de 9 caracteres que economiza uma tarde.</a:t>
            </a:r>
          </a:p>
          <a:p>
            <a:endParaRPr/>
          </a:p>
          <a:p>
            <a:r>
              <a:t>Peca para a turma dizer qual desses eles JA cometeram. Vai haver risada e</a:t>
            </a:r>
          </a:p>
          <a:p>
            <a:r>
              <a:t>reconhecimento - isso fixa.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[49:00 - 49:40] CHECKLIST</a:t>
            </a:r>
          </a:p>
          <a:p>
            <a:endParaRPr/>
          </a:p>
          <a:p>
            <a:r>
              <a:t>Mandar o PDF/PPTX deste slide no grupo da turma. Sugira imprimir e colar na</a:t>
            </a:r>
          </a:p>
          <a:p>
            <a:r>
              <a:t>bancada - funciona de verdade em competicao.</a:t>
            </a:r>
          </a:p>
          <a:p>
            <a:endParaRPr/>
          </a:p>
          <a:p>
            <a:r>
              <a:t>Diga: "em prova, 90% dos problemas que voces vao viver estao nesta lista. Nao</a:t>
            </a:r>
          </a:p>
          <a:p>
            <a:r>
              <a:t>e falta de talento, e falta de checklist. Piloto de aviao tem checklist, e eles</a:t>
            </a:r>
          </a:p>
          <a:p>
            <a:r>
              <a:t>sabem voar."</a:t>
            </a:r>
          </a:p>
          <a:p>
            <a:endParaRPr/>
          </a:p>
          <a:p>
            <a:r>
              <a:t>Se sobrar tempo, faca a turma rodar a lista no proprio codigo agora, em voz</a:t>
            </a:r>
          </a:p>
          <a:p>
            <a:r>
              <a:t>alta, item por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[49:40 - 50:00] FECHAMENTO</a:t>
            </a:r>
          </a:p>
          <a:p>
            <a:endParaRPr/>
          </a:p>
          <a:p>
            <a:r>
              <a:t>Leia as sete em voz alta, devagar. E o resumo executivo da aula - cada frase</a:t>
            </a:r>
          </a:p>
          <a:p>
            <a:r>
              <a:t>corresponde a um bloco.</a:t>
            </a:r>
          </a:p>
          <a:p>
            <a:endParaRPr/>
          </a:p>
          <a:p>
            <a:r>
              <a:t>Aponte o caminho: lab4Autonomous (sequencias), lab5Pid (controle em malha</a:t>
            </a:r>
          </a:p>
          <a:p>
            <a:r>
              <a:t>fechada), lab8/lab9 (odometria com Pose2d). Diga que tudo que viram hoje e a</a:t>
            </a:r>
          </a:p>
          <a:p>
            <a:r>
              <a:t>base para esses labs - PID sem entender Command-Based e so copiar e colar.</a:t>
            </a:r>
          </a:p>
          <a:p>
            <a:endParaRPr/>
          </a:p>
          <a:p>
            <a:r>
              <a:t>Encerre com a provocacao certa:</a:t>
            </a:r>
          </a:p>
          <a:p>
            <a:r>
              <a:t>"Codigo organizado nao e capricho de professor. Em WorldSkills, e o que</a:t>
            </a:r>
          </a:p>
          <a:p>
            <a:r>
              <a:t>permite voce consertar um bug em 2 minutos enquanto o time ao lado leva 20."</a:t>
            </a:r>
          </a:p>
          <a:p>
            <a:endParaRPr/>
          </a:p>
          <a:p>
            <a:r>
              <a:t>Abra para perguntas finais e combine a tarefa (exercicio da Garra, se nao deu</a:t>
            </a:r>
          </a:p>
          <a:p>
            <a:r>
              <a:t>tempo em aula).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18CDE4-EA27-6557-F205-3F3F46241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Agenda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93892322-A2E4-FC43-7C45-A449C98121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3852115"/>
              </p:ext>
            </p:extLst>
          </p:nvPr>
        </p:nvGraphicFramePr>
        <p:xfrm>
          <a:off x="4810259" y="649480"/>
          <a:ext cx="6555347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3308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8524A7-C76C-E07B-5D54-F5FD50E0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OpenSans-Regular"/>
              </a:rPr>
              <a:t>Marcio Natal Lopes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C18BE-7D9D-3962-416F-3E506B245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pt-BR" sz="1100">
                <a:solidFill>
                  <a:srgbClr val="FFFFFF"/>
                </a:solidFill>
              </a:rPr>
              <a:t>Megazord 7563 -Prof. Marcio N Lopes</a:t>
            </a:r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5AF3AAF-8A32-058F-1583-DB6914A2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t>5/10/2025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5DFAA-456E-BB19-AAEB-A6863E50C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8260DBB-658B-4A2A-A50D-BC31901F62B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8" name="Espaço Reservado para Conteúdo 2">
            <a:extLst>
              <a:ext uri="{FF2B5EF4-FFF2-40B4-BE49-F238E27FC236}">
                <a16:creationId xmlns:a16="http://schemas.microsoft.com/office/drawing/2014/main" id="{7F913ABC-4820-5364-8373-5EA356157DA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3350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CE9C3-2DF4-8DB5-AC9E-A0C75C89F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59CD56-A885-0BCA-C98C-D58736980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OpenSans-Regular"/>
              </a:rPr>
              <a:t>Marcio Natal Lopes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30CF5-765D-5A6F-8C66-644289BDC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pt-BR" sz="1100">
                <a:solidFill>
                  <a:srgbClr val="FFFFFF"/>
                </a:solidFill>
              </a:rPr>
              <a:t>Megazord 7563 -Prof. Marcio N Lopes</a:t>
            </a:r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5A5C101-97B9-3CDA-B04B-C9411334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t>5/10/2025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5D73F-5807-F282-2C81-C12D79388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8260DBB-658B-4A2A-A50D-BC31901F62BF}" type="slidenum">
              <a:rPr lang="en-US" sz="11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8" name="Espaço Reservado para Conteúdo 2">
            <a:extLst>
              <a:ext uri="{FF2B5EF4-FFF2-40B4-BE49-F238E27FC236}">
                <a16:creationId xmlns:a16="http://schemas.microsoft.com/office/drawing/2014/main" id="{9B6DC255-3B6E-B8D5-58BE-2611494EA6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1460436"/>
              </p:ext>
            </p:extLst>
          </p:nvPr>
        </p:nvGraphicFramePr>
        <p:xfrm>
          <a:off x="632085" y="1660016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Espaço Reservado para Conteúdo 7">
            <a:extLst>
              <a:ext uri="{FF2B5EF4-FFF2-40B4-BE49-F238E27FC236}">
                <a16:creationId xmlns:a16="http://schemas.microsoft.com/office/drawing/2014/main" id="{749ABF54-AE0D-1BE3-5CD0-897B12A358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633" y="4900383"/>
            <a:ext cx="4198984" cy="192040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93D38E8-89C8-54D1-D273-B6DDF91E4B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1688" y="4900383"/>
            <a:ext cx="2834886" cy="195088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F451485-4CDC-DB28-9BBC-5814B788D0C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4119"/>
          <a:stretch>
            <a:fillRect/>
          </a:stretch>
        </p:blipFill>
        <p:spPr>
          <a:xfrm>
            <a:off x="7919859" y="4915604"/>
            <a:ext cx="2834886" cy="195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42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22D3EE"/>
                </a:solidFill>
                <a:latin typeface="Segoe UI"/>
              </a:rPr>
              <a:t>WORLDSKILLS  ·  ROBÓTICA MÓVEL  ·  AULA 50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58521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5800" b="1" i="0">
                <a:solidFill>
                  <a:srgbClr val="FFFFFF"/>
                </a:solidFill>
                <a:latin typeface="Segoe UI"/>
              </a:rPr>
              <a:t>Command</a:t>
            </a:r>
          </a:p>
          <a:p>
            <a:pPr algn="l">
              <a:lnSpc>
                <a:spcPct val="92000"/>
              </a:lnSpc>
            </a:pPr>
            <a:r>
              <a:rPr sz="5800" b="1" i="0">
                <a:solidFill>
                  <a:srgbClr val="FFFFFF"/>
                </a:solidFill>
                <a:latin typeface="Segoe UI"/>
              </a:rPr>
              <a:t>Based</a:t>
            </a:r>
          </a:p>
          <a:p>
            <a:pPr algn="l">
              <a:lnSpc>
                <a:spcPct val="92000"/>
              </a:lnSpc>
            </a:pPr>
            <a:r>
              <a:rPr sz="5800" b="1" i="0">
                <a:solidFill>
                  <a:srgbClr val="FFFFFF"/>
                </a:solidFill>
                <a:latin typeface="Segoe UI"/>
              </a:rPr>
              <a:t>WPILib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" y="4069080"/>
            <a:ext cx="14630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8DA2C0"/>
                </a:solidFill>
                <a:latin typeface="Segoe UI"/>
              </a:rPr>
              <a:t>O essencial para programar o robô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8DA2C0"/>
                </a:solidFill>
                <a:latin typeface="Segoe UI"/>
              </a:rPr>
              <a:t>com organização — e a Programação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8DA2C0"/>
                </a:solidFill>
                <a:latin typeface="Segoe UI"/>
              </a:rPr>
              <a:t>Orientada a Objetos que sustenta isso.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E8C"/>
                </a:solidFill>
                <a:latin typeface="Consolas"/>
              </a:rPr>
              <a:t>Repositório: WorldSkills / lab3Encoder  ·  Java + WPILib + Titan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463040"/>
            <a:ext cx="4480560" cy="393192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69480" y="1463040"/>
            <a:ext cx="50292" cy="3931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1591056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frc/robot/commands/SimpleDrive.java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7224" y="1975104"/>
            <a:ext cx="4096512" cy="33467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1" i="0">
                <a:solidFill>
                  <a:srgbClr val="FF7AB6"/>
                </a:solidFill>
                <a:latin typeface="Consolas"/>
              </a:rPr>
              <a:t>class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7DD3FC"/>
                </a:solidFill>
                <a:latin typeface="Consolas"/>
              </a:rPr>
              <a:t>SimpleDrive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     </a:t>
            </a:r>
            <a:r>
              <a:rPr sz="1250" b="1" i="0">
                <a:solidFill>
                  <a:srgbClr val="FF7AB6"/>
                </a:solidFill>
                <a:latin typeface="Consolas"/>
              </a:rPr>
              <a:t>extends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7DD3FC"/>
                </a:solidFill>
                <a:latin typeface="Consolas"/>
              </a:rPr>
              <a:t>CommandBase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250" b="1" i="0">
                <a:solidFill>
                  <a:srgbClr val="FF7AB6"/>
                </a:solidFill>
                <a:latin typeface="Consolas"/>
              </a:rPr>
              <a:t>private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1" i="0">
                <a:solidFill>
                  <a:srgbClr val="FF7AB6"/>
                </a:solidFill>
                <a:latin typeface="Consolas"/>
              </a:rPr>
              <a:t>static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1" i="0">
                <a:solidFill>
                  <a:srgbClr val="FF7AB6"/>
                </a:solidFill>
                <a:latin typeface="Consolas"/>
              </a:rPr>
              <a:t>final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    </a:t>
            </a:r>
            <a:r>
              <a:rPr sz="1250" b="0" i="0">
                <a:solidFill>
                  <a:srgbClr val="7DD3FC"/>
                </a:solidFill>
                <a:latin typeface="Consolas"/>
              </a:rPr>
              <a:t>OmniDrive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drive 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=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    </a:t>
            </a:r>
            <a:r>
              <a:rPr sz="1250" b="0" i="0">
                <a:solidFill>
                  <a:srgbClr val="7DD3FC"/>
                </a:solidFill>
                <a:latin typeface="Consolas"/>
              </a:rPr>
              <a:t>RobotContainer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drive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2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7DD3FC"/>
                </a:solidFill>
                <a:latin typeface="Consolas"/>
              </a:rPr>
              <a:t>SimpleDrive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250" b="0" i="0">
                <a:solidFill>
                  <a:srgbClr val="FDE68A"/>
                </a:solidFill>
                <a:latin typeface="Consolas"/>
              </a:rPr>
              <a:t>addRequirements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drive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250" b="1" i="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2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FDE68A"/>
                </a:solidFill>
                <a:latin typeface="Consolas"/>
              </a:rPr>
              <a:t>execute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  drive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50" b="0" i="0">
                <a:solidFill>
                  <a:srgbClr val="FDE68A"/>
                </a:solidFill>
                <a:latin typeface="Consolas"/>
              </a:rPr>
              <a:t>setMotor1Speed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250" b="0" i="0">
                <a:solidFill>
                  <a:srgbClr val="FBBF24"/>
                </a:solidFill>
                <a:latin typeface="Consolas"/>
              </a:rPr>
              <a:t>0.5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ROTEIRO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50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 que vamos cobrir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Cinco blocos. Cada bloco termina com uma pausa para perguntas.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2057400"/>
            <a:ext cx="11521440" cy="74980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2057400"/>
            <a:ext cx="64008" cy="7498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2402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76272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Command-Based: por que existe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78024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Subsystem, Command, Scheduler e o loop de 20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29514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onsolas"/>
              </a:rPr>
              <a:t>16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" y="2898648"/>
            <a:ext cx="11521440" cy="74980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9184" y="2898648"/>
            <a:ext cx="64008" cy="7498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3081528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4D399"/>
                </a:solidFill>
                <a:latin typeface="Segoe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01752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POO na prática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319272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Classe, objeto, instância, construtor, get/set, helpers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136391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Consolas"/>
              </a:rPr>
              <a:t>14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" y="3739896"/>
            <a:ext cx="11521440" cy="74980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9184" y="3739896"/>
            <a:ext cx="64008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3922776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59E0B"/>
                </a:solidFill>
                <a:latin typeface="Segoe U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85876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Modificadores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160520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public, private, final, static — quando usar cada 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3977639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Consolas"/>
              </a:rPr>
              <a:t>8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" y="4581144"/>
            <a:ext cx="11521440" cy="74980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9184" y="4581144"/>
            <a:ext cx="64008" cy="7498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4764024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A78BFA"/>
                </a:solidFill>
                <a:latin typeface="Segoe U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700016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Tipos de variáveis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001768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Os tipos que aparecem de verdade neste repositório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481888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A78BFA"/>
                </a:solidFill>
                <a:latin typeface="Consolas"/>
              </a:rPr>
              <a:t>6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" y="5422392"/>
            <a:ext cx="11521440" cy="74980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29184" y="5422392"/>
            <a:ext cx="64008" cy="7498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" y="560527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472B6"/>
                </a:solidFill>
                <a:latin typeface="Segoe U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541264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Mão na massa + armadilhas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843016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Exercício guiado e os erros que mais custam pontos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566013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472B6"/>
                </a:solidFill>
                <a:latin typeface="Consolas"/>
              </a:rPr>
              <a:t>6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5720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 i="0">
                <a:solidFill>
                  <a:srgbClr val="1E2D49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017520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Command-Based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31920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0" i="0">
                <a:solidFill>
                  <a:srgbClr val="8DA2C0"/>
                </a:solidFill>
                <a:latin typeface="Segoe UI"/>
              </a:rPr>
              <a:t>Por que todo robo WPILib serio e escrito assim.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4892040"/>
            <a:ext cx="1783080" cy="38404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498348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spc="150">
                <a:solidFill>
                  <a:srgbClr val="22D3EE"/>
                </a:solidFill>
                <a:latin typeface="Segoe UI"/>
              </a:rPr>
              <a:t>16 MINUTOS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MOTIVAÇÃO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 robô de 800 linhas num só método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Todo time comeca assim. Todo time sofre depois.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669280" cy="393192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39319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87171"/>
                </a:solidFill>
                <a:latin typeface="Consolas"/>
              </a:rPr>
              <a:t>Robot.java  (NAO FACA ISSO)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5285232" cy="33467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1">
                <a:solidFill>
                  <a:srgbClr val="6B7F9B"/>
                </a:solidFill>
                <a:latin typeface="Consolas"/>
              </a:rPr>
              <a:t>// ANTI-PADRAO: tudo dentro do loop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1" i="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FDE68A"/>
                </a:solidFill>
                <a:latin typeface="Consolas"/>
              </a:rPr>
              <a:t>teleopPeriodic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()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250" b="1" i="0">
                <a:solidFill>
                  <a:srgbClr val="FF7AB6"/>
                </a:solidFill>
                <a:latin typeface="Consolas"/>
              </a:rPr>
              <a:t>if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joystick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50" b="0" i="0">
                <a:solidFill>
                  <a:srgbClr val="FDE68A"/>
                </a:solidFill>
                <a:latin typeface="Consolas"/>
              </a:rPr>
              <a:t>getXButton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())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  motor1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50" b="0" i="0">
                <a:solidFill>
                  <a:srgbClr val="FDE68A"/>
                </a:solidFill>
                <a:latin typeface="Consolas"/>
              </a:rPr>
              <a:t>set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250" b="0" i="0">
                <a:solidFill>
                  <a:srgbClr val="FBBF24"/>
                </a:solidFill>
                <a:latin typeface="Consolas"/>
              </a:rPr>
              <a:t>0.5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250" b="1" i="0">
                <a:solidFill>
                  <a:srgbClr val="FF7AB6"/>
                </a:solidFill>
                <a:latin typeface="Consolas"/>
              </a:rPr>
              <a:t>if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encoder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50" b="0" i="0">
                <a:solidFill>
                  <a:srgbClr val="FDE68A"/>
                </a:solidFill>
                <a:latin typeface="Consolas"/>
              </a:rPr>
              <a:t>getDistance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&gt;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FBBF24"/>
                </a:solidFill>
                <a:latin typeface="Consolas"/>
              </a:rPr>
              <a:t>500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)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    motor1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50" b="0" i="0">
                <a:solidFill>
                  <a:srgbClr val="FDE68A"/>
                </a:solidFill>
                <a:latin typeface="Consolas"/>
              </a:rPr>
              <a:t>set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250" b="0" i="0">
                <a:solidFill>
                  <a:srgbClr val="FBBF24"/>
                </a:solidFill>
                <a:latin typeface="Consolas"/>
              </a:rPr>
              <a:t>0.0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    timer 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FBBF24"/>
                </a:solidFill>
                <a:latin typeface="Consolas"/>
              </a:rPr>
              <a:t>0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250" b="1" i="0">
                <a:solidFill>
                  <a:srgbClr val="FF7AB6"/>
                </a:solidFill>
                <a:latin typeface="Consolas"/>
              </a:rPr>
              <a:t>if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joystick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50" b="0" i="0">
                <a:solidFill>
                  <a:srgbClr val="FDE68A"/>
                </a:solidFill>
                <a:latin typeface="Consolas"/>
              </a:rPr>
              <a:t>getYButton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())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  motor1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50" b="0" i="0">
                <a:solidFill>
                  <a:srgbClr val="FDE68A"/>
                </a:solidFill>
                <a:latin typeface="Consolas"/>
              </a:rPr>
              <a:t>set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250" b="0" i="0">
                <a:solidFill>
                  <a:srgbClr val="FBBF24"/>
                </a:solidFill>
                <a:latin typeface="Consolas"/>
              </a:rPr>
              <a:t>0.5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);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  </a:t>
            </a:r>
            <a:r>
              <a:rPr sz="1250" b="0" i="1">
                <a:solidFill>
                  <a:srgbClr val="6B7F9B"/>
                </a:solidFill>
                <a:latin typeface="Consolas"/>
              </a:rPr>
              <a:t>// quem ganha?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1">
                <a:solidFill>
                  <a:srgbClr val="6B7F9B"/>
                </a:solidFill>
                <a:latin typeface="Consolas"/>
              </a:rPr>
              <a:t>  // ... + 780 linhas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5577840" cy="877824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4864" cy="87782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207568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Conflito de hardware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774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Dois trechos mandam no mesmo motor no mesmo ciclo.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926080"/>
            <a:ext cx="5577840" cy="877824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2926080"/>
            <a:ext cx="54864" cy="87782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308152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Impossível reaproveitar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832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Precisa da mesma rotina no autônomo? Copia e cola.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931920"/>
            <a:ext cx="5577840" cy="877824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931920"/>
            <a:ext cx="54864" cy="87782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408736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Impossível testar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38912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Não existe 'rodar só o avanço de 50 cm'.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937760"/>
            <a:ext cx="5577840" cy="877824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4937760"/>
            <a:ext cx="54864" cy="87782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509320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Impossível dividir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39496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Três pessoas no mesmo arquivo = conflito de merge.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CONCEITO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A ideia 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Duas caixas, e só duas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90% do Command-Based cabe nesta ideia.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577840" cy="3200400"/>
          </a:xfrm>
          <a:prstGeom prst="roundRect">
            <a:avLst>
              <a:gd name="adj" fmla="val 4000"/>
            </a:avLst>
          </a:prstGeom>
          <a:solidFill>
            <a:srgbClr val="141E3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0">
                <a:solidFill>
                  <a:srgbClr val="22D3EE"/>
                </a:solidFill>
                <a:latin typeface="Segoe UI"/>
              </a:rPr>
              <a:t>SUBSYSTEM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42032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49377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 dirty="0">
                <a:solidFill>
                  <a:srgbClr val="8DA2C0"/>
                </a:solidFill>
                <a:latin typeface="Segoe UI"/>
              </a:rPr>
              <a:t>Dono </a:t>
            </a:r>
            <a:r>
              <a:rPr sz="1500" b="0" i="0" dirty="0" err="1">
                <a:solidFill>
                  <a:srgbClr val="8DA2C0"/>
                </a:solidFill>
                <a:latin typeface="Segoe UI"/>
              </a:rPr>
              <a:t>exclusivo</a:t>
            </a:r>
            <a:r>
              <a:rPr sz="1500" b="0" i="0" dirty="0">
                <a:solidFill>
                  <a:srgbClr val="8DA2C0"/>
                </a:solidFill>
                <a:latin typeface="Segoe UI"/>
              </a:rPr>
              <a:t> de um </a:t>
            </a:r>
            <a:r>
              <a:rPr sz="1500" b="0" i="0" dirty="0" err="1">
                <a:solidFill>
                  <a:srgbClr val="8DA2C0"/>
                </a:solidFill>
                <a:latin typeface="Segoe UI"/>
              </a:rPr>
              <a:t>pedaço</a:t>
            </a:r>
            <a:r>
              <a:rPr sz="1500" b="0" i="0" dirty="0">
                <a:solidFill>
                  <a:srgbClr val="8DA2C0"/>
                </a:solidFill>
                <a:latin typeface="Segoe UI"/>
              </a:rPr>
              <a:t> do </a:t>
            </a:r>
            <a:r>
              <a:rPr sz="1500" b="0" i="0" dirty="0" err="1">
                <a:solidFill>
                  <a:srgbClr val="8DA2C0"/>
                </a:solidFill>
                <a:latin typeface="Segoe UI"/>
              </a:rPr>
              <a:t>robô</a:t>
            </a:r>
            <a:r>
              <a:rPr sz="1500" b="0" i="0" dirty="0">
                <a:solidFill>
                  <a:srgbClr val="8DA2C0"/>
                </a:solidFill>
                <a:latin typeface="Segoe UI"/>
              </a:rPr>
              <a:t>.</a:t>
            </a:r>
          </a:p>
          <a:p>
            <a:pPr algn="l">
              <a:lnSpc>
                <a:spcPct val="125000"/>
              </a:lnSpc>
            </a:pPr>
            <a:endParaRPr sz="1500" b="0" i="0" dirty="0">
              <a:solidFill>
                <a:srgbClr val="8DA2C0"/>
              </a:solidFill>
              <a:latin typeface="Segoe UI"/>
            </a:endParaRPr>
          </a:p>
          <a:p>
            <a:pPr algn="l">
              <a:lnSpc>
                <a:spcPct val="125000"/>
              </a:lnSpc>
            </a:pPr>
            <a:r>
              <a:rPr sz="1500" b="0" i="0" dirty="0">
                <a:solidFill>
                  <a:srgbClr val="8DA2C0"/>
                </a:solidFill>
                <a:latin typeface="Segoe UI"/>
              </a:rPr>
              <a:t>Sabe COMO </a:t>
            </a:r>
            <a:r>
              <a:rPr sz="1500" b="0" i="0" dirty="0" err="1">
                <a:solidFill>
                  <a:srgbClr val="8DA2C0"/>
                </a:solidFill>
                <a:latin typeface="Segoe UI"/>
              </a:rPr>
              <a:t>mexer</a:t>
            </a:r>
            <a:r>
              <a:rPr sz="1500" b="0" i="0" dirty="0">
                <a:solidFill>
                  <a:srgbClr val="8DA2C0"/>
                </a:solidFill>
                <a:latin typeface="Segoe UI"/>
              </a:rPr>
              <a:t>: </a:t>
            </a:r>
            <a:r>
              <a:rPr sz="1500" b="0" i="0" dirty="0" err="1">
                <a:solidFill>
                  <a:srgbClr val="8DA2C0"/>
                </a:solidFill>
                <a:latin typeface="Segoe UI"/>
              </a:rPr>
              <a:t>ligar</a:t>
            </a:r>
            <a:r>
              <a:rPr sz="1500" b="0" i="0" dirty="0">
                <a:solidFill>
                  <a:srgbClr val="8DA2C0"/>
                </a:solidFill>
                <a:latin typeface="Segoe UI"/>
              </a:rPr>
              <a:t> motor, </a:t>
            </a:r>
            <a:r>
              <a:rPr sz="1500" b="0" i="0" dirty="0" err="1">
                <a:solidFill>
                  <a:srgbClr val="8DA2C0"/>
                </a:solidFill>
                <a:latin typeface="Segoe UI"/>
              </a:rPr>
              <a:t>ler</a:t>
            </a:r>
            <a:r>
              <a:rPr sz="1500" b="0" i="0" dirty="0">
                <a:solidFill>
                  <a:srgbClr val="8DA2C0"/>
                </a:solidFill>
                <a:latin typeface="Segoe UI"/>
              </a:rPr>
              <a:t> encoder,</a:t>
            </a:r>
          </a:p>
          <a:p>
            <a:pPr algn="l">
              <a:lnSpc>
                <a:spcPct val="125000"/>
              </a:lnSpc>
            </a:pPr>
            <a:r>
              <a:rPr sz="1500" b="0" i="0" dirty="0" err="1">
                <a:solidFill>
                  <a:srgbClr val="8DA2C0"/>
                </a:solidFill>
                <a:latin typeface="Segoe UI"/>
              </a:rPr>
              <a:t>ler</a:t>
            </a:r>
            <a:r>
              <a:rPr sz="1500" b="0" i="0" dirty="0">
                <a:solidFill>
                  <a:srgbClr val="8DA2C0"/>
                </a:solidFill>
                <a:latin typeface="Segoe UI"/>
              </a:rPr>
              <a:t> o </a:t>
            </a:r>
            <a:r>
              <a:rPr sz="1500" b="0" i="0" dirty="0" err="1">
                <a:solidFill>
                  <a:srgbClr val="8DA2C0"/>
                </a:solidFill>
                <a:latin typeface="Segoe UI"/>
              </a:rPr>
              <a:t>giroscópio</a:t>
            </a:r>
            <a:r>
              <a:rPr sz="1500" b="0" i="0" dirty="0">
                <a:solidFill>
                  <a:srgbClr val="8DA2C0"/>
                </a:solidFill>
                <a:latin typeface="Segoe UI"/>
              </a:rPr>
              <a:t>.</a:t>
            </a:r>
          </a:p>
          <a:p>
            <a:pPr algn="l">
              <a:lnSpc>
                <a:spcPct val="125000"/>
              </a:lnSpc>
            </a:pPr>
            <a:endParaRPr sz="1500" b="0" i="0" dirty="0">
              <a:solidFill>
                <a:srgbClr val="8DA2C0"/>
              </a:solidFill>
              <a:latin typeface="Segoe UI"/>
            </a:endParaRPr>
          </a:p>
          <a:p>
            <a:pPr algn="l">
              <a:lnSpc>
                <a:spcPct val="125000"/>
              </a:lnSpc>
            </a:pPr>
            <a:r>
              <a:rPr sz="1500" b="0" i="0" dirty="0" err="1">
                <a:solidFill>
                  <a:srgbClr val="8DA2C0"/>
                </a:solidFill>
                <a:latin typeface="Segoe UI"/>
              </a:rPr>
              <a:t>Não</a:t>
            </a:r>
            <a:r>
              <a:rPr sz="1500" b="0" i="0" dirty="0">
                <a:solidFill>
                  <a:srgbClr val="8DA2C0"/>
                </a:solidFill>
                <a:latin typeface="Segoe UI"/>
              </a:rPr>
              <a:t> decide NADA </a:t>
            </a:r>
            <a:r>
              <a:rPr sz="1500" b="0" i="0" dirty="0" err="1">
                <a:solidFill>
                  <a:srgbClr val="8DA2C0"/>
                </a:solidFill>
                <a:latin typeface="Segoe UI"/>
              </a:rPr>
              <a:t>sobre</a:t>
            </a:r>
            <a:r>
              <a:rPr sz="1500" b="0" i="0" dirty="0">
                <a:solidFill>
                  <a:srgbClr val="8DA2C0"/>
                </a:solidFill>
                <a:latin typeface="Segoe UI"/>
              </a:rPr>
              <a:t> a </a:t>
            </a:r>
            <a:r>
              <a:rPr sz="1500" b="0" i="0" dirty="0" err="1">
                <a:solidFill>
                  <a:srgbClr val="8DA2C0"/>
                </a:solidFill>
                <a:latin typeface="Segoe UI"/>
              </a:rPr>
              <a:t>estratégia</a:t>
            </a:r>
            <a:r>
              <a:rPr sz="1500" b="0" i="0" dirty="0">
                <a:solidFill>
                  <a:srgbClr val="8DA2C0"/>
                </a:solidFill>
                <a:latin typeface="Segoe U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4902253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>
                <a:solidFill>
                  <a:srgbClr val="22D3EE"/>
                </a:solidFill>
                <a:latin typeface="Consolas"/>
              </a:rPr>
              <a:t>OmniDrive.java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1920240"/>
            <a:ext cx="5577840" cy="3200400"/>
          </a:xfrm>
          <a:prstGeom prst="roundRect">
            <a:avLst>
              <a:gd name="adj" fmla="val 4000"/>
            </a:avLst>
          </a:prstGeom>
          <a:solidFill>
            <a:srgbClr val="141E33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38544" y="21945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0">
                <a:solidFill>
                  <a:srgbClr val="F59E0B"/>
                </a:solidFill>
                <a:latin typeface="Segoe UI"/>
              </a:rPr>
              <a:t>COMMAND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2542032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comportamento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3200400"/>
            <a:ext cx="49377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DA2C0"/>
                </a:solidFill>
                <a:latin typeface="Segoe UI"/>
              </a:rPr>
              <a:t>Uma ação com começo, meio e fim.</a:t>
            </a:r>
          </a:p>
          <a:p>
            <a:pPr algn="l">
              <a:lnSpc>
                <a:spcPct val="125000"/>
              </a:lnSpc>
            </a:pPr>
            <a:endParaRPr sz="1500" b="0" i="0">
              <a:solidFill>
                <a:srgbClr val="8DA2C0"/>
              </a:solidFill>
              <a:latin typeface="Segoe UI"/>
            </a:endParaRP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DA2C0"/>
                </a:solidFill>
                <a:latin typeface="Segoe UI"/>
              </a:rPr>
              <a:t>Sabe O QUE fazer: andar 50 cm, girar 90°,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DA2C0"/>
                </a:solidFill>
                <a:latin typeface="Segoe UI"/>
              </a:rPr>
              <a:t>seguir o joystick.</a:t>
            </a:r>
          </a:p>
          <a:p>
            <a:pPr algn="l">
              <a:lnSpc>
                <a:spcPct val="125000"/>
              </a:lnSpc>
            </a:pPr>
            <a:endParaRPr sz="1500" b="0" i="0">
              <a:solidFill>
                <a:srgbClr val="8DA2C0"/>
              </a:solidFill>
              <a:latin typeface="Segoe UI"/>
            </a:endParaRP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DA2C0"/>
                </a:solidFill>
                <a:latin typeface="Segoe UI"/>
              </a:rPr>
              <a:t>Pede o subsystem emprestado enquanto roda.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48667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>
                <a:solidFill>
                  <a:srgbClr val="F59E0B"/>
                </a:solidFill>
                <a:latin typeface="Consolas"/>
              </a:rPr>
              <a:t>SimpleDrive.java · DriveToDistance.java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" y="5349240"/>
            <a:ext cx="11530584" cy="96012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" y="5349240"/>
            <a:ext cx="54864" cy="9601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3" y="5532120"/>
            <a:ext cx="109819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34D399"/>
                </a:solidFill>
                <a:latin typeface="Segoe UI"/>
              </a:rPr>
              <a:t>★  A REGRA DE OURO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5748349"/>
            <a:ext cx="1098194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 dirty="0">
                <a:solidFill>
                  <a:srgbClr val="EAF1FB"/>
                </a:solidFill>
                <a:latin typeface="Segoe UI"/>
              </a:rPr>
              <a:t>Subsystem </a:t>
            </a:r>
            <a:r>
              <a:rPr sz="1400" b="0" i="0" dirty="0" err="1">
                <a:solidFill>
                  <a:srgbClr val="EAF1FB"/>
                </a:solidFill>
                <a:latin typeface="Segoe UI"/>
              </a:rPr>
              <a:t>nunca</a:t>
            </a:r>
            <a:r>
              <a:rPr sz="1400" b="0" i="0" dirty="0">
                <a:solidFill>
                  <a:srgbClr val="EAF1FB"/>
                </a:solidFill>
                <a:latin typeface="Segoe UI"/>
              </a:rPr>
              <a:t> sabe quem o </a:t>
            </a:r>
            <a:r>
              <a:rPr sz="1400" b="0" i="0" dirty="0" err="1">
                <a:solidFill>
                  <a:srgbClr val="EAF1FB"/>
                </a:solidFill>
                <a:latin typeface="Segoe UI"/>
              </a:rPr>
              <a:t>está</a:t>
            </a:r>
            <a:r>
              <a:rPr sz="1400" b="0" i="0" dirty="0">
                <a:solidFill>
                  <a:srgbClr val="EAF1FB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EAF1FB"/>
                </a:solidFill>
                <a:latin typeface="Segoe UI"/>
              </a:rPr>
              <a:t>usando</a:t>
            </a:r>
            <a:r>
              <a:rPr sz="1400" b="0" i="0" dirty="0">
                <a:solidFill>
                  <a:srgbClr val="EAF1FB"/>
                </a:solidFill>
                <a:latin typeface="Segoe UI"/>
              </a:rPr>
              <a:t>. Command </a:t>
            </a:r>
            <a:r>
              <a:rPr sz="1400" b="0" i="0" dirty="0" err="1">
                <a:solidFill>
                  <a:srgbClr val="EAF1FB"/>
                </a:solidFill>
                <a:latin typeface="Segoe UI"/>
              </a:rPr>
              <a:t>nunca</a:t>
            </a:r>
            <a:r>
              <a:rPr sz="1400" b="0" i="0" dirty="0">
                <a:solidFill>
                  <a:srgbClr val="EAF1FB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EAF1FB"/>
                </a:solidFill>
                <a:latin typeface="Segoe UI"/>
              </a:rPr>
              <a:t>toca</a:t>
            </a:r>
            <a:r>
              <a:rPr sz="1400" b="0" i="0" dirty="0">
                <a:solidFill>
                  <a:srgbClr val="EAF1FB"/>
                </a:solidFill>
                <a:latin typeface="Segoe UI"/>
              </a:rPr>
              <a:t> no motor </a:t>
            </a:r>
            <a:r>
              <a:rPr sz="1400" b="0" i="0" dirty="0" err="1">
                <a:solidFill>
                  <a:srgbClr val="EAF1FB"/>
                </a:solidFill>
                <a:latin typeface="Segoe UI"/>
              </a:rPr>
              <a:t>direto</a:t>
            </a:r>
            <a:r>
              <a:rPr sz="1400" b="0" i="0" dirty="0">
                <a:solidFill>
                  <a:srgbClr val="EAF1FB"/>
                </a:solidFill>
                <a:latin typeface="Segoe UI"/>
              </a:rPr>
              <a:t> — </a:t>
            </a:r>
            <a:r>
              <a:rPr sz="1400" b="0" i="0" dirty="0" err="1">
                <a:solidFill>
                  <a:srgbClr val="EAF1FB"/>
                </a:solidFill>
                <a:latin typeface="Segoe UI"/>
              </a:rPr>
              <a:t>ele</a:t>
            </a:r>
            <a:r>
              <a:rPr sz="1400" b="0" i="0" dirty="0">
                <a:solidFill>
                  <a:srgbClr val="EAF1FB"/>
                </a:solidFill>
                <a:latin typeface="Segoe UI"/>
              </a:rPr>
              <a:t> sempre </a:t>
            </a:r>
            <a:r>
              <a:rPr sz="1400" b="0" i="0" dirty="0" err="1">
                <a:solidFill>
                  <a:srgbClr val="EAF1FB"/>
                </a:solidFill>
                <a:latin typeface="Segoe UI"/>
              </a:rPr>
              <a:t>pede</a:t>
            </a:r>
            <a:r>
              <a:rPr sz="1400" b="0" i="0" dirty="0">
                <a:solidFill>
                  <a:srgbClr val="EAF1FB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EAF1FB"/>
                </a:solidFill>
                <a:latin typeface="Segoe UI"/>
              </a:rPr>
              <a:t>ao</a:t>
            </a:r>
            <a:r>
              <a:rPr sz="1400" b="0" i="0" dirty="0">
                <a:solidFill>
                  <a:srgbClr val="EAF1FB"/>
                </a:solidFill>
                <a:latin typeface="Segoe UI"/>
              </a:rPr>
              <a:t> subsystem. Se </a:t>
            </a:r>
            <a:r>
              <a:rPr sz="1400" b="0" i="0" dirty="0" err="1">
                <a:solidFill>
                  <a:srgbClr val="EAF1FB"/>
                </a:solidFill>
                <a:latin typeface="Segoe UI"/>
              </a:rPr>
              <a:t>você</a:t>
            </a:r>
            <a:r>
              <a:rPr sz="1400" b="0" i="0" dirty="0">
                <a:solidFill>
                  <a:srgbClr val="EAF1FB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EAF1FB"/>
                </a:solidFill>
                <a:latin typeface="Segoe UI"/>
              </a:rPr>
              <a:t>quebrar</a:t>
            </a:r>
            <a:r>
              <a:rPr sz="1400" b="0" i="0" dirty="0">
                <a:solidFill>
                  <a:srgbClr val="EAF1FB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EAF1FB"/>
                </a:solidFill>
                <a:latin typeface="Segoe UI"/>
              </a:rPr>
              <a:t>essa</a:t>
            </a:r>
            <a:r>
              <a:rPr sz="1400" b="0" i="0" dirty="0">
                <a:solidFill>
                  <a:srgbClr val="EAF1FB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EAF1FB"/>
                </a:solidFill>
                <a:latin typeface="Segoe UI"/>
              </a:rPr>
              <a:t>regra</a:t>
            </a:r>
            <a:r>
              <a:rPr sz="1400" b="0" i="0" dirty="0">
                <a:solidFill>
                  <a:srgbClr val="EAF1FB"/>
                </a:solidFill>
                <a:latin typeface="Segoe UI"/>
              </a:rPr>
              <a:t>, volta </a:t>
            </a:r>
            <a:r>
              <a:rPr sz="1400" b="0" i="0" dirty="0" err="1">
                <a:solidFill>
                  <a:srgbClr val="EAF1FB"/>
                </a:solidFill>
                <a:latin typeface="Segoe UI"/>
              </a:rPr>
              <a:t>ao</a:t>
            </a:r>
            <a:r>
              <a:rPr sz="1400" b="0" i="0" dirty="0">
                <a:solidFill>
                  <a:srgbClr val="EAF1FB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EAF1FB"/>
                </a:solidFill>
                <a:latin typeface="Segoe UI"/>
              </a:rPr>
              <a:t>robô</a:t>
            </a:r>
            <a:r>
              <a:rPr sz="1400" b="0" i="0" dirty="0">
                <a:solidFill>
                  <a:srgbClr val="EAF1FB"/>
                </a:solidFill>
                <a:latin typeface="Segoe UI"/>
              </a:rPr>
              <a:t> de 800 </a:t>
            </a:r>
            <a:r>
              <a:rPr sz="1400" b="0" i="0" dirty="0" err="1">
                <a:solidFill>
                  <a:srgbClr val="EAF1FB"/>
                </a:solidFill>
                <a:latin typeface="Segoe UI"/>
              </a:rPr>
              <a:t>linhas</a:t>
            </a:r>
            <a:r>
              <a:rPr sz="1400" b="0" i="0" dirty="0">
                <a:solidFill>
                  <a:srgbClr val="EAF1FB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ESTRUTURA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Mapa do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Onde cada coisa mora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Abra o lab3Encoder no VS Code e acompanhe.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852160" cy="393192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3931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estrutura real do lab3Encoder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5468112" cy="33467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src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/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main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/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java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/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frc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/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robot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9FB3CC"/>
                </a:solidFill>
                <a:latin typeface="Consolas"/>
              </a:rPr>
              <a:t>|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9FB3CC"/>
                </a:solidFill>
                <a:latin typeface="Consolas"/>
              </a:rPr>
              <a:t>+--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7DD3FC"/>
                </a:solidFill>
                <a:latin typeface="Consolas"/>
              </a:rPr>
              <a:t>Main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java            </a:t>
            </a:r>
            <a:r>
              <a:rPr sz="1250" b="0" i="1">
                <a:solidFill>
                  <a:srgbClr val="6B7F9B"/>
                </a:solidFill>
                <a:latin typeface="Consolas"/>
              </a:rPr>
              <a:t>// nao mexa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9FB3CC"/>
                </a:solidFill>
                <a:latin typeface="Consolas"/>
              </a:rPr>
              <a:t>+--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7DD3FC"/>
                </a:solidFill>
                <a:latin typeface="Consolas"/>
              </a:rPr>
              <a:t>Robot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java           </a:t>
            </a:r>
            <a:r>
              <a:rPr sz="1250" b="0" i="1">
                <a:solidFill>
                  <a:srgbClr val="6B7F9B"/>
                </a:solidFill>
                <a:latin typeface="Consolas"/>
              </a:rPr>
              <a:t>// os modos: init / periodic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9FB3CC"/>
                </a:solidFill>
                <a:latin typeface="Consolas"/>
              </a:rPr>
              <a:t>+--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7DD3FC"/>
                </a:solidFill>
                <a:latin typeface="Consolas"/>
              </a:rPr>
              <a:t>RobotContainer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java  </a:t>
            </a:r>
            <a:r>
              <a:rPr sz="1250" b="0" i="1">
                <a:solidFill>
                  <a:srgbClr val="6B7F9B"/>
                </a:solidFill>
                <a:latin typeface="Consolas"/>
              </a:rPr>
              <a:t>// ** a sala de controle **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9FB3CC"/>
                </a:solidFill>
                <a:latin typeface="Consolas"/>
              </a:rPr>
              <a:t>+--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7DD3FC"/>
                </a:solidFill>
                <a:latin typeface="Consolas"/>
              </a:rPr>
              <a:t>Constants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java       </a:t>
            </a:r>
            <a:r>
              <a:rPr sz="1250" b="0" i="1">
                <a:solidFill>
                  <a:srgbClr val="6B7F9B"/>
                </a:solidFill>
                <a:latin typeface="Consolas"/>
              </a:rPr>
              <a:t>// numeros do robo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9FB3CC"/>
                </a:solidFill>
                <a:latin typeface="Consolas"/>
              </a:rPr>
              <a:t>|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9FB3CC"/>
                </a:solidFill>
                <a:latin typeface="Consolas"/>
              </a:rPr>
              <a:t>+--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subsystems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9FB3CC"/>
                </a:solidFill>
                <a:latin typeface="Consolas"/>
              </a:rPr>
              <a:t>|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  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+--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7DD3FC"/>
                </a:solidFill>
                <a:latin typeface="Consolas"/>
              </a:rPr>
              <a:t>OmniDrive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java   </a:t>
            </a:r>
            <a:r>
              <a:rPr sz="1250" b="0" i="1">
                <a:solidFill>
                  <a:srgbClr val="6B7F9B"/>
                </a:solidFill>
                <a:latin typeface="Consolas"/>
              </a:rPr>
              <a:t>// motores, encoders, navX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9FB3CC"/>
                </a:solidFill>
                <a:latin typeface="Consolas"/>
              </a:rPr>
              <a:t>|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9FB3CC"/>
                </a:solidFill>
                <a:latin typeface="Consolas"/>
              </a:rPr>
              <a:t>+--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commands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+--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7DD3FC"/>
                </a:solidFill>
                <a:latin typeface="Consolas"/>
              </a:rPr>
              <a:t>SimpleDrive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java      </a:t>
            </a:r>
            <a:r>
              <a:rPr sz="1250" b="0" i="1">
                <a:solidFill>
                  <a:srgbClr val="6B7F9B"/>
                </a:solidFill>
                <a:latin typeface="Consolas"/>
              </a:rPr>
              <a:t>// gira 1 motor a 50%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+--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7DD3FC"/>
                </a:solidFill>
                <a:latin typeface="Consolas"/>
              </a:rPr>
              <a:t>DriveToDistance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java  </a:t>
            </a:r>
            <a:r>
              <a:rPr sz="1250" b="0" i="1">
                <a:solidFill>
                  <a:srgbClr val="6B7F9B"/>
                </a:solidFill>
                <a:latin typeface="Consolas"/>
              </a:rPr>
              <a:t>// anda X metros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+--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7DD3FC"/>
                </a:solidFill>
                <a:latin typeface="Consolas"/>
              </a:rPr>
              <a:t>AutoCommand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java      </a:t>
            </a:r>
            <a:r>
              <a:rPr sz="1250" b="0" i="1">
                <a:solidFill>
                  <a:srgbClr val="6B7F9B"/>
                </a:solidFill>
                <a:latin typeface="Consolas"/>
              </a:rPr>
              <a:t>// sequencia do autonomo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+--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>
                <a:solidFill>
                  <a:srgbClr val="7DD3FC"/>
                </a:solidFill>
                <a:latin typeface="Consolas"/>
              </a:rPr>
              <a:t>DriveMotor</a:t>
            </a:r>
            <a:r>
              <a:rPr sz="12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50" b="0" i="0">
                <a:solidFill>
                  <a:srgbClr val="DCE6F2"/>
                </a:solidFill>
                <a:latin typeface="Consolas"/>
              </a:rPr>
              <a:t>java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48840"/>
            <a:ext cx="5440680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47104" y="225856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ARQUIVO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225856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RESPONSABILIDADE ÚNICA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551176"/>
            <a:ext cx="5440680" cy="676656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47104" y="2633472"/>
            <a:ext cx="1563624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Robot.java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633472"/>
            <a:ext cx="3438144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Liga o Scheduler. Chama o modo certo (teleop, autônomo, test).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310128"/>
            <a:ext cx="1563624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RobotContainer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3310128"/>
            <a:ext cx="3438144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Cria as instâncias, liga joystick aos comandos, define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904488"/>
            <a:ext cx="5440680" cy="676656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7104" y="3986784"/>
            <a:ext cx="1563624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Constants.java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3986784"/>
            <a:ext cx="3438144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Portas, raio da roda, pulsos do encoder. Só números.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4663440"/>
            <a:ext cx="1563624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subsystems/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3" y="4663440"/>
            <a:ext cx="3438144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Uma classe por pedaço de hardware.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257800"/>
            <a:ext cx="5440680" cy="676656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47104" y="5340096"/>
            <a:ext cx="1563624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commands/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3" y="5340096"/>
            <a:ext cx="3438144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Uma classe por comportamento.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SCHEDULER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 loop de 20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 coração: 50 voltas por segundo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O CommandScheduler é quem realmente roda o seu robô.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2011680"/>
            <a:ext cx="1600200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" y="2157984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2D3EE"/>
                </a:solidFill>
                <a:latin typeface="Consolas"/>
              </a:rPr>
              <a:t>poll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" y="246888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lê botões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9384" y="2263140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Segoe U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13432" y="2011680"/>
            <a:ext cx="1600200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13432" y="2157984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2D3EE"/>
                </a:solidFill>
                <a:latin typeface="Consolas"/>
              </a:rPr>
              <a:t>schedule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4872" y="246888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agenda novos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2263140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Segoe U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2011680"/>
            <a:ext cx="1600200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79" y="2157984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2D3EE"/>
                </a:solidFill>
                <a:latin typeface="Consolas"/>
              </a:rPr>
              <a:t>execute()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246888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roda os ativos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79" y="2263140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7" y="2011680"/>
            <a:ext cx="1600200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81927" y="2157984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2D3EE"/>
                </a:solidFill>
                <a:latin typeface="Consolas"/>
              </a:rPr>
              <a:t>isFinished()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7" y="246888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pergunta: acabou?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2263140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Segoe U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66175" y="2011680"/>
            <a:ext cx="1600200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66175" y="2157984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2D3EE"/>
                </a:solidFill>
                <a:latin typeface="Consolas"/>
              </a:rPr>
              <a:t>end()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5" y="246888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encerra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6376" y="2263140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Segoe U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50424" y="2011680"/>
            <a:ext cx="1600200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250424" y="2157984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2D3EE"/>
                </a:solidFill>
                <a:latin typeface="Consolas"/>
              </a:rPr>
              <a:t>periodic()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41863" y="246888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subsystems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" y="3291840"/>
            <a:ext cx="5669280" cy="178308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9184" y="3291840"/>
            <a:ext cx="50292" cy="1783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3504" y="3419856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Robot.java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803904"/>
            <a:ext cx="5285232" cy="11978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1" i="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0" i="0">
                <a:solidFill>
                  <a:srgbClr val="FDE68A"/>
                </a:solidFill>
                <a:latin typeface="Consolas"/>
              </a:rPr>
              <a:t>robotPeriodic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()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1">
                <a:solidFill>
                  <a:srgbClr val="6B7F9B"/>
                </a:solidFill>
                <a:latin typeface="Consolas"/>
              </a:rPr>
              <a:t>  // Sem esta linha, NADA funciona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200" b="0" i="0">
                <a:solidFill>
                  <a:srgbClr val="7DD3FC"/>
                </a:solidFill>
                <a:latin typeface="Consolas"/>
              </a:rPr>
              <a:t>CommandScheduler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00" b="0" i="0">
                <a:solidFill>
                  <a:srgbClr val="FDE68A"/>
                </a:solidFill>
                <a:latin typeface="Consolas"/>
              </a:rPr>
              <a:t>getInstance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().</a:t>
            </a:r>
            <a:r>
              <a:rPr sz="1200" b="0" i="0">
                <a:solidFill>
                  <a:srgbClr val="FDE68A"/>
                </a:solidFill>
                <a:latin typeface="Consolas"/>
              </a:rPr>
              <a:t>run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();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29184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63640" y="3291840"/>
            <a:ext cx="26517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64807" y="34930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59E0B"/>
                </a:solidFill>
                <a:latin typeface="Segoe UI"/>
              </a:rPr>
              <a:t>PERÍODO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7" y="380390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0" i="0">
                <a:solidFill>
                  <a:srgbClr val="EAF1FB"/>
                </a:solidFill>
                <a:latin typeface="Segoe UI"/>
              </a:rPr>
              <a:t>20 ms = 50 Hz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9720" y="329184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89720" y="3291840"/>
            <a:ext cx="26517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90888" y="34930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59E0B"/>
                </a:solidFill>
                <a:latin typeface="Segoe UI"/>
              </a:rPr>
              <a:t>ORÇAMENTO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90888" y="380390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0" i="0">
                <a:solidFill>
                  <a:srgbClr val="EAF1FB"/>
                </a:solidFill>
                <a:latin typeface="Segoe UI"/>
              </a:rPr>
              <a:t>&lt; 20 ms por volta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184" y="5257800"/>
            <a:ext cx="11530584" cy="105156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9184" y="5257800"/>
            <a:ext cx="54864" cy="10515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03503" y="5440680"/>
            <a:ext cx="109819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87171"/>
                </a:solidFill>
                <a:latin typeface="Segoe UI"/>
              </a:rPr>
              <a:t>!  CONSEQUÊNCIA PRÁTICA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3" y="5788152"/>
            <a:ext cx="10981944" cy="393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execute() roda 50x por segundo. Nunca coloque Thread.sleep(), laço while longo ou System.out.println() em excesso lá dentro — você atrasa o loop e o robô começa a 'engasgar'. Esperar algo = devolver false em isFinished(), não travar o método.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CÓDIGO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Robot.java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Robot.java — o maestro, não o músico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Cada modo tem init (uma vez) e periodic (50x/s).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783080"/>
            <a:ext cx="7498079" cy="45720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783080"/>
            <a:ext cx="50292" cy="4572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1911096"/>
            <a:ext cx="69494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frc/robot/Robot.java  (do repositorio)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95144"/>
            <a:ext cx="7114031" cy="3986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class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Robot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extends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TimedRobot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private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Command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m_autonomousCommand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private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RobotContainer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m_robotContainer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50" b="1" i="0">
                <a:solidFill>
                  <a:srgbClr val="F59E0B"/>
                </a:solidFill>
                <a:latin typeface="Consolas"/>
              </a:rPr>
              <a:t>@Override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                  </a:t>
            </a:r>
            <a:r>
              <a:rPr sz="1050" b="0" i="1">
                <a:solidFill>
                  <a:srgbClr val="6B7F9B"/>
                </a:solidFill>
                <a:latin typeface="Consolas"/>
              </a:rPr>
              <a:t>// roda UMA vez, no boot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robotInit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{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m_robotContainer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new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RobotContainer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();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50" b="1" i="0">
                <a:solidFill>
                  <a:srgbClr val="F59E0B"/>
                </a:solidFill>
                <a:latin typeface="Consolas"/>
              </a:rPr>
              <a:t>@Override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                  </a:t>
            </a:r>
            <a:r>
              <a:rPr sz="1050" b="0" i="1">
                <a:solidFill>
                  <a:srgbClr val="6B7F9B"/>
                </a:solidFill>
                <a:latin typeface="Consolas"/>
              </a:rPr>
              <a:t>// roda 50x por segundo, em todo modo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robotPeriodic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{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CommandScheduler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getInstance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().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run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();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50" b="1" i="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autonomousInit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  m_autonomousCommand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m_robotContainer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getAutonomousCommand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if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m_autonomousCommand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!=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null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)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m_autonomousCommand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schedule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50" b="1" i="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teleopInit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if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m_autonomousCommand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!=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null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)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m_autonomousCommand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cancel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Oval 12"/>
          <p:cNvSpPr/>
          <p:nvPr/>
        </p:nvSpPr>
        <p:spPr>
          <a:xfrm>
            <a:off x="8001000" y="2066543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7031" y="1965960"/>
            <a:ext cx="3630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@Override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240279"/>
            <a:ext cx="3630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DA2C0"/>
                </a:solidFill>
                <a:latin typeface="Segoe UI"/>
              </a:rPr>
              <a:t>Avisa o compilador: estou substituindo um método do pai TimedRobot. Erro de digitação = erro de compilação, não bug silencioso.</a:t>
            </a:r>
          </a:p>
        </p:txBody>
      </p:sp>
      <p:sp>
        <p:nvSpPr>
          <p:cNvPr id="16" name="Oval 15"/>
          <p:cNvSpPr/>
          <p:nvPr/>
        </p:nvSpPr>
        <p:spPr>
          <a:xfrm>
            <a:off x="8001000" y="3136391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3035808"/>
            <a:ext cx="3630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schedule()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3310127"/>
            <a:ext cx="3630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DA2C0"/>
                </a:solidFill>
                <a:latin typeface="Segoe UI"/>
              </a:rPr>
              <a:t>Entrega o comando ao Scheduler. Quem executa é o loop.</a:t>
            </a:r>
          </a:p>
        </p:txBody>
      </p:sp>
      <p:sp>
        <p:nvSpPr>
          <p:cNvPr id="19" name="Oval 18"/>
          <p:cNvSpPr/>
          <p:nvPr/>
        </p:nvSpPr>
        <p:spPr>
          <a:xfrm>
            <a:off x="8001000" y="4206240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57031" y="4105656"/>
            <a:ext cx="3630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cancel()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4379976"/>
            <a:ext cx="3630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DA2C0"/>
                </a:solidFill>
                <a:latin typeface="Segoe UI"/>
              </a:rPr>
              <a:t>Mata o autônomo ao entrar em teleop — senão os dois disputam o drive.</a:t>
            </a:r>
          </a:p>
        </p:txBody>
      </p:sp>
      <p:sp>
        <p:nvSpPr>
          <p:cNvPr id="22" name="Oval 21"/>
          <p:cNvSpPr/>
          <p:nvPr/>
        </p:nvSpPr>
        <p:spPr>
          <a:xfrm>
            <a:off x="8001000" y="527608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57031" y="5175504"/>
            <a:ext cx="3630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null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5449824"/>
            <a:ext cx="3630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DA2C0"/>
                </a:solidFill>
                <a:latin typeface="Segoe UI"/>
              </a:rPr>
              <a:t>getAutonomousCommand() do nosso repo devolve null hoje.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CÓDIGO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RobotContainer.java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RobotContainer — a sala de controle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Único lugar onde objetos nascem e ligações são feitas.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783080"/>
            <a:ext cx="7315200" cy="470916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783080"/>
            <a:ext cx="50292" cy="47091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1911096"/>
            <a:ext cx="6766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frc/robot/RobotContainer.java  (do repositorio)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95144"/>
            <a:ext cx="6931152" cy="41239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class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RobotContainer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static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OmniDrive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drive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;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           </a:t>
            </a:r>
            <a:r>
              <a:rPr sz="1050" b="0" i="1">
                <a:solidFill>
                  <a:srgbClr val="6B7F9B"/>
                </a:solidFill>
                <a:latin typeface="Consolas"/>
              </a:rPr>
              <a:t>// 1. declara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static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SimpleDrive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simpleDrive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static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XboxController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driverJoystick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RobotContainer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                  </a:t>
            </a:r>
            <a:r>
              <a:rPr sz="1050" b="0" i="1">
                <a:solidFill>
                  <a:srgbClr val="6B7F9B"/>
                </a:solidFill>
                <a:latin typeface="Consolas"/>
              </a:rPr>
              <a:t>// 2. CONSTRUTOR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  drive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new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OmniDrive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();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               </a:t>
            </a:r>
            <a:r>
              <a:rPr sz="1050" b="0" i="1">
                <a:solidFill>
                  <a:srgbClr val="6B7F9B"/>
                </a:solidFill>
                <a:latin typeface="Consolas"/>
              </a:rPr>
              <a:t>// 3. instancia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  simpleDrive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new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SimpleDrive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  driverJoystick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new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XboxController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Constants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kDriverControllerPort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1">
                <a:solidFill>
                  <a:srgbClr val="6B7F9B"/>
                </a:solidFill>
                <a:latin typeface="Consolas"/>
              </a:rPr>
              <a:t>    // 4. comando padrao: enquanto ninguem pedir nada, siga o joystick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  drive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setDefaultCommand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new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RunCommand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     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-&gt;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drive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holonomicDrive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          driverJoystick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getRawAxis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Constants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kDriverXAxis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),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          driverJoystick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getRawAxis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Constants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kDriverYAxis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),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          driverJoystick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getRawAxis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Constants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kDriverRotAxis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)),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      drive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));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configureButtonBindings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();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             </a:t>
            </a:r>
            <a:r>
              <a:rPr sz="1050" b="0" i="1">
                <a:solidFill>
                  <a:srgbClr val="6B7F9B"/>
                </a:solidFill>
                <a:latin typeface="Consolas"/>
              </a:rPr>
              <a:t>// 5. liga botoes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Oval 12"/>
          <p:cNvSpPr/>
          <p:nvPr/>
        </p:nvSpPr>
        <p:spPr>
          <a:xfrm>
            <a:off x="7726679" y="2066543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82711" y="1965960"/>
            <a:ext cx="39044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1 · Declarar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1" y="2240279"/>
            <a:ext cx="39044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Reservar o nome. O objeto ainda não existe — vale null.</a:t>
            </a:r>
          </a:p>
        </p:txBody>
      </p:sp>
      <p:sp>
        <p:nvSpPr>
          <p:cNvPr id="16" name="Oval 15"/>
          <p:cNvSpPr/>
          <p:nvPr/>
        </p:nvSpPr>
        <p:spPr>
          <a:xfrm>
            <a:off x="7726679" y="296265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82711" y="2862072"/>
            <a:ext cx="39044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2 · Construtor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1" y="3136391"/>
            <a:ext cx="39044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Roda uma vez, quando Robot faz new RobotContainer().</a:t>
            </a:r>
          </a:p>
        </p:txBody>
      </p:sp>
      <p:sp>
        <p:nvSpPr>
          <p:cNvPr id="19" name="Oval 18"/>
          <p:cNvSpPr/>
          <p:nvPr/>
        </p:nvSpPr>
        <p:spPr>
          <a:xfrm>
            <a:off x="7726679" y="385876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82711" y="3758183"/>
            <a:ext cx="39044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3 · Instanciar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2711" y="4032503"/>
            <a:ext cx="39044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new = agora existe de verdade na memória.</a:t>
            </a:r>
          </a:p>
        </p:txBody>
      </p:sp>
      <p:sp>
        <p:nvSpPr>
          <p:cNvPr id="22" name="Oval 21"/>
          <p:cNvSpPr/>
          <p:nvPr/>
        </p:nvSpPr>
        <p:spPr>
          <a:xfrm>
            <a:off x="7726679" y="47548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82711" y="4654296"/>
            <a:ext cx="39044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4 · Default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2711" y="4928616"/>
            <a:ext cx="39044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Comando que roda quando o subsystem está livre.</a:t>
            </a:r>
          </a:p>
        </p:txBody>
      </p:sp>
      <p:sp>
        <p:nvSpPr>
          <p:cNvPr id="25" name="Oval 24"/>
          <p:cNvSpPr/>
          <p:nvPr/>
        </p:nvSpPr>
        <p:spPr>
          <a:xfrm>
            <a:off x="7726679" y="565099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82711" y="5550408"/>
            <a:ext cx="39044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5 · Bindings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1" y="5824728"/>
            <a:ext cx="39044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Botão → comando.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6096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SUBSYSTEM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Declaração de campos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OmniDrive — o dono do 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extends SubsystemBase: ganha periodic() de graça e entra no Scheduler.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6858000" cy="402336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40233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6309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frc/robot/subsystems/OmniDrive.java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6473952" cy="34381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1" i="0" dirty="0">
                <a:solidFill>
                  <a:srgbClr val="FF7AB6"/>
                </a:solidFill>
                <a:latin typeface="Consolas"/>
              </a:rPr>
              <a:t>public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250" b="1" i="0" dirty="0">
                <a:solidFill>
                  <a:srgbClr val="FF7AB6"/>
                </a:solidFill>
                <a:latin typeface="Consolas"/>
              </a:rPr>
              <a:t>class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 dirty="0" err="1">
                <a:solidFill>
                  <a:srgbClr val="7DD3FC"/>
                </a:solidFill>
                <a:latin typeface="Consolas"/>
              </a:rPr>
              <a:t>Omni</a:t>
            </a:r>
            <a:r>
              <a:rPr lang="en-US" sz="1250" b="0" i="0" dirty="0" err="1">
                <a:solidFill>
                  <a:srgbClr val="7DD3FC"/>
                </a:solidFill>
                <a:latin typeface="Consolas"/>
              </a:rPr>
              <a:t>Drive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250" b="1" i="0" dirty="0">
                <a:solidFill>
                  <a:srgbClr val="FF7AB6"/>
                </a:solidFill>
                <a:latin typeface="Consolas"/>
              </a:rPr>
              <a:t>extends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 dirty="0" err="1">
                <a:solidFill>
                  <a:srgbClr val="7DD3FC"/>
                </a:solidFill>
                <a:latin typeface="Consolas"/>
              </a:rPr>
              <a:t>SubsystemBase</a:t>
            </a:r>
            <a:endParaRPr sz="1250" b="0" i="0" dirty="0">
              <a:solidFill>
                <a:srgbClr val="7DD3FC"/>
              </a:solidFill>
              <a:latin typeface="Consolas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 dirty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1" dirty="0">
                <a:solidFill>
                  <a:srgbClr val="6B7F9B"/>
                </a:solidFill>
                <a:latin typeface="Consolas"/>
              </a:rPr>
              <a:t>    /** Motores */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 dirty="0">
                <a:solidFill>
                  <a:srgbClr val="DCE6F2"/>
                </a:solidFill>
                <a:latin typeface="Consolas"/>
              </a:rPr>
              <a:t>    </a:t>
            </a:r>
            <a:r>
              <a:rPr sz="1250" b="1" i="0" dirty="0">
                <a:solidFill>
                  <a:srgbClr val="FF7AB6"/>
                </a:solidFill>
                <a:latin typeface="Consolas"/>
              </a:rPr>
              <a:t>private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 dirty="0">
                <a:solidFill>
                  <a:srgbClr val="7DD3FC"/>
                </a:solidFill>
                <a:latin typeface="Consolas"/>
              </a:rPr>
              <a:t>Titan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 dirty="0" err="1">
                <a:solidFill>
                  <a:srgbClr val="DCE6F2"/>
                </a:solidFill>
                <a:latin typeface="Consolas"/>
              </a:rPr>
              <a:t>titan</a:t>
            </a:r>
            <a:r>
              <a:rPr sz="1250" b="0" i="0" dirty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 dirty="0">
                <a:solidFill>
                  <a:srgbClr val="DCE6F2"/>
                </a:solidFill>
                <a:latin typeface="Consolas"/>
              </a:rPr>
              <a:t>    </a:t>
            </a:r>
            <a:r>
              <a:rPr sz="1250" b="1" i="0" dirty="0">
                <a:solidFill>
                  <a:srgbClr val="FF7AB6"/>
                </a:solidFill>
                <a:latin typeface="Consolas"/>
              </a:rPr>
              <a:t>private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 dirty="0" err="1">
                <a:solidFill>
                  <a:srgbClr val="7DD3FC"/>
                </a:solidFill>
                <a:latin typeface="Consolas"/>
              </a:rPr>
              <a:t>Titan</a:t>
            </a:r>
            <a:r>
              <a:rPr sz="1250" b="0" i="0" dirty="0" err="1">
                <a:solidFill>
                  <a:srgbClr val="9FB3CC"/>
                </a:solidFill>
                <a:latin typeface="Consolas"/>
              </a:rPr>
              <a:t>.</a:t>
            </a:r>
            <a:r>
              <a:rPr sz="1250" b="0" i="0" dirty="0" err="1">
                <a:solidFill>
                  <a:srgbClr val="7DD3FC"/>
                </a:solidFill>
                <a:latin typeface="Consolas"/>
              </a:rPr>
              <a:t>Motor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motor1</a:t>
            </a:r>
            <a:r>
              <a:rPr sz="1250" b="0" i="0" dirty="0">
                <a:solidFill>
                  <a:srgbClr val="9FB3CC"/>
                </a:solidFill>
                <a:latin typeface="Consolas"/>
              </a:rPr>
              <a:t>;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  </a:t>
            </a:r>
            <a:r>
              <a:rPr sz="1250" b="0" i="1" dirty="0">
                <a:solidFill>
                  <a:srgbClr val="6B7F9B"/>
                </a:solidFill>
                <a:latin typeface="Consolas"/>
              </a:rPr>
              <a:t>// </a:t>
            </a:r>
            <a:r>
              <a:rPr sz="1250" b="0" i="1" dirty="0" err="1">
                <a:solidFill>
                  <a:srgbClr val="6B7F9B"/>
                </a:solidFill>
                <a:latin typeface="Consolas"/>
              </a:rPr>
              <a:t>direito</a:t>
            </a:r>
            <a:endParaRPr sz="1250" b="0" i="1" dirty="0">
              <a:solidFill>
                <a:srgbClr val="6B7F9B"/>
              </a:solidFill>
              <a:latin typeface="Consolas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 dirty="0">
                <a:solidFill>
                  <a:srgbClr val="DCE6F2"/>
                </a:solidFill>
                <a:latin typeface="Consolas"/>
              </a:rPr>
              <a:t>    </a:t>
            </a:r>
            <a:r>
              <a:rPr sz="1250" b="1" i="0" dirty="0">
                <a:solidFill>
                  <a:srgbClr val="FF7AB6"/>
                </a:solidFill>
                <a:latin typeface="Consolas"/>
              </a:rPr>
              <a:t>private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 dirty="0" err="1">
                <a:solidFill>
                  <a:srgbClr val="7DD3FC"/>
                </a:solidFill>
                <a:latin typeface="Consolas"/>
              </a:rPr>
              <a:t>Titan</a:t>
            </a:r>
            <a:r>
              <a:rPr sz="1250" b="0" i="0" dirty="0" err="1">
                <a:solidFill>
                  <a:srgbClr val="9FB3CC"/>
                </a:solidFill>
                <a:latin typeface="Consolas"/>
              </a:rPr>
              <a:t>.</a:t>
            </a:r>
            <a:r>
              <a:rPr sz="1250" b="0" i="0" dirty="0" err="1">
                <a:solidFill>
                  <a:srgbClr val="7DD3FC"/>
                </a:solidFill>
                <a:latin typeface="Consolas"/>
              </a:rPr>
              <a:t>Motor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motor2</a:t>
            </a:r>
            <a:r>
              <a:rPr sz="1250" b="0" i="0" dirty="0">
                <a:solidFill>
                  <a:srgbClr val="9FB3CC"/>
                </a:solidFill>
                <a:latin typeface="Consolas"/>
              </a:rPr>
              <a:t>;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  </a:t>
            </a:r>
            <a:r>
              <a:rPr sz="1250" b="0" i="1" dirty="0">
                <a:solidFill>
                  <a:srgbClr val="6B7F9B"/>
                </a:solidFill>
                <a:latin typeface="Consolas"/>
              </a:rPr>
              <a:t>// </a:t>
            </a:r>
            <a:r>
              <a:rPr sz="1250" b="0" i="1" dirty="0" err="1">
                <a:solidFill>
                  <a:srgbClr val="6B7F9B"/>
                </a:solidFill>
                <a:latin typeface="Consolas"/>
              </a:rPr>
              <a:t>traseiro</a:t>
            </a:r>
            <a:endParaRPr sz="1250" b="0" i="1" dirty="0">
              <a:solidFill>
                <a:srgbClr val="6B7F9B"/>
              </a:solidFill>
              <a:latin typeface="Consolas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 dirty="0">
                <a:solidFill>
                  <a:srgbClr val="DCE6F2"/>
                </a:solidFill>
                <a:latin typeface="Consolas"/>
              </a:rPr>
              <a:t>    </a:t>
            </a:r>
            <a:r>
              <a:rPr sz="1250" b="1" i="0" dirty="0">
                <a:solidFill>
                  <a:srgbClr val="FF7AB6"/>
                </a:solidFill>
                <a:latin typeface="Consolas"/>
              </a:rPr>
              <a:t>private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 dirty="0" err="1">
                <a:solidFill>
                  <a:srgbClr val="7DD3FC"/>
                </a:solidFill>
                <a:latin typeface="Consolas"/>
              </a:rPr>
              <a:t>Titan</a:t>
            </a:r>
            <a:r>
              <a:rPr sz="1250" b="0" i="0" dirty="0" err="1">
                <a:solidFill>
                  <a:srgbClr val="9FB3CC"/>
                </a:solidFill>
                <a:latin typeface="Consolas"/>
              </a:rPr>
              <a:t>.</a:t>
            </a:r>
            <a:r>
              <a:rPr sz="1250" b="0" i="0" dirty="0" err="1">
                <a:solidFill>
                  <a:srgbClr val="7DD3FC"/>
                </a:solidFill>
                <a:latin typeface="Consolas"/>
              </a:rPr>
              <a:t>Motor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motor3</a:t>
            </a:r>
            <a:r>
              <a:rPr sz="1250" b="0" i="0" dirty="0">
                <a:solidFill>
                  <a:srgbClr val="9FB3CC"/>
                </a:solidFill>
                <a:latin typeface="Consolas"/>
              </a:rPr>
              <a:t>;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  </a:t>
            </a:r>
            <a:r>
              <a:rPr sz="1250" b="0" i="1" dirty="0">
                <a:solidFill>
                  <a:srgbClr val="6B7F9B"/>
                </a:solidFill>
                <a:latin typeface="Consolas"/>
              </a:rPr>
              <a:t>// </a:t>
            </a:r>
            <a:r>
              <a:rPr sz="1250" b="0" i="1" dirty="0" err="1">
                <a:solidFill>
                  <a:srgbClr val="6B7F9B"/>
                </a:solidFill>
                <a:latin typeface="Consolas"/>
              </a:rPr>
              <a:t>esquerdo</a:t>
            </a:r>
            <a:endParaRPr sz="1250" b="0" i="1" dirty="0">
              <a:solidFill>
                <a:srgbClr val="6B7F9B"/>
              </a:solidFill>
              <a:latin typeface="Consolas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dirty="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1" dirty="0">
                <a:solidFill>
                  <a:srgbClr val="6B7F9B"/>
                </a:solidFill>
                <a:latin typeface="Consolas"/>
              </a:rPr>
              <a:t>    /** Encoders */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 dirty="0">
                <a:solidFill>
                  <a:srgbClr val="DCE6F2"/>
                </a:solidFill>
                <a:latin typeface="Consolas"/>
              </a:rPr>
              <a:t>    </a:t>
            </a:r>
            <a:r>
              <a:rPr sz="1250" b="1" i="0" dirty="0">
                <a:solidFill>
                  <a:srgbClr val="FF7AB6"/>
                </a:solidFill>
                <a:latin typeface="Consolas"/>
              </a:rPr>
              <a:t>private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250" b="1" i="0" dirty="0">
                <a:solidFill>
                  <a:srgbClr val="FF7AB6"/>
                </a:solidFill>
                <a:latin typeface="Consolas"/>
              </a:rPr>
              <a:t>final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 dirty="0">
                <a:solidFill>
                  <a:srgbClr val="7DD3FC"/>
                </a:solidFill>
                <a:latin typeface="Consolas"/>
              </a:rPr>
              <a:t>Encoder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encoderMotor1</a:t>
            </a:r>
            <a:r>
              <a:rPr sz="1250" b="0" i="0" dirty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 dirty="0">
                <a:solidFill>
                  <a:srgbClr val="DCE6F2"/>
                </a:solidFill>
                <a:latin typeface="Consolas"/>
              </a:rPr>
              <a:t>    </a:t>
            </a:r>
            <a:r>
              <a:rPr sz="1250" b="1" i="0" dirty="0">
                <a:solidFill>
                  <a:srgbClr val="FF7AB6"/>
                </a:solidFill>
                <a:latin typeface="Consolas"/>
              </a:rPr>
              <a:t>private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250" b="1" i="0" dirty="0">
                <a:solidFill>
                  <a:srgbClr val="FF7AB6"/>
                </a:solidFill>
                <a:latin typeface="Consolas"/>
              </a:rPr>
              <a:t>final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 dirty="0">
                <a:solidFill>
                  <a:srgbClr val="7DD3FC"/>
                </a:solidFill>
                <a:latin typeface="Consolas"/>
              </a:rPr>
              <a:t>Encoder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encoderMotor2</a:t>
            </a:r>
            <a:r>
              <a:rPr sz="1250" b="0" i="0" dirty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 dirty="0">
                <a:solidFill>
                  <a:srgbClr val="DCE6F2"/>
                </a:solidFill>
                <a:latin typeface="Consolas"/>
              </a:rPr>
              <a:t>    </a:t>
            </a:r>
            <a:r>
              <a:rPr sz="1250" b="1" i="0" dirty="0">
                <a:solidFill>
                  <a:srgbClr val="FF7AB6"/>
                </a:solidFill>
                <a:latin typeface="Consolas"/>
              </a:rPr>
              <a:t>private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250" b="1" i="0" dirty="0">
                <a:solidFill>
                  <a:srgbClr val="FF7AB6"/>
                </a:solidFill>
                <a:latin typeface="Consolas"/>
              </a:rPr>
              <a:t>final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 dirty="0">
                <a:solidFill>
                  <a:srgbClr val="7DD3FC"/>
                </a:solidFill>
                <a:latin typeface="Consolas"/>
              </a:rPr>
              <a:t>Encoder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encoderMotor3</a:t>
            </a:r>
            <a:r>
              <a:rPr sz="1250" b="0" i="0" dirty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dirty="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1" dirty="0">
                <a:solidFill>
                  <a:srgbClr val="6B7F9B"/>
                </a:solidFill>
                <a:latin typeface="Consolas"/>
              </a:rPr>
              <a:t>    /** </a:t>
            </a:r>
            <a:r>
              <a:rPr sz="1250" b="0" i="1" dirty="0" err="1">
                <a:solidFill>
                  <a:srgbClr val="6B7F9B"/>
                </a:solidFill>
                <a:latin typeface="Consolas"/>
              </a:rPr>
              <a:t>Sensores</a:t>
            </a:r>
            <a:r>
              <a:rPr sz="1250" b="0" i="1" dirty="0">
                <a:solidFill>
                  <a:srgbClr val="6B7F9B"/>
                </a:solidFill>
                <a:latin typeface="Consolas"/>
              </a:rPr>
              <a:t> */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 b="0" i="0" dirty="0">
                <a:solidFill>
                  <a:srgbClr val="DCE6F2"/>
                </a:solidFill>
                <a:latin typeface="Consolas"/>
              </a:rPr>
              <a:t>    </a:t>
            </a:r>
            <a:r>
              <a:rPr sz="1250" b="1" i="0" dirty="0">
                <a:solidFill>
                  <a:srgbClr val="FF7AB6"/>
                </a:solidFill>
                <a:latin typeface="Consolas"/>
              </a:rPr>
              <a:t>private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 dirty="0">
                <a:solidFill>
                  <a:srgbClr val="7DD3FC"/>
                </a:solidFill>
                <a:latin typeface="Consolas"/>
              </a:rPr>
              <a:t>AHRS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250" b="0" i="0" dirty="0" err="1">
                <a:solidFill>
                  <a:srgbClr val="DCE6F2"/>
                </a:solidFill>
                <a:latin typeface="Consolas"/>
              </a:rPr>
              <a:t>navX</a:t>
            </a:r>
            <a:r>
              <a:rPr sz="1250" b="0" i="0" dirty="0">
                <a:solidFill>
                  <a:srgbClr val="9FB3CC"/>
                </a:solidFill>
                <a:latin typeface="Consolas"/>
              </a:rPr>
              <a:t>;</a:t>
            </a:r>
            <a:r>
              <a:rPr sz="1250" b="0" i="0" dirty="0">
                <a:solidFill>
                  <a:srgbClr val="DCE6F2"/>
                </a:solidFill>
                <a:latin typeface="Consolas"/>
              </a:rPr>
              <a:t>             </a:t>
            </a:r>
            <a:r>
              <a:rPr sz="1250" b="0" i="1" dirty="0">
                <a:solidFill>
                  <a:srgbClr val="6B7F9B"/>
                </a:solidFill>
                <a:latin typeface="Consolas"/>
              </a:rPr>
              <a:t>// </a:t>
            </a:r>
            <a:r>
              <a:rPr sz="1250" b="0" i="1" dirty="0" err="1">
                <a:solidFill>
                  <a:srgbClr val="6B7F9B"/>
                </a:solidFill>
                <a:latin typeface="Consolas"/>
              </a:rPr>
              <a:t>giroscopio</a:t>
            </a:r>
            <a:endParaRPr sz="1250" b="0" i="1" dirty="0">
              <a:solidFill>
                <a:srgbClr val="6B7F9B"/>
              </a:solidFill>
              <a:latin typeface="Consola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06640" y="1920240"/>
            <a:ext cx="4434840" cy="123444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06640" y="1920240"/>
            <a:ext cx="4434840" cy="5029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07808" y="2121408"/>
            <a:ext cx="4069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472B6"/>
                </a:solidFill>
                <a:latin typeface="Segoe UI"/>
              </a:rPr>
              <a:t>PRIVATE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2432304"/>
            <a:ext cx="406907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Ninguém fora da classe toca no motor.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Acesso só pelos métodos públicos.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3291840"/>
            <a:ext cx="4434840" cy="123444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06640" y="3291840"/>
            <a:ext cx="4434840" cy="502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07808" y="3493008"/>
            <a:ext cx="4069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34D399"/>
                </a:solidFill>
                <a:latin typeface="Segoe UI"/>
              </a:rPr>
              <a:t>FINAL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3803904"/>
            <a:ext cx="406907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Depois de atribuído no construtor,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nunca mais aponta para outro Encoder.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4663440"/>
            <a:ext cx="4434840" cy="123444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06640" y="4663440"/>
            <a:ext cx="4434840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07808" y="4864607"/>
            <a:ext cx="4069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A78BFA"/>
                </a:solidFill>
                <a:latin typeface="Segoe UI"/>
              </a:rPr>
              <a:t>TITAN.MOTOR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5175504"/>
            <a:ext cx="406907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Classe interna (nested): um Motor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sempre pertence a um Titan.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SUBSYSTEM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Construtor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 construtor: a linha de montagem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Roda uma única vez. Transforma a lista de peças em hardware vivo.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7315200" cy="42062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4206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6766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OmniDrive() — construtor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6931152" cy="3621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1" i="0" dirty="0">
                <a:solidFill>
                  <a:srgbClr val="FF7AB6"/>
                </a:solidFill>
                <a:latin typeface="Consolas"/>
              </a:rPr>
              <a:t>public</a:t>
            </a:r>
            <a:r>
              <a:rPr sz="110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 dirty="0" err="1">
                <a:solidFill>
                  <a:srgbClr val="7DD3FC"/>
                </a:solidFill>
                <a:latin typeface="Consolas"/>
              </a:rPr>
              <a:t>Omni</a:t>
            </a:r>
            <a:r>
              <a:rPr lang="en-US" sz="1100" b="0" i="0" dirty="0" err="1">
                <a:solidFill>
                  <a:srgbClr val="7DD3FC"/>
                </a:solidFill>
                <a:latin typeface="Consolas"/>
              </a:rPr>
              <a:t>Drive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()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 dirty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1" dirty="0">
                <a:solidFill>
                  <a:srgbClr val="6B7F9B"/>
                </a:solidFill>
                <a:latin typeface="Consolas"/>
              </a:rPr>
              <a:t>    // 1. Um Titan, </a:t>
            </a:r>
            <a:r>
              <a:rPr sz="1100" b="0" i="1" dirty="0" err="1">
                <a:solidFill>
                  <a:srgbClr val="6B7F9B"/>
                </a:solidFill>
                <a:latin typeface="Consolas"/>
              </a:rPr>
              <a:t>tres</a:t>
            </a:r>
            <a:r>
              <a:rPr sz="1100" b="0" i="1" dirty="0">
                <a:solidFill>
                  <a:srgbClr val="6B7F9B"/>
                </a:solidFill>
                <a:latin typeface="Consolas"/>
              </a:rPr>
              <a:t> </a:t>
            </a:r>
            <a:r>
              <a:rPr sz="1100" b="0" i="1" dirty="0" err="1">
                <a:solidFill>
                  <a:srgbClr val="6B7F9B"/>
                </a:solidFill>
                <a:latin typeface="Consolas"/>
              </a:rPr>
              <a:t>motores</a:t>
            </a:r>
            <a:r>
              <a:rPr sz="1100" b="0" i="1" dirty="0">
                <a:solidFill>
                  <a:srgbClr val="6B7F9B"/>
                </a:solidFill>
                <a:latin typeface="Consolas"/>
              </a:rPr>
              <a:t> </a:t>
            </a:r>
            <a:r>
              <a:rPr sz="1100" b="0" i="1" dirty="0" err="1">
                <a:solidFill>
                  <a:srgbClr val="6B7F9B"/>
                </a:solidFill>
                <a:latin typeface="Consolas"/>
              </a:rPr>
              <a:t>retirados</a:t>
            </a:r>
            <a:r>
              <a:rPr sz="1100" b="0" i="1" dirty="0">
                <a:solidFill>
                  <a:srgbClr val="6B7F9B"/>
                </a:solidFill>
                <a:latin typeface="Consolas"/>
              </a:rPr>
              <a:t> dele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 dirty="0">
                <a:solidFill>
                  <a:srgbClr val="DCE6F2"/>
                </a:solidFill>
                <a:latin typeface="Consolas"/>
              </a:rPr>
              <a:t>    titan  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=</a:t>
            </a:r>
            <a:r>
              <a:rPr sz="110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100" b="1" i="0" dirty="0">
                <a:solidFill>
                  <a:srgbClr val="FF7AB6"/>
                </a:solidFill>
                <a:latin typeface="Consolas"/>
              </a:rPr>
              <a:t>new</a:t>
            </a:r>
            <a:r>
              <a:rPr sz="110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 dirty="0">
                <a:solidFill>
                  <a:srgbClr val="7DD3FC"/>
                </a:solidFill>
                <a:latin typeface="Consolas"/>
              </a:rPr>
              <a:t>Titan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(</a:t>
            </a:r>
            <a:r>
              <a:rPr sz="1100" b="0" i="0" dirty="0" err="1">
                <a:solidFill>
                  <a:srgbClr val="7DD3FC"/>
                </a:solidFill>
                <a:latin typeface="Consolas"/>
              </a:rPr>
              <a:t>Constants</a:t>
            </a:r>
            <a:r>
              <a:rPr sz="1100" b="0" i="0" dirty="0" err="1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 dirty="0" err="1">
                <a:solidFill>
                  <a:srgbClr val="7DD3FC"/>
                </a:solidFill>
                <a:latin typeface="Consolas"/>
              </a:rPr>
              <a:t>TITAN_ID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 dirty="0">
                <a:solidFill>
                  <a:srgbClr val="DCE6F2"/>
                </a:solidFill>
                <a:latin typeface="Consolas"/>
              </a:rPr>
              <a:t>    motor1 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=</a:t>
            </a:r>
            <a:r>
              <a:rPr sz="110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 dirty="0" err="1">
                <a:solidFill>
                  <a:srgbClr val="DCE6F2"/>
                </a:solidFill>
                <a:latin typeface="Consolas"/>
              </a:rPr>
              <a:t>titan</a:t>
            </a:r>
            <a:r>
              <a:rPr sz="1100" b="0" i="0" dirty="0" err="1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 dirty="0" err="1">
                <a:solidFill>
                  <a:srgbClr val="FDE68A"/>
                </a:solidFill>
                <a:latin typeface="Consolas"/>
              </a:rPr>
              <a:t>getMotor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(</a:t>
            </a:r>
            <a:r>
              <a:rPr sz="1100" b="0" i="0" dirty="0">
                <a:solidFill>
                  <a:srgbClr val="7DD3FC"/>
                </a:solidFill>
                <a:latin typeface="Consolas"/>
              </a:rPr>
              <a:t>Constants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 dirty="0">
                <a:solidFill>
                  <a:srgbClr val="7DD3FC"/>
                </a:solidFill>
                <a:latin typeface="Consolas"/>
              </a:rPr>
              <a:t>M1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 dirty="0">
                <a:solidFill>
                  <a:srgbClr val="DCE6F2"/>
                </a:solidFill>
                <a:latin typeface="Consolas"/>
              </a:rPr>
              <a:t>    motor2 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=</a:t>
            </a:r>
            <a:r>
              <a:rPr sz="110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 dirty="0" err="1">
                <a:solidFill>
                  <a:srgbClr val="DCE6F2"/>
                </a:solidFill>
                <a:latin typeface="Consolas"/>
              </a:rPr>
              <a:t>titan</a:t>
            </a:r>
            <a:r>
              <a:rPr sz="1100" b="0" i="0" dirty="0" err="1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 dirty="0" err="1">
                <a:solidFill>
                  <a:srgbClr val="FDE68A"/>
                </a:solidFill>
                <a:latin typeface="Consolas"/>
              </a:rPr>
              <a:t>getMotor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(</a:t>
            </a:r>
            <a:r>
              <a:rPr sz="1100" b="0" i="0" dirty="0">
                <a:solidFill>
                  <a:srgbClr val="7DD3FC"/>
                </a:solidFill>
                <a:latin typeface="Consolas"/>
              </a:rPr>
              <a:t>Constants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 dirty="0">
                <a:solidFill>
                  <a:srgbClr val="7DD3FC"/>
                </a:solidFill>
                <a:latin typeface="Consolas"/>
              </a:rPr>
              <a:t>M2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 dirty="0">
                <a:solidFill>
                  <a:srgbClr val="DCE6F2"/>
                </a:solidFill>
                <a:latin typeface="Consolas"/>
              </a:rPr>
              <a:t>    motor3 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=</a:t>
            </a:r>
            <a:r>
              <a:rPr sz="110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 dirty="0" err="1">
                <a:solidFill>
                  <a:srgbClr val="DCE6F2"/>
                </a:solidFill>
                <a:latin typeface="Consolas"/>
              </a:rPr>
              <a:t>titan</a:t>
            </a:r>
            <a:r>
              <a:rPr sz="1100" b="0" i="0" dirty="0" err="1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 dirty="0" err="1">
                <a:solidFill>
                  <a:srgbClr val="FDE68A"/>
                </a:solidFill>
                <a:latin typeface="Consolas"/>
              </a:rPr>
              <a:t>getMotor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(</a:t>
            </a:r>
            <a:r>
              <a:rPr sz="1100" b="0" i="0" dirty="0">
                <a:solidFill>
                  <a:srgbClr val="7DD3FC"/>
                </a:solidFill>
                <a:latin typeface="Consolas"/>
              </a:rPr>
              <a:t>Constants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 dirty="0">
                <a:solidFill>
                  <a:srgbClr val="7DD3FC"/>
                </a:solidFill>
                <a:latin typeface="Consolas"/>
              </a:rPr>
              <a:t>M3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dirty="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1" dirty="0">
                <a:solidFill>
                  <a:srgbClr val="6B7F9B"/>
                </a:solidFill>
                <a:latin typeface="Consolas"/>
              </a:rPr>
              <a:t>    // 2. Encoders: porta A, porta B, </a:t>
            </a:r>
            <a:r>
              <a:rPr sz="1100" b="0" i="1" dirty="0" err="1">
                <a:solidFill>
                  <a:srgbClr val="6B7F9B"/>
                </a:solidFill>
                <a:latin typeface="Consolas"/>
              </a:rPr>
              <a:t>invertido</a:t>
            </a:r>
            <a:r>
              <a:rPr sz="1100" b="0" i="1" dirty="0">
                <a:solidFill>
                  <a:srgbClr val="6B7F9B"/>
                </a:solidFill>
                <a:latin typeface="Consolas"/>
              </a:rPr>
              <a:t>?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 dirty="0">
                <a:solidFill>
                  <a:srgbClr val="DCE6F2"/>
                </a:solidFill>
                <a:latin typeface="Consolas"/>
              </a:rPr>
              <a:t>    encoderMotor1 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=</a:t>
            </a:r>
            <a:r>
              <a:rPr sz="110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100" b="1" i="0" dirty="0">
                <a:solidFill>
                  <a:srgbClr val="FF7AB6"/>
                </a:solidFill>
                <a:latin typeface="Consolas"/>
              </a:rPr>
              <a:t>new</a:t>
            </a:r>
            <a:r>
              <a:rPr sz="110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 dirty="0">
                <a:solidFill>
                  <a:srgbClr val="7DD3FC"/>
                </a:solidFill>
                <a:latin typeface="Consolas"/>
              </a:rPr>
              <a:t>Encoder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(</a:t>
            </a:r>
            <a:r>
              <a:rPr sz="1100" b="0" i="0" dirty="0">
                <a:solidFill>
                  <a:srgbClr val="7DD3FC"/>
                </a:solidFill>
                <a:latin typeface="Consolas"/>
              </a:rPr>
              <a:t>Constants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 dirty="0">
                <a:solidFill>
                  <a:srgbClr val="DCE6F2"/>
                </a:solidFill>
                <a:latin typeface="Consolas"/>
              </a:rPr>
              <a:t>kMotor1tEncoderPortA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 dirty="0">
                <a:solidFill>
                  <a:srgbClr val="DCE6F2"/>
                </a:solidFill>
                <a:latin typeface="Consolas"/>
              </a:rPr>
              <a:t>                                </a:t>
            </a:r>
            <a:r>
              <a:rPr sz="1100" b="0" i="0" dirty="0">
                <a:solidFill>
                  <a:srgbClr val="7DD3FC"/>
                </a:solidFill>
                <a:latin typeface="Consolas"/>
              </a:rPr>
              <a:t>Constants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 dirty="0">
                <a:solidFill>
                  <a:srgbClr val="DCE6F2"/>
                </a:solidFill>
                <a:latin typeface="Consolas"/>
              </a:rPr>
              <a:t>kMotor1tEncoderPortB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 dirty="0">
                <a:solidFill>
                  <a:srgbClr val="DCE6F2"/>
                </a:solidFill>
                <a:latin typeface="Consolas"/>
              </a:rPr>
              <a:t>                                </a:t>
            </a:r>
            <a:r>
              <a:rPr sz="1100" b="0" i="0" dirty="0">
                <a:solidFill>
                  <a:srgbClr val="7DD3FC"/>
                </a:solidFill>
                <a:latin typeface="Consolas"/>
              </a:rPr>
              <a:t>Constants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 dirty="0">
                <a:solidFill>
                  <a:srgbClr val="DCE6F2"/>
                </a:solidFill>
                <a:latin typeface="Consolas"/>
              </a:rPr>
              <a:t>kMotor1EncoderReversed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dirty="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1" dirty="0">
                <a:solidFill>
                  <a:srgbClr val="6B7F9B"/>
                </a:solidFill>
                <a:latin typeface="Consolas"/>
              </a:rPr>
              <a:t>    // 3. </a:t>
            </a:r>
            <a:r>
              <a:rPr sz="1100" b="0" i="1" dirty="0" err="1">
                <a:solidFill>
                  <a:srgbClr val="6B7F9B"/>
                </a:solidFill>
                <a:latin typeface="Consolas"/>
              </a:rPr>
              <a:t>Calibracao</a:t>
            </a:r>
            <a:r>
              <a:rPr sz="1100" b="0" i="1" dirty="0">
                <a:solidFill>
                  <a:srgbClr val="6B7F9B"/>
                </a:solidFill>
                <a:latin typeface="Consolas"/>
              </a:rPr>
              <a:t>: </a:t>
            </a:r>
            <a:r>
              <a:rPr sz="1100" b="0" i="1" dirty="0" err="1">
                <a:solidFill>
                  <a:srgbClr val="6B7F9B"/>
                </a:solidFill>
                <a:latin typeface="Consolas"/>
              </a:rPr>
              <a:t>cada</a:t>
            </a:r>
            <a:r>
              <a:rPr sz="1100" b="0" i="1" dirty="0">
                <a:solidFill>
                  <a:srgbClr val="6B7F9B"/>
                </a:solidFill>
                <a:latin typeface="Consolas"/>
              </a:rPr>
              <a:t> </a:t>
            </a:r>
            <a:r>
              <a:rPr sz="1100" b="0" i="1" dirty="0" err="1">
                <a:solidFill>
                  <a:srgbClr val="6B7F9B"/>
                </a:solidFill>
                <a:latin typeface="Consolas"/>
              </a:rPr>
              <a:t>pulso</a:t>
            </a:r>
            <a:r>
              <a:rPr sz="1100" b="0" i="1" dirty="0">
                <a:solidFill>
                  <a:srgbClr val="6B7F9B"/>
                </a:solidFill>
                <a:latin typeface="Consolas"/>
              </a:rPr>
              <a:t> vale </a:t>
            </a:r>
            <a:r>
              <a:rPr sz="1100" b="0" i="1" dirty="0" err="1">
                <a:solidFill>
                  <a:srgbClr val="6B7F9B"/>
                </a:solidFill>
                <a:latin typeface="Consolas"/>
              </a:rPr>
              <a:t>quantos</a:t>
            </a:r>
            <a:r>
              <a:rPr sz="1100" b="0" i="1" dirty="0">
                <a:solidFill>
                  <a:srgbClr val="6B7F9B"/>
                </a:solidFill>
                <a:latin typeface="Consolas"/>
              </a:rPr>
              <a:t> mm?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 dirty="0">
                <a:solidFill>
                  <a:srgbClr val="DCE6F2"/>
                </a:solidFill>
                <a:latin typeface="Consolas"/>
              </a:rPr>
              <a:t>    encoderMotor1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 dirty="0">
                <a:solidFill>
                  <a:srgbClr val="FDE68A"/>
                </a:solidFill>
                <a:latin typeface="Consolas"/>
              </a:rPr>
              <a:t>setDistancePerPulse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(</a:t>
            </a:r>
            <a:r>
              <a:rPr sz="1100" b="0" i="0" dirty="0" err="1">
                <a:solidFill>
                  <a:srgbClr val="7DD3FC"/>
                </a:solidFill>
                <a:latin typeface="Consolas"/>
              </a:rPr>
              <a:t>Constants</a:t>
            </a:r>
            <a:r>
              <a:rPr sz="1100" b="0" i="0" dirty="0" err="1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 dirty="0" err="1">
                <a:solidFill>
                  <a:srgbClr val="DCE6F2"/>
                </a:solidFill>
                <a:latin typeface="Consolas"/>
              </a:rPr>
              <a:t>wheelDistPerTick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dirty="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1" dirty="0">
                <a:solidFill>
                  <a:srgbClr val="6B7F9B"/>
                </a:solidFill>
                <a:latin typeface="Consolas"/>
              </a:rPr>
              <a:t>    // 4. </a:t>
            </a:r>
            <a:r>
              <a:rPr sz="1100" b="0" i="1" dirty="0" err="1">
                <a:solidFill>
                  <a:srgbClr val="6B7F9B"/>
                </a:solidFill>
                <a:latin typeface="Consolas"/>
              </a:rPr>
              <a:t>Giroscopio</a:t>
            </a:r>
            <a:r>
              <a:rPr sz="1100" b="0" i="1" dirty="0">
                <a:solidFill>
                  <a:srgbClr val="6B7F9B"/>
                </a:solidFill>
                <a:latin typeface="Consolas"/>
              </a:rPr>
              <a:t> no </a:t>
            </a:r>
            <a:r>
              <a:rPr sz="1100" b="0" i="1" dirty="0" err="1">
                <a:solidFill>
                  <a:srgbClr val="6B7F9B"/>
                </a:solidFill>
                <a:latin typeface="Consolas"/>
              </a:rPr>
              <a:t>barramento</a:t>
            </a:r>
            <a:r>
              <a:rPr sz="1100" b="0" i="1" dirty="0">
                <a:solidFill>
                  <a:srgbClr val="6B7F9B"/>
                </a:solidFill>
                <a:latin typeface="Consolas"/>
              </a:rPr>
              <a:t> SPI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 dirty="0">
                <a:solidFill>
                  <a:srgbClr val="DCE6F2"/>
                </a:solidFill>
                <a:latin typeface="Consolas"/>
              </a:rPr>
              <a:t>    </a:t>
            </a:r>
            <a:r>
              <a:rPr sz="1100" b="0" i="0" dirty="0" err="1">
                <a:solidFill>
                  <a:srgbClr val="DCE6F2"/>
                </a:solidFill>
                <a:latin typeface="Consolas"/>
              </a:rPr>
              <a:t>navX</a:t>
            </a:r>
            <a:r>
              <a:rPr sz="110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=</a:t>
            </a:r>
            <a:r>
              <a:rPr sz="110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100" b="1" i="0" dirty="0">
                <a:solidFill>
                  <a:srgbClr val="FF7AB6"/>
                </a:solidFill>
                <a:latin typeface="Consolas"/>
              </a:rPr>
              <a:t>new</a:t>
            </a:r>
            <a:r>
              <a:rPr sz="1100" b="0" i="0" dirty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 dirty="0">
                <a:solidFill>
                  <a:srgbClr val="7DD3FC"/>
                </a:solidFill>
                <a:latin typeface="Consolas"/>
              </a:rPr>
              <a:t>AHRS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(</a:t>
            </a:r>
            <a:r>
              <a:rPr sz="1100" b="0" i="0" dirty="0" err="1">
                <a:solidFill>
                  <a:srgbClr val="7DD3FC"/>
                </a:solidFill>
                <a:latin typeface="Consolas"/>
              </a:rPr>
              <a:t>SPI</a:t>
            </a:r>
            <a:r>
              <a:rPr sz="1100" b="0" i="0" dirty="0" err="1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 dirty="0" err="1">
                <a:solidFill>
                  <a:srgbClr val="7DD3FC"/>
                </a:solidFill>
                <a:latin typeface="Consolas"/>
              </a:rPr>
              <a:t>Port</a:t>
            </a:r>
            <a:r>
              <a:rPr sz="1100" b="0" i="0" dirty="0" err="1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 dirty="0" err="1">
                <a:solidFill>
                  <a:srgbClr val="DCE6F2"/>
                </a:solidFill>
                <a:latin typeface="Consolas"/>
              </a:rPr>
              <a:t>kMXP</a:t>
            </a:r>
            <a:r>
              <a:rPr sz="1100" b="0" i="0" dirty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 dirty="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2203703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19871" y="2103120"/>
            <a:ext cx="3767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Mesmo nome da classe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1" y="2377439"/>
            <a:ext cx="3767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OmniDrive() dentro de class OmniDrive.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0" y="3136391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9871" y="3035808"/>
            <a:ext cx="3767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Sem tipo de retorno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1" y="3310127"/>
            <a:ext cx="3767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Não é void. É nada. Ele devolve o próprio objeto.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0" y="4069080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19871" y="3968496"/>
            <a:ext cx="3767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Chamado pelo new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1" y="4242816"/>
            <a:ext cx="3767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new OmniDrive() = aloca + roda o construtor.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0" y="500176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19871" y="4901183"/>
            <a:ext cx="3767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Só montagem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1" y="5175503"/>
            <a:ext cx="3767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Nada de lógica de jogo aqui.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5074920"/>
            <a:ext cx="3995928" cy="118872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863840" y="5074920"/>
            <a:ext cx="54864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5257800"/>
            <a:ext cx="34472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59E0B"/>
                </a:solidFill>
                <a:latin typeface="Segoe UI"/>
              </a:rPr>
              <a:t>→  CONSTANTS AO RESGATE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605272"/>
            <a:ext cx="344728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Nenhum número solto no construtor. Trocou a porta do encoder? Um arquivo, uma linha.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SUBSYSTEM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periodic()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periodic() — o olho do subsystem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Chamado pelo Scheduler a cada 20 ms, independente de qualquer comando.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6492240" cy="301752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30175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943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OmniDrive.periodic()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6108192" cy="2432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1" i="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periodic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    // Telemetria: so LER e PUBLICAR, nunca decidir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SmartDashboard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putNumber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50" b="0" i="0">
                <a:solidFill>
                  <a:srgbClr val="86EFAC"/>
                </a:solidFill>
                <a:latin typeface="Consolas"/>
              </a:rPr>
              <a:t>"Robot Heading"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,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getYaw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());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SmartDashboard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putNumber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50" b="0" i="0">
                <a:solidFill>
                  <a:srgbClr val="86EFAC"/>
                </a:solidFill>
                <a:latin typeface="Consolas"/>
              </a:rPr>
              <a:t>"Encoder m1"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,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getEncoderMotor1Distance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());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SmartDashboard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putNumber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50" b="0" i="0">
                <a:solidFill>
                  <a:srgbClr val="86EFAC"/>
                </a:solidFill>
                <a:latin typeface="Consolas"/>
              </a:rPr>
              <a:t>"Encoder m2"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,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getEncoderMotor2Distance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());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SmartDashboard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putNumber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50" b="0" i="0">
                <a:solidFill>
                  <a:srgbClr val="86EFAC"/>
                </a:solidFill>
                <a:latin typeface="Consolas"/>
              </a:rPr>
              <a:t>"Encoder m3"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,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getEncoderMotor3Distance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());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920240"/>
            <a:ext cx="4754880" cy="14173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86600" y="1920240"/>
            <a:ext cx="475488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87768" y="212140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22D3EE"/>
                </a:solidFill>
                <a:latin typeface="Segoe UI"/>
              </a:rPr>
              <a:t>PARA QUE 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2432304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Telemetria, atualizar odometria,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manter cache de sensores.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Tudo que precisa rodar sempre.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3520440"/>
            <a:ext cx="4754880" cy="14173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3520440"/>
            <a:ext cx="4754880" cy="50292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87768" y="372160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87171"/>
                </a:solidFill>
                <a:latin typeface="Segoe UI"/>
              </a:rPr>
              <a:t>NUNCA FAÇA AQUI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4032504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Acionar motor. Decidir estratégia.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Se ligar motor no periodic, ele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ignora o Scheduler e os conflitos.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" y="5166360"/>
            <a:ext cx="11530584" cy="114300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9184" y="5166360"/>
            <a:ext cx="54864" cy="1143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3" y="5349240"/>
            <a:ext cx="109819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34D399"/>
                </a:solidFill>
                <a:latin typeface="Segoe UI"/>
              </a:rPr>
              <a:t>★  DICA DE PROVA: O SMARTDASHBOARD É SEU DEPURADOR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3" y="5696712"/>
            <a:ext cx="1098194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Sem console no robô em pista, o painel é como você enxerga. Publique encoder, ângulo e setpoint ANTES de tentar ajustar PID — quem ajusta no escuro perde tempo e pontos.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Ciclo de vida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Todo Command tem quatro momentos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Decorar estes quatro métodos é decorar o framework.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965960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207568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MÉTODO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07568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QUANDO RODA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075688"/>
            <a:ext cx="5312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O QUE COLOCAR DENTRO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" y="2368296"/>
            <a:ext cx="11530584" cy="65836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2450591"/>
            <a:ext cx="21579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initialize()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450591"/>
            <a:ext cx="343814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1x, ao ser agendado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450591"/>
            <a:ext cx="527608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Zerar encoder, zerar giro, resetar PID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108959"/>
            <a:ext cx="21579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execute()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2928" y="3108959"/>
            <a:ext cx="343814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a cada 20 ms, sem parar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108959"/>
            <a:ext cx="527608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Calcular e enviar a velocidade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3685031"/>
            <a:ext cx="11530584" cy="65836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767327"/>
            <a:ext cx="21579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isFinished()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3767327"/>
            <a:ext cx="343814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a cada 20 ms, após 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767327"/>
            <a:ext cx="527608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true = chegou ao alvo; false = continua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425695"/>
            <a:ext cx="21579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end(boolean)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2928" y="4425695"/>
            <a:ext cx="343814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1x, ao terminar ou ser cancelado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25695"/>
            <a:ext cx="527608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Parar motor. SEMPRE pare o motor aqui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" y="4754880"/>
            <a:ext cx="2592324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9184" y="4901184"/>
            <a:ext cx="25923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onsolas"/>
              </a:rPr>
              <a:t>initialize()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3" y="5212080"/>
            <a:ext cx="24094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preparar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1508" y="5006340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59E0B"/>
                </a:solidFill>
                <a:latin typeface="Segoe UI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05556" y="4754880"/>
            <a:ext cx="2592324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05556" y="4901184"/>
            <a:ext cx="25923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onsolas"/>
              </a:rPr>
              <a:t>execute()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96996" y="5212080"/>
            <a:ext cx="24094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agir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79" y="5006340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59E0B"/>
                </a:solidFill>
                <a:latin typeface="Segoe U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1927" y="4754880"/>
            <a:ext cx="2592324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81927" y="4901184"/>
            <a:ext cx="25923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onsolas"/>
              </a:rPr>
              <a:t>isFinished()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7" y="5212080"/>
            <a:ext cx="24094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checar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4251" y="5006340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59E0B"/>
                </a:solidFill>
                <a:latin typeface="Segoe U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58300" y="4754880"/>
            <a:ext cx="2592324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58300" y="4901184"/>
            <a:ext cx="25923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onsolas"/>
              </a:rPr>
              <a:t>end(false)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9740" y="5212080"/>
            <a:ext cx="24094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limpar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" y="589788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DA2C0"/>
                </a:solidFill>
                <a:latin typeface="Consolas"/>
              </a:rPr>
              <a:t>end(true) = fui interrompido por outro comando    ·    end(false) = terminei sozinho, isFinished() deu true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CÓDIGO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SimpleDrive.java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Um Command inteiro, de verdade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33 linhas que fazem um motor girar a 50% até o botão X ser apertado.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783080"/>
            <a:ext cx="7772400" cy="475488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783080"/>
            <a:ext cx="50292" cy="4754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1911096"/>
            <a:ext cx="7223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frc/robot/commands/SimpleDrive.java  (do repositorio)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95144"/>
            <a:ext cx="7388352" cy="41696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class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7DD3FC"/>
                </a:solidFill>
                <a:latin typeface="Consolas"/>
              </a:rPr>
              <a:t>SimpleDrive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extends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7DD3FC"/>
                </a:solidFill>
                <a:latin typeface="Consolas"/>
              </a:rPr>
              <a:t>CommandBase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1">
                <a:solidFill>
                  <a:srgbClr val="6B7F9B"/>
                </a:solidFill>
                <a:latin typeface="Consolas"/>
              </a:rPr>
              <a:t>  // pega a instancia unica do subsystem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private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static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final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7DD3FC"/>
                </a:solidFill>
                <a:latin typeface="Consolas"/>
              </a:rPr>
              <a:t>OmniDrive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drive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7DD3FC"/>
                </a:solidFill>
                <a:latin typeface="Consolas"/>
              </a:rPr>
              <a:t>RobotContainer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drive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7DD3FC"/>
                </a:solidFill>
                <a:latin typeface="Consolas"/>
              </a:rPr>
              <a:t>SimpleDrive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00" b="0" i="0">
                <a:solidFill>
                  <a:srgbClr val="FDE68A"/>
                </a:solidFill>
                <a:latin typeface="Consolas"/>
              </a:rPr>
              <a:t>addRequirements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drive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);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                </a:t>
            </a:r>
            <a:r>
              <a:rPr sz="1000" b="0" i="1">
                <a:solidFill>
                  <a:srgbClr val="6B7F9B"/>
                </a:solidFill>
                <a:latin typeface="Consolas"/>
              </a:rPr>
              <a:t>// "eu preciso do drive"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00" b="1" i="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FDE68A"/>
                </a:solidFill>
                <a:latin typeface="Consolas"/>
              </a:rPr>
              <a:t>initialize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{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drive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00" b="0" i="0">
                <a:solidFill>
                  <a:srgbClr val="FDE68A"/>
                </a:solidFill>
                <a:latin typeface="Consolas"/>
              </a:rPr>
              <a:t>resetEncoders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();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00" b="1" i="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FDE68A"/>
                </a:solidFill>
                <a:latin typeface="Consolas"/>
              </a:rPr>
              <a:t>execute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{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drive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00" b="0" i="0">
                <a:solidFill>
                  <a:srgbClr val="FDE68A"/>
                </a:solidFill>
                <a:latin typeface="Consolas"/>
              </a:rPr>
              <a:t>setMotor1Speed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00" b="0" i="0">
                <a:solidFill>
                  <a:srgbClr val="FBBF24"/>
                </a:solidFill>
                <a:latin typeface="Consolas"/>
              </a:rPr>
              <a:t>0.5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);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}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  </a:t>
            </a:r>
            <a:r>
              <a:rPr sz="1000" b="0" i="1">
                <a:solidFill>
                  <a:srgbClr val="6B7F9B"/>
                </a:solidFill>
                <a:latin typeface="Consolas"/>
              </a:rPr>
              <a:t>// 50%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00" b="1" i="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FDE68A"/>
                </a:solidFill>
                <a:latin typeface="Consolas"/>
              </a:rPr>
              <a:t>end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boolean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interrupted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)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drive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00" b="0" i="0">
                <a:solidFill>
                  <a:srgbClr val="FDE68A"/>
                </a:solidFill>
                <a:latin typeface="Consolas"/>
              </a:rPr>
              <a:t>setMotor1Speed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00" b="0" i="0">
                <a:solidFill>
                  <a:srgbClr val="FBBF24"/>
                </a:solidFill>
                <a:latin typeface="Consolas"/>
              </a:rPr>
              <a:t>0.0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);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             </a:t>
            </a:r>
            <a:r>
              <a:rPr sz="1000" b="0" i="1">
                <a:solidFill>
                  <a:srgbClr val="6B7F9B"/>
                </a:solidFill>
                <a:latin typeface="Consolas"/>
              </a:rPr>
              <a:t>// PARE o motor. Sempre.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00" b="1" i="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boolean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FDE68A"/>
                </a:solidFill>
                <a:latin typeface="Consolas"/>
              </a:rPr>
              <a:t>isFinished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return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7DD3FC"/>
                </a:solidFill>
                <a:latin typeface="Consolas"/>
              </a:rPr>
              <a:t>RobotContainer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driverJoystick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00" b="0" i="0">
                <a:solidFill>
                  <a:srgbClr val="FDE68A"/>
                </a:solidFill>
                <a:latin typeface="Consolas"/>
              </a:rPr>
              <a:t>getXButton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0" y="2066543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85632" y="1965960"/>
            <a:ext cx="3355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extends CommandBase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240279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Herda schedule(), cancel(), withTimeout()...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303580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85632" y="2935224"/>
            <a:ext cx="3355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addRequirements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209544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Reserva o subsystem. Base de toda a proteção.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0" y="4005072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85632" y="3904487"/>
            <a:ext cx="3355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Usa get/set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4178807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Nunca toca em motor1 direto.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0" y="4974336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85632" y="4873752"/>
            <a:ext cx="3355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isFinished pelo botão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5148072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Condição de parada pode ser qualquer boolean.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983480"/>
            <a:ext cx="3630168" cy="155448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4983480"/>
            <a:ext cx="54864" cy="15544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0" y="5166360"/>
            <a:ext cx="30815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34D399"/>
                </a:solidFill>
                <a:latin typeface="Segoe UI"/>
              </a:rPr>
              <a:t>★  LEIA O CÓDIGO ASSIM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513832"/>
            <a:ext cx="3081528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Qual subsystem ele pede? O que faz a cada ciclo? Como sabe que acabou? Três perguntas e você entendeu qualquer Command.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CÓDIGO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DriveToDistance.java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Command com parâmetro: reaproveitamento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O mesmo comando serve para 0,5 m, 1 m ou 2,3 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737360"/>
            <a:ext cx="7315200" cy="48920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737360"/>
            <a:ext cx="50292" cy="48920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1865376"/>
            <a:ext cx="6766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frc/robot/commands/DriveToDistance.java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49424"/>
            <a:ext cx="6931152" cy="43068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class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7DD3FC"/>
                </a:solidFill>
                <a:latin typeface="Consolas"/>
              </a:rPr>
              <a:t>DriveToDistance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extends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7DD3FC"/>
                </a:solidFill>
                <a:latin typeface="Consolas"/>
              </a:rPr>
              <a:t>CommandBase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private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static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final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7DD3FC"/>
                </a:solidFill>
                <a:latin typeface="Consolas"/>
              </a:rPr>
              <a:t>OmniDrive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drive 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7DD3FC"/>
                </a:solidFill>
                <a:latin typeface="Consolas"/>
              </a:rPr>
              <a:t>RobotContainer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drive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private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static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final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7DD3FC"/>
                </a:solidFill>
                <a:latin typeface="Consolas"/>
              </a:rPr>
              <a:t>MILIMETROS_POR_METRO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FBBF24"/>
                </a:solidFill>
                <a:latin typeface="Consolas"/>
              </a:rPr>
              <a:t>1000.0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private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distance 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FBBF24"/>
                </a:solidFill>
                <a:latin typeface="Consolas"/>
              </a:rPr>
              <a:t>0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;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                 </a:t>
            </a:r>
            <a:r>
              <a:rPr sz="950" b="0" i="1">
                <a:solidFill>
                  <a:srgbClr val="6B7F9B"/>
                </a:solidFill>
                <a:latin typeface="Consolas"/>
              </a:rPr>
              <a:t>// alvo em mm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 b="0" i="1">
                <a:solidFill>
                  <a:srgbClr val="6B7F9B"/>
                </a:solidFill>
                <a:latin typeface="Consolas"/>
              </a:rPr>
              <a:t>  /** @param metros distancia a percorrer, em METROS */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7DD3FC"/>
                </a:solidFill>
                <a:latin typeface="Consolas"/>
              </a:rPr>
              <a:t>DriveToDistance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metros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)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950" b="0" i="0">
                <a:solidFill>
                  <a:srgbClr val="FDE68A"/>
                </a:solidFill>
                <a:latin typeface="Consolas"/>
              </a:rPr>
              <a:t>addRequirements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drive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 b="0" i="0">
                <a:solidFill>
                  <a:srgbClr val="DCE6F2"/>
                </a:solidFill>
                <a:latin typeface="Consolas"/>
              </a:rPr>
              <a:t>    distance 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metros </a:t>
            </a:r>
            <a:r>
              <a:rPr sz="950" b="0" i="1">
                <a:solidFill>
                  <a:srgbClr val="6B7F9B"/>
                </a:solidFill>
                <a:latin typeface="Consolas"/>
              </a:rPr>
              <a:t>* MILIMETROS_POR_METRO;   // guarda convertido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950" b="1" i="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FDE68A"/>
                </a:solidFill>
                <a:latin typeface="Consolas"/>
              </a:rPr>
              <a:t>initialize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{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drive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950" b="0" i="0">
                <a:solidFill>
                  <a:srgbClr val="FDE68A"/>
                </a:solidFill>
                <a:latin typeface="Consolas"/>
              </a:rPr>
              <a:t>resetEncoders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();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drive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950" b="0" i="0">
                <a:solidFill>
                  <a:srgbClr val="FDE68A"/>
                </a:solidFill>
                <a:latin typeface="Consolas"/>
              </a:rPr>
              <a:t>resetYaw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();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950" b="1" i="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FDE68A"/>
                </a:solidFill>
                <a:latin typeface="Consolas"/>
              </a:rPr>
              <a:t>execute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{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drive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950" b="0" i="0">
                <a:solidFill>
                  <a:srgbClr val="FDE68A"/>
                </a:solidFill>
                <a:latin typeface="Consolas"/>
              </a:rPr>
              <a:t>holonomicDrive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950" b="0" i="0">
                <a:solidFill>
                  <a:srgbClr val="FBBF24"/>
                </a:solidFill>
                <a:latin typeface="Consolas"/>
              </a:rPr>
              <a:t>0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,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-.</a:t>
            </a:r>
            <a:r>
              <a:rPr sz="950" b="0" i="0">
                <a:solidFill>
                  <a:srgbClr val="FBBF24"/>
                </a:solidFill>
                <a:latin typeface="Consolas"/>
              </a:rPr>
              <a:t>5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,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FBBF24"/>
                </a:solidFill>
                <a:latin typeface="Consolas"/>
              </a:rPr>
              <a:t>0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);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950" b="1" i="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FDE68A"/>
                </a:solidFill>
                <a:latin typeface="Consolas"/>
              </a:rPr>
              <a:t>end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boolean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i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)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{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drive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950" b="0" i="0">
                <a:solidFill>
                  <a:srgbClr val="FDE68A"/>
                </a:solidFill>
                <a:latin typeface="Consolas"/>
              </a:rPr>
              <a:t>holonomicDrive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950" b="0" i="0">
                <a:solidFill>
                  <a:srgbClr val="FBBF24"/>
                </a:solidFill>
                <a:latin typeface="Consolas"/>
              </a:rPr>
              <a:t>0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,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FBBF24"/>
                </a:solidFill>
                <a:latin typeface="Consolas"/>
              </a:rPr>
              <a:t>0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,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FBBF24"/>
                </a:solidFill>
                <a:latin typeface="Consolas"/>
              </a:rPr>
              <a:t>0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);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950" b="1" i="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boolean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FDE68A"/>
                </a:solidFill>
                <a:latin typeface="Consolas"/>
              </a:rPr>
              <a:t>isFinished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950" b="1" i="0">
                <a:solidFill>
                  <a:srgbClr val="FF7AB6"/>
                </a:solidFill>
                <a:latin typeface="Consolas"/>
              </a:rPr>
              <a:t>return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drive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950" b="0" i="0">
                <a:solidFill>
                  <a:srgbClr val="FDE68A"/>
                </a:solidFill>
                <a:latin typeface="Consolas"/>
              </a:rPr>
              <a:t>getAverageForwardEncoderDistance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&gt;=</a:t>
            </a:r>
            <a:r>
              <a:rPr sz="950" b="0" i="0">
                <a:solidFill>
                  <a:srgbClr val="DCE6F2"/>
                </a:solidFill>
                <a:latin typeface="Consolas"/>
              </a:rPr>
              <a:t> distance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9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 b="0" i="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2066543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28431" y="1965960"/>
            <a:ext cx="38587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Parâmetro no construtor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2240279"/>
            <a:ext cx="38587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double metros entra, fica guardado no campo distance.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0" y="3310127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28431" y="3209544"/>
            <a:ext cx="38587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Unidade explícita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3483863"/>
            <a:ext cx="38587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O nome do parâmetro e o Javadoc dizem a unidade. Metade dos bugs de autônomo é unidade errada.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0" y="455371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28431" y="4453127"/>
            <a:ext cx="38587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Constante nomeada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1" y="4727447"/>
            <a:ext cx="38587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MILIMETROS_POR_METRO vale mais que um 1000.0 solto.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0" y="5797295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28431" y="5696711"/>
            <a:ext cx="38587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isFinished com sensor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5971031"/>
            <a:ext cx="38587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Compara encoder com alvo — isso é feedback, não cronômetro.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SCHEDULER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Requisitos e conflito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addRequirements: o porteiro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Uma regra simples que elimina a classe de bug mais perigosa do robô.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577840" cy="1828800"/>
          </a:xfrm>
          <a:prstGeom prst="roundRect">
            <a:avLst>
              <a:gd name="adj" fmla="val 7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22D3EE"/>
                </a:solidFill>
                <a:latin typeface="Segoe UI"/>
              </a:rPr>
              <a:t>A REGRA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Segoe UI"/>
              </a:rPr>
              <a:t>Um subsystem pertence a no máximo</a:t>
            </a:r>
          </a:p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Segoe UI"/>
              </a:rPr>
              <a:t>UM comando por vez.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Chegou um novo? O antigo é interrompido (end(true)).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5596128" cy="18288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0292" cy="18288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2048256"/>
            <a:ext cx="50474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87171"/>
                </a:solidFill>
                <a:latin typeface="Consolas"/>
              </a:rPr>
              <a:t>a linha que todo mundo esquece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32304"/>
            <a:ext cx="5212080" cy="12435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0" i="0">
                <a:solidFill>
                  <a:srgbClr val="7DD3FC"/>
                </a:solidFill>
                <a:latin typeface="Consolas"/>
              </a:rPr>
              <a:t>SimpleDrive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200" b="0" i="0">
                <a:solidFill>
                  <a:srgbClr val="FDE68A"/>
                </a:solidFill>
                <a:latin typeface="Consolas"/>
              </a:rPr>
              <a:t>addRequirements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drive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1">
                <a:solidFill>
                  <a:srgbClr val="6B7F9B"/>
                </a:solidFill>
                <a:latin typeface="Consolas"/>
              </a:rPr>
              <a:t>// esqueceu esta linha?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1">
                <a:solidFill>
                  <a:srgbClr val="6B7F9B"/>
                </a:solidFill>
                <a:latin typeface="Consolas"/>
              </a:rPr>
              <a:t>// -&gt; dois comandos no mesmo motor,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1">
                <a:solidFill>
                  <a:srgbClr val="6B7F9B"/>
                </a:solidFill>
                <a:latin typeface="Consolas"/>
              </a:rPr>
              <a:t>//    sem aviso, sem erro, so caos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" y="4023360"/>
            <a:ext cx="2592324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" y="4169664"/>
            <a:ext cx="25923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Consolas"/>
              </a:rPr>
              <a:t>SimpleDrive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3" y="4480560"/>
            <a:ext cx="24094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DA2C0"/>
                </a:solidFill>
                <a:latin typeface="Segoe UI"/>
              </a:rPr>
              <a:t>rodando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1508" y="4274820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59E0B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05556" y="4023360"/>
            <a:ext cx="2592324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05556" y="4169664"/>
            <a:ext cx="25923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Consolas"/>
              </a:rPr>
              <a:t>botão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6996" y="4480560"/>
            <a:ext cx="24094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DA2C0"/>
                </a:solidFill>
                <a:latin typeface="Segoe UI"/>
              </a:rPr>
              <a:t>agenda DriveToDistance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79" y="4274820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59E0B"/>
                </a:solidFill>
                <a:latin typeface="Segoe U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81927" y="4023360"/>
            <a:ext cx="2592324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81927" y="4169664"/>
            <a:ext cx="25923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Consolas"/>
              </a:rPr>
              <a:t>end(true)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7" y="4480560"/>
            <a:ext cx="24094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DA2C0"/>
                </a:solidFill>
                <a:latin typeface="Segoe UI"/>
              </a:rPr>
              <a:t>SimpleDrive morre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4251" y="4274820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59E0B"/>
                </a:solidFill>
                <a:latin typeface="Segoe U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58300" y="4023360"/>
            <a:ext cx="2592324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58300" y="4169664"/>
            <a:ext cx="25923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Consolas"/>
              </a:rPr>
              <a:t>DriveToDistance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9740" y="4480560"/>
            <a:ext cx="24094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DA2C0"/>
                </a:solidFill>
                <a:latin typeface="Segoe UI"/>
              </a:rPr>
              <a:t>assume o drive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" y="5257800"/>
            <a:ext cx="11530584" cy="105156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9184" y="5257800"/>
            <a:ext cx="54864" cy="10515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3503" y="5440680"/>
            <a:ext cx="109819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34D399"/>
                </a:solidFill>
                <a:latin typeface="Segoe UI"/>
              </a:rPr>
              <a:t>★  DEFAULT COMMAND: O ESTADO DE REPOUSO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3" y="5788152"/>
            <a:ext cx="10981944" cy="393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setDefaultCommand(...) roda quando ninguém mais quer o subsystem. No nosso robô é o RunCommand do joystick — por isso o teleop 'volta a responder' sozinho quando um comando termina.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ENTRADA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Botões e comandos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Ligar o joystick ao comportamento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configureButtonBindings() é o painel de controle do atleta.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6949440" cy="22860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2286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RobotContainer.configureButtonBindings()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6565392" cy="1700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1" i="0">
                <a:solidFill>
                  <a:srgbClr val="FF7AB6"/>
                </a:solidFill>
                <a:latin typeface="Consolas"/>
              </a:rPr>
              <a:t>private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0" i="0">
                <a:solidFill>
                  <a:srgbClr val="FDE68A"/>
                </a:solidFill>
                <a:latin typeface="Consolas"/>
              </a:rPr>
              <a:t>configureButtonBindings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()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200" b="0" i="0">
                <a:solidFill>
                  <a:srgbClr val="7DD3FC"/>
                </a:solidFill>
                <a:latin typeface="Consolas"/>
              </a:rPr>
              <a:t>JoystickButton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motor1Forward 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1" i="0">
                <a:solidFill>
                  <a:srgbClr val="FF7AB6"/>
                </a:solidFill>
                <a:latin typeface="Consolas"/>
              </a:rPr>
              <a:t>new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0" i="0">
                <a:solidFill>
                  <a:srgbClr val="7DD3FC"/>
                </a:solidFill>
                <a:latin typeface="Consolas"/>
              </a:rPr>
              <a:t>JoystickButton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(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0">
                <a:solidFill>
                  <a:srgbClr val="DCE6F2"/>
                </a:solidFill>
                <a:latin typeface="Consolas"/>
              </a:rPr>
              <a:t>      driverJoystick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,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0" i="0">
                <a:solidFill>
                  <a:srgbClr val="7DD3FC"/>
                </a:solidFill>
                <a:latin typeface="Consolas"/>
              </a:rPr>
              <a:t>XboxController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00" b="0" i="0">
                <a:solidFill>
                  <a:srgbClr val="7DD3FC"/>
                </a:solidFill>
                <a:latin typeface="Consolas"/>
              </a:rPr>
              <a:t>Button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kBumperLeft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value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0">
                <a:solidFill>
                  <a:srgbClr val="DCE6F2"/>
                </a:solidFill>
                <a:latin typeface="Consolas"/>
              </a:rPr>
              <a:t>  motor1Forward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00" b="0" i="0">
                <a:solidFill>
                  <a:srgbClr val="FDE68A"/>
                </a:solidFill>
                <a:latin typeface="Consolas"/>
              </a:rPr>
              <a:t>whenPressed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200" b="1" i="0">
                <a:solidFill>
                  <a:srgbClr val="FF7AB6"/>
                </a:solidFill>
                <a:latin typeface="Consolas"/>
              </a:rPr>
              <a:t>new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0" i="0">
                <a:solidFill>
                  <a:srgbClr val="7DD3FC"/>
                </a:solidFill>
                <a:latin typeface="Consolas"/>
              </a:rPr>
              <a:t>SimpleDrive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());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" y="4389120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44988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MÉTODO DO BOTÃO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4498848"/>
            <a:ext cx="49377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COMPORTAMENTO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4498848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USO TÍPICO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" y="4791456"/>
            <a:ext cx="11530584" cy="47548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4873752"/>
            <a:ext cx="270662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whenPressed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4873752"/>
            <a:ext cx="490118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Agenda uma vez, na borda de subida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4873752"/>
            <a:ext cx="32644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Abrir garra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5349240"/>
            <a:ext cx="270662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whileHeld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5349240"/>
            <a:ext cx="490118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Roda enquanto segurado, cancela ao soltar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5349240"/>
            <a:ext cx="32644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Puxar coletor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" y="5742431"/>
            <a:ext cx="11530584" cy="47548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" y="5824727"/>
            <a:ext cx="270662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whenReleased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5824727"/>
            <a:ext cx="490118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Agenda ao soltar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5824727"/>
            <a:ext cx="32644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Travar mecanismo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6300215"/>
            <a:ext cx="270662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toggleWhenPressed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1568" y="6300215"/>
            <a:ext cx="490118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Liga/desliga a cada aperto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6300215"/>
            <a:ext cx="32644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Ligar compressor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1920240"/>
            <a:ext cx="4361688" cy="22860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498079" y="1920240"/>
            <a:ext cx="4361688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99248" y="2121408"/>
            <a:ext cx="39959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59E0B"/>
                </a:solidFill>
                <a:latin typeface="Segoe UI"/>
              </a:rPr>
              <a:t>O PADRÃO DE 3 LINHAS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9248" y="2432304"/>
            <a:ext cx="3995927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1. crie o JoystickButton com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   (joystick, número do botão)</a:t>
            </a:r>
          </a:p>
          <a:p>
            <a:pPr algn="l">
              <a:lnSpc>
                <a:spcPct val="114000"/>
              </a:lnSpc>
            </a:pPr>
            <a:endParaRPr sz="1350" b="0" i="0">
              <a:solidFill>
                <a:srgbClr val="EAF1FB"/>
              </a:solidFill>
              <a:latin typeface="Segoe UI"/>
            </a:endParaRP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2. escolha o gatilho</a:t>
            </a:r>
          </a:p>
          <a:p>
            <a:pPr algn="l">
              <a:lnSpc>
                <a:spcPct val="114000"/>
              </a:lnSpc>
            </a:pPr>
            <a:endParaRPr sz="1350" b="0" i="0">
              <a:solidFill>
                <a:srgbClr val="EAF1FB"/>
              </a:solidFill>
              <a:latin typeface="Segoe UI"/>
            </a:endParaRP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3. passe o comando novo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COMPOSIÇÃO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Comandos como Lego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Compor é mais poderoso que escrever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Autônomo bom é feito de comandos pequenos encaixados.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669280" cy="23774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2377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frc/robot/commands/AutoCommand.java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5285232" cy="17922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class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AutoCommand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extends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SequentialCommandGroup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AutoCommand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addCommands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   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new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SimpleDrive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().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withTimeout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50" b="0" i="0">
                <a:solidFill>
                  <a:srgbClr val="FBBF24"/>
                </a:solidFill>
                <a:latin typeface="Consolas"/>
              </a:rPr>
              <a:t>5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),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  </a:t>
            </a:r>
            <a:r>
              <a:rPr sz="1150" b="0" i="1">
                <a:solidFill>
                  <a:srgbClr val="6B7F9B"/>
                </a:solidFill>
                <a:latin typeface="Consolas"/>
              </a:rPr>
              <a:t>// 5 s no maximo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   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new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DriveToDistance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50" b="0" i="0">
                <a:solidFill>
                  <a:srgbClr val="FBBF24"/>
                </a:solidFill>
                <a:latin typeface="Consolas"/>
              </a:rPr>
              <a:t>0.5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));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         </a:t>
            </a:r>
            <a:r>
              <a:rPr sz="1150" b="0" i="1">
                <a:solidFill>
                  <a:srgbClr val="6B7F9B"/>
                </a:solidFill>
                <a:latin typeface="Consolas"/>
              </a:rPr>
              <a:t>// depois, 0,5 m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5596128" cy="23774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0292" cy="2377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2048256"/>
            <a:ext cx="50474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59E0B"/>
                </a:solidFill>
                <a:latin typeface="Consolas"/>
              </a:rPr>
              <a:t>RunCommand / InstantCommand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32304"/>
            <a:ext cx="5212080" cy="17922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// Comando inline: sem criar arquivo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drive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setDefaultCommand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new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RunCommand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-&gt;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drive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holonomicDrive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x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,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y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,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z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),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drive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));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1" i="0">
                <a:solidFill>
                  <a:srgbClr val="FF7AB6"/>
                </a:solidFill>
                <a:latin typeface="Consolas"/>
              </a:rPr>
              <a:t>new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InstantCommand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(()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-&gt;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drive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resetYaw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(),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drive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);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" y="4443984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455371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FERRAMENTA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4553712"/>
            <a:ext cx="7415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O QUE FAZ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4846320"/>
            <a:ext cx="11530584" cy="36576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4928616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SequentialCommandGroup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4928616"/>
            <a:ext cx="7379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Um depois do outro, em fila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5294376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ParallelCommandGroup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5294376"/>
            <a:ext cx="7379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Todos juntos; termina quando o último acabar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" y="5577840"/>
            <a:ext cx="11530584" cy="36576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5660136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ParallelRaceGroup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5660136"/>
            <a:ext cx="7379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Todos juntos; termina quando o PRIMEIRO acabar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6025896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withTimeout(seg)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6025896"/>
            <a:ext cx="7379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Rede de segurança: cancela se passar do tempo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" y="6309360"/>
            <a:ext cx="11530584" cy="36576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6391656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andThen / alongWith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6391656"/>
            <a:ext cx="7379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Encadeia direto, sem criar classe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5720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 i="0">
                <a:solidFill>
                  <a:srgbClr val="1E2D49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017520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Orientação a Objetos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31920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0" i="0">
                <a:solidFill>
                  <a:srgbClr val="8DA2C0"/>
                </a:solidFill>
                <a:latin typeface="Segoe UI"/>
              </a:rPr>
              <a:t>Classe, objeto, instância, construtor, get/set e helpers —</a:t>
            </a:r>
          </a:p>
          <a:p>
            <a:pPr algn="l">
              <a:lnSpc>
                <a:spcPct val="115000"/>
              </a:lnSpc>
            </a:pPr>
            <a:r>
              <a:rPr sz="1750" b="0" i="0">
                <a:solidFill>
                  <a:srgbClr val="8DA2C0"/>
                </a:solidFill>
                <a:latin typeface="Segoe UI"/>
              </a:rPr>
              <a:t>com o código do nosso robô.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4892040"/>
            <a:ext cx="1783080" cy="38404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498348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spc="150">
                <a:solidFill>
                  <a:srgbClr val="34D399"/>
                </a:solidFill>
                <a:latin typeface="Segoe UI"/>
              </a:rPr>
              <a:t>14 MINUTOS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FUNDAMENTO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Classe · Objeto · Instância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A confusão que trava todo iniciante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Três palavras, uma ideia. Vamos matar isso em dois minutos.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3730752" cy="301752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3" y="2194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22D3EE"/>
                </a:solidFill>
                <a:latin typeface="Segoe UI"/>
              </a:rPr>
              <a:t>CLASSE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3" y="2542032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 i="0">
                <a:solidFill>
                  <a:srgbClr val="FFFFFF"/>
                </a:solidFill>
                <a:latin typeface="Segoe UI"/>
              </a:rPr>
              <a:t>A planta da casa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3" y="342900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O molde. Existe uma vez, no arquivo .java.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Não ocupa motor nenhum.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3" y="4343400"/>
            <a:ext cx="3200400" cy="411480"/>
          </a:xfrm>
          <a:prstGeom prst="roundRect">
            <a:avLst>
              <a:gd name="adj" fmla="val 20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3" y="445312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2D3EE"/>
                </a:solidFill>
                <a:latin typeface="Consolas"/>
              </a:rPr>
              <a:t>class OmniDrive { ...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920240"/>
            <a:ext cx="3730752" cy="301752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98848" y="2194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F59E0B"/>
                </a:solidFill>
                <a:latin typeface="Segoe UI"/>
              </a:rPr>
              <a:t>OBJETO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542032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 i="0">
                <a:solidFill>
                  <a:srgbClr val="FFFFFF"/>
                </a:solidFill>
                <a:latin typeface="Segoe UI"/>
              </a:rPr>
              <a:t>A casa construída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42900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O que existe na memória do robô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e de fato controla o hardware.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8848" y="4343400"/>
            <a:ext cx="3200400" cy="411480"/>
          </a:xfrm>
          <a:prstGeom prst="roundRect">
            <a:avLst>
              <a:gd name="adj" fmla="val 20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98848" y="445312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59E0B"/>
                </a:solidFill>
                <a:latin typeface="Consolas"/>
              </a:rPr>
              <a:t>new OmniDrive()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1" y="1920240"/>
            <a:ext cx="3730752" cy="301752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2194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34D399"/>
                </a:solidFill>
                <a:latin typeface="Segoe UI"/>
              </a:rPr>
              <a:t>INSTÂNCIA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542032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 i="0">
                <a:solidFill>
                  <a:srgbClr val="FFFFFF"/>
                </a:solidFill>
                <a:latin typeface="Segoe UI"/>
              </a:rPr>
              <a:t>Esta casa, a de nº 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342900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Um objeto específico, com seus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próprios valores de encoder.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94192" y="4343400"/>
            <a:ext cx="3200400" cy="411480"/>
          </a:xfrm>
          <a:prstGeom prst="roundRect">
            <a:avLst>
              <a:gd name="adj" fmla="val 20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94192" y="445312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34D399"/>
                </a:solidFill>
                <a:latin typeface="Consolas"/>
              </a:rPr>
              <a:t>RobotContainer.drive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" y="5212080"/>
            <a:ext cx="11530584" cy="109728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9184" y="5212080"/>
            <a:ext cx="54864" cy="10972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503" y="5394960"/>
            <a:ext cx="109819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A78BFA"/>
                </a:solidFill>
                <a:latin typeface="Segoe UI"/>
              </a:rPr>
              <a:t>→  NA PRÁTICA, NO NOSSO ROBÔ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3" y="5742432"/>
            <a:ext cx="1098194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Existe 1 classe OmniDrive e 1 objeto OmniDrive (o robô tem um chassi só). Mas existem 3 objetos Encoder criados da MESMA classe Encoder — três instâncias, três contagens independentes.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CLASSE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Anatomia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Anatomia de uma classe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Toda classe deste repositório segue exatamente esta ordem.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783080"/>
            <a:ext cx="7223760" cy="470916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783080"/>
            <a:ext cx="50292" cy="47091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1911096"/>
            <a:ext cx="6675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a ordem canonica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95144"/>
            <a:ext cx="6839712" cy="41239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1" i="0">
                <a:solidFill>
                  <a:srgbClr val="FF7AB6"/>
                </a:solidFill>
                <a:latin typeface="Consolas"/>
              </a:rPr>
              <a:t>package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frc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robot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subsystems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;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         </a:t>
            </a:r>
            <a:r>
              <a:rPr sz="1000" b="0" i="1">
                <a:solidFill>
                  <a:srgbClr val="6B7F9B"/>
                </a:solidFill>
                <a:latin typeface="Consolas"/>
              </a:rPr>
              <a:t>// 1. endereco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1" i="0">
                <a:solidFill>
                  <a:srgbClr val="FF7AB6"/>
                </a:solidFill>
                <a:latin typeface="Consolas"/>
              </a:rPr>
              <a:t>import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edu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wpi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first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wpilibj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00" b="0" i="0">
                <a:solidFill>
                  <a:srgbClr val="7DD3FC"/>
                </a:solidFill>
                <a:latin typeface="Consolas"/>
              </a:rPr>
              <a:t>Encoder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;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000" b="0" i="1">
                <a:solidFill>
                  <a:srgbClr val="6B7F9B"/>
                </a:solidFill>
                <a:latin typeface="Consolas"/>
              </a:rPr>
              <a:t>// 2. o que vou usar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class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7DD3FC"/>
                </a:solidFill>
                <a:latin typeface="Consolas"/>
              </a:rPr>
              <a:t>OmniDrive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extends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7DD3FC"/>
                </a:solidFill>
                <a:latin typeface="Consolas"/>
              </a:rPr>
              <a:t>SubsystemBase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  </a:t>
            </a:r>
            <a:r>
              <a:rPr sz="1000" b="0" i="1">
                <a:solidFill>
                  <a:srgbClr val="6B7F9B"/>
                </a:solidFill>
                <a:latin typeface="Consolas"/>
              </a:rPr>
              <a:t>// 3. assinatura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private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7DD3FC"/>
                </a:solidFill>
                <a:latin typeface="Consolas"/>
              </a:rPr>
              <a:t>Titan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00" b="0" i="0">
                <a:solidFill>
                  <a:srgbClr val="7DD3FC"/>
                </a:solidFill>
                <a:latin typeface="Consolas"/>
              </a:rPr>
              <a:t>Motor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motor1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;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       </a:t>
            </a:r>
            <a:r>
              <a:rPr sz="1000" b="0" i="1">
                <a:solidFill>
                  <a:srgbClr val="6B7F9B"/>
                </a:solidFill>
                <a:latin typeface="Consolas"/>
              </a:rPr>
              <a:t>// 4. ATRIBUTOS (estado)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private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final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7DD3FC"/>
                </a:solidFill>
                <a:latin typeface="Consolas"/>
              </a:rPr>
              <a:t>Encoder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encoderMotor1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7DD3FC"/>
                </a:solidFill>
                <a:latin typeface="Consolas"/>
              </a:rPr>
              <a:t>OmniDrive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{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              </a:t>
            </a:r>
            <a:r>
              <a:rPr sz="1000" b="0" i="1">
                <a:solidFill>
                  <a:srgbClr val="6B7F9B"/>
                </a:solidFill>
                <a:latin typeface="Consolas"/>
              </a:rPr>
              <a:t>// 5. CONSTRUTOR (montagem)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    motor1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titan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00" b="0" i="0">
                <a:solidFill>
                  <a:srgbClr val="FDE68A"/>
                </a:solidFill>
                <a:latin typeface="Consolas"/>
              </a:rPr>
              <a:t>getMotor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00" b="0" i="0">
                <a:solidFill>
                  <a:srgbClr val="7DD3FC"/>
                </a:solidFill>
                <a:latin typeface="Consolas"/>
              </a:rPr>
              <a:t>Constants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00" b="0" i="0">
                <a:solidFill>
                  <a:srgbClr val="7DD3FC"/>
                </a:solidFill>
                <a:latin typeface="Consolas"/>
              </a:rPr>
              <a:t>M1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00" b="1" i="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FDE68A"/>
                </a:solidFill>
                <a:latin typeface="Consolas"/>
              </a:rPr>
              <a:t>periodic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{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}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        </a:t>
            </a:r>
            <a:r>
              <a:rPr sz="1000" b="0" i="1">
                <a:solidFill>
                  <a:srgbClr val="6B7F9B"/>
                </a:solidFill>
                <a:latin typeface="Consolas"/>
              </a:rPr>
              <a:t>// 6. ciclo de vida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FDE68A"/>
                </a:solidFill>
                <a:latin typeface="Consolas"/>
              </a:rPr>
              <a:t>setMotor1Speed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speed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)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{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  </a:t>
            </a:r>
            <a:r>
              <a:rPr sz="1000" b="0" i="1">
                <a:solidFill>
                  <a:srgbClr val="6B7F9B"/>
                </a:solidFill>
                <a:latin typeface="Consolas"/>
              </a:rPr>
              <a:t>// 7. METODOS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    motor1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00" b="0" i="0">
                <a:solidFill>
                  <a:srgbClr val="FDE68A"/>
                </a:solidFill>
                <a:latin typeface="Consolas"/>
              </a:rPr>
              <a:t>set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speed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FDE68A"/>
                </a:solidFill>
                <a:latin typeface="Consolas"/>
              </a:rPr>
              <a:t>getEncoderMotor1Distance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   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return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encoderMotor1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00" b="0" i="0">
                <a:solidFill>
                  <a:srgbClr val="FDE68A"/>
                </a:solidFill>
                <a:latin typeface="Consolas"/>
              </a:rPr>
              <a:t>getDistance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Oval 12"/>
          <p:cNvSpPr/>
          <p:nvPr/>
        </p:nvSpPr>
        <p:spPr>
          <a:xfrm>
            <a:off x="7635240" y="2066543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91271" y="1965960"/>
            <a:ext cx="3995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Estado + comportamento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1" y="2240279"/>
            <a:ext cx="39959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Atributos são o que a classe SABE. Métodos são o que ela FAZ.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3145536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91271" y="3044952"/>
            <a:ext cx="3995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Uma responsabilidade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1" y="3319272"/>
            <a:ext cx="39959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Se a classe faz drive E garra E visão, divida.</a:t>
            </a:r>
          </a:p>
        </p:txBody>
      </p:sp>
      <p:sp>
        <p:nvSpPr>
          <p:cNvPr id="19" name="Oval 18"/>
          <p:cNvSpPr/>
          <p:nvPr/>
        </p:nvSpPr>
        <p:spPr>
          <a:xfrm>
            <a:off x="7635240" y="422452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91271" y="4123944"/>
            <a:ext cx="3995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Ordem importa (para humanos)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1" y="4398264"/>
            <a:ext cx="39959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O compilador não liga. Seu colega de equipe liga.</a:t>
            </a:r>
          </a:p>
        </p:txBody>
      </p:sp>
      <p:sp>
        <p:nvSpPr>
          <p:cNvPr id="22" name="Oval 21"/>
          <p:cNvSpPr/>
          <p:nvPr/>
        </p:nvSpPr>
        <p:spPr>
          <a:xfrm>
            <a:off x="7635240" y="5303520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91271" y="5202936"/>
            <a:ext cx="3995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extends = herança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1" y="5477255"/>
            <a:ext cx="39959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Ganha tudo do pai e pode adicionar o seu.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CONSTRUTOR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 método de nascimento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Construtor: roda uma vez, no new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Se o objeto nasce configurado, ninguém erra depois.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760720" cy="22860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2286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212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dois construtores do nosso repo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5376672" cy="1700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1">
                <a:solidFill>
                  <a:srgbClr val="6B7F9B"/>
                </a:solidFill>
                <a:latin typeface="Consolas"/>
              </a:rPr>
              <a:t>// Sem parametro: sempre igual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SimpleDrive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100" b="0" i="0">
                <a:solidFill>
                  <a:srgbClr val="FDE68A"/>
                </a:solidFill>
                <a:latin typeface="Consolas"/>
              </a:rPr>
              <a:t>addRequirements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drive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1">
                <a:solidFill>
                  <a:srgbClr val="6B7F9B"/>
                </a:solidFill>
                <a:latin typeface="Consolas"/>
              </a:rPr>
              <a:t>// Com parametro: configuravel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DriveToDistance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metros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)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100" b="0" i="0">
                <a:solidFill>
                  <a:srgbClr val="FDE68A"/>
                </a:solidFill>
                <a:latin typeface="Consolas"/>
              </a:rPr>
              <a:t>addRequirements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drive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distance 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metros </a:t>
            </a:r>
            <a:r>
              <a:rPr sz="1100" b="0" i="1">
                <a:solidFill>
                  <a:srgbClr val="6B7F9B"/>
                </a:solidFill>
                <a:latin typeface="Consolas"/>
              </a:rPr>
              <a:t>* 1000.0;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920240"/>
            <a:ext cx="5550408" cy="22860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50292" cy="2286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048256"/>
            <a:ext cx="50017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59E0B"/>
                </a:solidFill>
                <a:latin typeface="Consolas"/>
              </a:rPr>
              <a:t>sobrecarga (overload)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432304"/>
            <a:ext cx="5166360" cy="1700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1">
                <a:solidFill>
                  <a:srgbClr val="6B7F9B"/>
                </a:solidFill>
                <a:latin typeface="Consolas"/>
              </a:rPr>
              <a:t>// Sobrecarga: mesmo nome, assinaturas diferentes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DriveToDistance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metros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)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this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metros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,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FBBF24"/>
                </a:solidFill>
                <a:latin typeface="Consolas"/>
              </a:rPr>
              <a:t>0.5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);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           </a:t>
            </a:r>
            <a:r>
              <a:rPr sz="1100" b="0" i="1">
                <a:solidFill>
                  <a:srgbClr val="6B7F9B"/>
                </a:solidFill>
                <a:latin typeface="Consolas"/>
              </a:rPr>
              <a:t>// reusa o outro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DriveToDistance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metros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,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vel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)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distance 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metros </a:t>
            </a:r>
            <a:r>
              <a:rPr sz="1100" b="0" i="1">
                <a:solidFill>
                  <a:srgbClr val="6B7F9B"/>
                </a:solidFill>
                <a:latin typeface="Consolas"/>
              </a:rPr>
              <a:t>* 1000.0;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speed 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vel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" y="4370832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4480560"/>
            <a:ext cx="2834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REGRA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4480560"/>
            <a:ext cx="83301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DETALHE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4773168"/>
            <a:ext cx="11530584" cy="38404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4855464"/>
            <a:ext cx="2798063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Nome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4855464"/>
            <a:ext cx="8293608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Idêntico ao da classe — sem exceção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5239512"/>
            <a:ext cx="2798063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Retorno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5239512"/>
            <a:ext cx="8293608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Nenhum. Nem void. Ele devolve o objeto pronto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" y="5541264"/>
            <a:ext cx="11530584" cy="38404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5623560"/>
            <a:ext cx="2798063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Quem chama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5623560"/>
            <a:ext cx="8293608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O operador new, automaticamente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6007608"/>
            <a:ext cx="2798063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Quantos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3008" y="6007608"/>
            <a:ext cx="8293608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Vários, se as assinaturas forem diferentes (sobrecarga)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" y="6309360"/>
            <a:ext cx="11530584" cy="38404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6391656"/>
            <a:ext cx="2798063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Se eu não escrever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6391656"/>
            <a:ext cx="8293608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Java cria um vazio para você — até você escrever um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INSTÂNCIA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 que o new faz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Declarar ≠ instanciar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O erro mais comum do primeiro mês: NullPointerException.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760720" cy="224028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224028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212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87171"/>
                </a:solidFill>
                <a:latin typeface="Consolas"/>
              </a:rPr>
              <a:t>o ciclo de vida de uma referencia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5376672" cy="16550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static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OmniDrive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drive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;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  </a:t>
            </a:r>
            <a:r>
              <a:rPr sz="1100" b="0" i="1">
                <a:solidFill>
                  <a:srgbClr val="6B7F9B"/>
                </a:solidFill>
                <a:latin typeface="Consolas"/>
              </a:rPr>
              <a:t>// DECLARA: nome existe, vale null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1">
                <a:solidFill>
                  <a:srgbClr val="6B7F9B"/>
                </a:solidFill>
                <a:latin typeface="Consolas"/>
              </a:rPr>
              <a:t>// ... se eu usar agora: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drive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>
                <a:solidFill>
                  <a:srgbClr val="FDE68A"/>
                </a:solidFill>
                <a:latin typeface="Consolas"/>
              </a:rPr>
              <a:t>resetEncoders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();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          </a:t>
            </a:r>
            <a:r>
              <a:rPr sz="1100" b="0" i="1">
                <a:solidFill>
                  <a:srgbClr val="6B7F9B"/>
                </a:solidFill>
                <a:latin typeface="Consolas"/>
              </a:rPr>
              <a:t>// &gt;&gt; NullPointerException &lt;&lt;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drive 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new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OmniDrive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();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        </a:t>
            </a:r>
            <a:r>
              <a:rPr sz="1100" b="0" i="1">
                <a:solidFill>
                  <a:srgbClr val="6B7F9B"/>
                </a:solidFill>
                <a:latin typeface="Consolas"/>
              </a:rPr>
              <a:t>// INSTANCIA: objeto existe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drive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>
                <a:solidFill>
                  <a:srgbClr val="FDE68A"/>
                </a:solidFill>
                <a:latin typeface="Consolas"/>
              </a:rPr>
              <a:t>resetEncoders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();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          </a:t>
            </a:r>
            <a:r>
              <a:rPr sz="1100" b="0" i="1">
                <a:solidFill>
                  <a:srgbClr val="6B7F9B"/>
                </a:solidFill>
                <a:latin typeface="Consolas"/>
              </a:rPr>
              <a:t>// agora sim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20240"/>
            <a:ext cx="5550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new OmniDrive() em 4 passos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377440"/>
            <a:ext cx="5550408" cy="411480"/>
          </a:xfrm>
          <a:prstGeom prst="roundRect">
            <a:avLst>
              <a:gd name="adj" fmla="val 15000"/>
            </a:avLst>
          </a:prstGeom>
          <a:solidFill>
            <a:srgbClr val="141E33"/>
          </a:solidFill>
          <a:ln w="762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onsola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46888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aloca memória para o objeto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852928"/>
            <a:ext cx="5550408" cy="411480"/>
          </a:xfrm>
          <a:prstGeom prst="roundRect">
            <a:avLst>
              <a:gd name="adj" fmla="val 15000"/>
            </a:avLst>
          </a:prstGeom>
          <a:solidFill>
            <a:srgbClr val="141E33"/>
          </a:solidFill>
          <a:ln w="762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9443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Consola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94436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roda o construtor OmniDrive()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328416"/>
            <a:ext cx="5550408" cy="411480"/>
          </a:xfrm>
          <a:prstGeom prst="roundRect">
            <a:avLst>
              <a:gd name="adj" fmla="val 15000"/>
            </a:avLst>
          </a:prstGeom>
          <a:solidFill>
            <a:srgbClr val="141E33"/>
          </a:solidFill>
          <a:ln w="762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41985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Consola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41985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devolve o endereço do objeto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803904"/>
            <a:ext cx="5550408" cy="411480"/>
          </a:xfrm>
          <a:prstGeom prst="roundRect">
            <a:avLst>
              <a:gd name="adj" fmla="val 15000"/>
            </a:avLst>
          </a:prstGeom>
          <a:solidFill>
            <a:srgbClr val="141E33"/>
          </a:solidFill>
          <a:ln w="762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38953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78BFA"/>
                </a:solidFill>
                <a:latin typeface="Consola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9534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a variável drive guarda esse endereço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" y="4572000"/>
            <a:ext cx="11530584" cy="91440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9184" y="4572000"/>
            <a:ext cx="54864" cy="9144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503" y="4754880"/>
            <a:ext cx="109819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87171"/>
                </a:solidFill>
                <a:latin typeface="Segoe UI"/>
              </a:rPr>
              <a:t>!  LENDO O ERRO DE VERDADE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3" y="5102352"/>
            <a:ext cx="109819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NullPointerException em OmniDrive.resetEncoders() quase sempre significa: você usou a variável antes do new — ou o new está num construtor que ainda não rodou.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" y="5669280"/>
            <a:ext cx="11530584" cy="6858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9184" y="5669280"/>
            <a:ext cx="50292" cy="685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5760720"/>
            <a:ext cx="11146536" cy="5212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</a:rPr>
              <a:t>Robot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robotInit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-&gt;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new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RobotContainer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-&gt;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new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OmniDrive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-&gt;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new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Titan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50" b="0" i="0">
                <a:solidFill>
                  <a:srgbClr val="FBBF24"/>
                </a:solidFill>
                <a:latin typeface="Consolas"/>
              </a:rPr>
              <a:t>42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)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+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new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Encoder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50" b="0" i="0">
                <a:solidFill>
                  <a:srgbClr val="FBBF24"/>
                </a:solidFill>
                <a:latin typeface="Consolas"/>
              </a:rPr>
              <a:t>0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,</a:t>
            </a:r>
            <a:r>
              <a:rPr sz="1150" b="0" i="0">
                <a:solidFill>
                  <a:srgbClr val="FBBF24"/>
                </a:solidFill>
                <a:latin typeface="Consolas"/>
              </a:rPr>
              <a:t>1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,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false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)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+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new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AHRS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SPI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Port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kMXP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MÉTODOS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Setters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set — a porta de ENTRADA do subsystem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Recebe um valor, mexe no hardware, não devolve nada (void).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6492240" cy="402336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40233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943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OmniDrive — setters reais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6108192" cy="34381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/**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 * Sets the speed of the motor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 * @param speed range -1 to 1 (0 stop)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 */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setMotor1Speed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speed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motor1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set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speed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// Varios parametros de uma vez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setDriveMotorSpeeds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motor3Speed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                           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motor1Speed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                           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motor2Speed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motor3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set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motor3Speed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motor1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set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motor1Speed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motor2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set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motor2Speed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1920240"/>
            <a:ext cx="4864608" cy="11887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95160" y="1920240"/>
            <a:ext cx="486460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96328" y="2121408"/>
            <a:ext cx="44988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22D3EE"/>
                </a:solidFill>
                <a:latin typeface="Segoe UI"/>
              </a:rPr>
              <a:t>ASSINATURA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8" y="2432304"/>
            <a:ext cx="44988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public  void  setX( tipo valor )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visibilidade · retorno · nome · parâmetro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3246120"/>
            <a:ext cx="4864608" cy="11887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995160" y="3246120"/>
            <a:ext cx="4864608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96328" y="3447288"/>
            <a:ext cx="44988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59E0B"/>
                </a:solidFill>
                <a:latin typeface="Segoe UI"/>
              </a:rPr>
              <a:t>CONVENÇÃO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3758183"/>
            <a:ext cx="44988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set + o que muda, em camelCase.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setMotor1Speed, não mudaVeloc1.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4572000"/>
            <a:ext cx="4864608" cy="13716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995160" y="4572000"/>
            <a:ext cx="4864608" cy="502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96328" y="4773168"/>
            <a:ext cx="44988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34D399"/>
                </a:solidFill>
                <a:latin typeface="Segoe UI"/>
              </a:rPr>
              <a:t>PODER DO SETTER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6328" y="5084064"/>
            <a:ext cx="44988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É aqui que você valida: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limitar a −1..1, aplicar deadband,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registrar log. Impossível se o campo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fosse público.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MÉTODOS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Getters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get — a janela de SAÍDA do subsystem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Não recebe nada, devolve um valor. É assim que o Command vê o mundo.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6492240" cy="402336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40233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943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OmniDrive — getters reais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6108192" cy="34381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/** @return distancia percorrida em mm */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getEncoderMotor1Distance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return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encoderMotor1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getDistance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/** @return velocidade em mm/s */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getSpeedMotor1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return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encoderMotor1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getRate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/** @return angulo do navX, -180 a 180 graus */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getYaw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return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navX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getYaw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Oval 12"/>
          <p:cNvSpPr/>
          <p:nvPr/>
        </p:nvSpPr>
        <p:spPr>
          <a:xfrm>
            <a:off x="6995160" y="2112264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51192" y="2011680"/>
            <a:ext cx="4590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Tipo de retorno ≠ void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1192" y="2286000"/>
            <a:ext cx="45902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double, boolean, Pose2d... e um return obrigatório.</a:t>
            </a:r>
          </a:p>
        </p:txBody>
      </p:sp>
      <p:sp>
        <p:nvSpPr>
          <p:cNvPr id="16" name="Oval 15"/>
          <p:cNvSpPr/>
          <p:nvPr/>
        </p:nvSpPr>
        <p:spPr>
          <a:xfrm>
            <a:off x="6995160" y="3118104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1192" y="3017520"/>
            <a:ext cx="4590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Sem parâmetros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1192" y="3291840"/>
            <a:ext cx="45902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Getter que recebe argumento provavelmente não é getter.</a:t>
            </a:r>
          </a:p>
        </p:txBody>
      </p:sp>
      <p:sp>
        <p:nvSpPr>
          <p:cNvPr id="19" name="Oval 18"/>
          <p:cNvSpPr/>
          <p:nvPr/>
        </p:nvSpPr>
        <p:spPr>
          <a:xfrm>
            <a:off x="6995160" y="4123944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51192" y="4023360"/>
            <a:ext cx="4590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get vs 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4297680"/>
            <a:ext cx="45902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Para boolean a convenção é isFinished(), isAtSetpoint().</a:t>
            </a:r>
          </a:p>
        </p:txBody>
      </p:sp>
      <p:sp>
        <p:nvSpPr>
          <p:cNvPr id="22" name="Oval 21"/>
          <p:cNvSpPr/>
          <p:nvPr/>
        </p:nvSpPr>
        <p:spPr>
          <a:xfrm>
            <a:off x="6995160" y="5129784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51192" y="5029200"/>
            <a:ext cx="4590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Documente a UNIDADE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5303520"/>
            <a:ext cx="45902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@return em mm. Essa linha salva autônomos.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95160" y="5074920"/>
            <a:ext cx="4864608" cy="123444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995160" y="5074920"/>
            <a:ext cx="54864" cy="12344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69480" y="5257800"/>
            <a:ext cx="43159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A78BFA"/>
                </a:solidFill>
                <a:latin typeface="Segoe UI"/>
              </a:rPr>
              <a:t>→  QUEM USA ISSO?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5605272"/>
            <a:ext cx="4315968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DriveToDistance.isFinished() chama getAverageForwardEncoderDistance(). O Command enxerga o robô exclusivamente pelos getters.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ENCAPSULAMENTO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Por que não usar campo público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 argumento que fecha a discussão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Mesma funcionalidade. Manutenção completamente diferente.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669280" cy="22860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22860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87171"/>
                </a:solidFill>
                <a:latin typeface="Consolas"/>
              </a:rPr>
              <a:t>sem encapsulamento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5285232" cy="1700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// RUIM: campo exposto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class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OmniDrive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Titan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Motor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motor1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// qualquer comando pode fazer: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drive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motor1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set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50" b="0" i="0">
                <a:solidFill>
                  <a:srgbClr val="FBBF24"/>
                </a:solidFill>
                <a:latin typeface="Consolas"/>
              </a:rPr>
              <a:t>1.4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);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  </a:t>
            </a:r>
            <a:r>
              <a:rPr sz="1150" b="0" i="1">
                <a:solidFill>
                  <a:srgbClr val="6B7F9B"/>
                </a:solidFill>
                <a:latin typeface="Consolas"/>
              </a:rPr>
              <a:t>// fora de faixa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drive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motor1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null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;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    </a:t>
            </a:r>
            <a:r>
              <a:rPr sz="1150" b="0" i="1">
                <a:solidFill>
                  <a:srgbClr val="6B7F9B"/>
                </a:solidFill>
                <a:latin typeface="Consolas"/>
              </a:rPr>
              <a:t>// destruiu o robo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5596128" cy="22860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0292" cy="2286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2048256"/>
            <a:ext cx="50474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34D399"/>
                </a:solidFill>
                <a:latin typeface="Consolas"/>
              </a:rPr>
              <a:t>com encapsulamento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32304"/>
            <a:ext cx="5212080" cy="1700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1">
                <a:solidFill>
                  <a:srgbClr val="6B7F9B"/>
                </a:solidFill>
                <a:latin typeface="Consolas"/>
              </a:rPr>
              <a:t>// BOM: campo privado, porta controlada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class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OmniDrive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private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Titan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Motor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motor1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FDE68A"/>
                </a:solidFill>
                <a:latin typeface="Consolas"/>
              </a:rPr>
              <a:t>setMotor1Speed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speed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)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      speed 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Math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>
                <a:solidFill>
                  <a:srgbClr val="FDE68A"/>
                </a:solidFill>
                <a:latin typeface="Consolas"/>
              </a:rPr>
              <a:t>max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(-</a:t>
            </a:r>
            <a:r>
              <a:rPr sz="1100" b="0" i="0">
                <a:solidFill>
                  <a:srgbClr val="FBBF24"/>
                </a:solidFill>
                <a:latin typeface="Consolas"/>
              </a:rPr>
              <a:t>1.0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,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Math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>
                <a:solidFill>
                  <a:srgbClr val="FDE68A"/>
                </a:solidFill>
                <a:latin typeface="Consolas"/>
              </a:rPr>
              <a:t>min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00" b="0" i="0">
                <a:solidFill>
                  <a:srgbClr val="FBBF24"/>
                </a:solidFill>
                <a:latin typeface="Consolas"/>
              </a:rPr>
              <a:t>1.0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,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speed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));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      motor1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>
                <a:solidFill>
                  <a:srgbClr val="FDE68A"/>
                </a:solidFill>
                <a:latin typeface="Consolas"/>
              </a:rPr>
              <a:t>set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speed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);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    </a:t>
            </a:r>
            <a:r>
              <a:rPr sz="1100" b="0" i="1">
                <a:solidFill>
                  <a:srgbClr val="6B7F9B"/>
                </a:solidFill>
                <a:latin typeface="Consolas"/>
              </a:rPr>
              <a:t>// sempre seguro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" y="4370832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44805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PRECISO...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8" y="4480560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CAMPO PÚBLICO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4480560"/>
            <a:ext cx="37581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COM GET/SET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" y="4773168"/>
            <a:ext cx="11530584" cy="45720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" y="4855464"/>
            <a:ext cx="34381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Segoe UI"/>
              </a:rPr>
              <a:t>Limitar velocidade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088" y="4855464"/>
            <a:ext cx="37124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Caçar todos os .set() do projeto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4855464"/>
            <a:ext cx="37216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1 linha no setter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5312664"/>
            <a:ext cx="34381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Segoe UI"/>
              </a:rPr>
              <a:t>Adicionar log/telemetria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3088" y="5312664"/>
            <a:ext cx="37124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Repetir em cada chamada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5008" y="5312664"/>
            <a:ext cx="37216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1 linha no setter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" y="5687568"/>
            <a:ext cx="11530584" cy="45720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" y="5769864"/>
            <a:ext cx="34381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Segoe UI"/>
              </a:rPr>
              <a:t>Trocar Titan por outro driver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3088" y="5769864"/>
            <a:ext cx="37124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Reescrever todos os comandos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5769864"/>
            <a:ext cx="37216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Só o subsystem muda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6227064"/>
            <a:ext cx="34381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Segoe UI"/>
              </a:rPr>
              <a:t>Achar quem mexeu no motor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3088" y="6227064"/>
            <a:ext cx="37124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Buscar no projeto inteiro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5008" y="6227064"/>
            <a:ext cx="37216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Só existe um caminho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HELPERS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Métodos auxiliares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Helpers: os métodos que organizam sua cabeça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Pedaços pequenos, com nome, usados por outros métodos da própria classe.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783080"/>
            <a:ext cx="7040880" cy="470916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783080"/>
            <a:ext cx="50292" cy="47091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1911096"/>
            <a:ext cx="6492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helpers reais do repositorio (OmniDrive / Odometry)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95144"/>
            <a:ext cx="6656832" cy="41239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1">
                <a:solidFill>
                  <a:srgbClr val="6B7F9B"/>
                </a:solidFill>
                <a:latin typeface="Consolas"/>
              </a:rPr>
              <a:t>// HELPER 1: combina dois getters num valor util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getAverageForwardEncoderDistance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return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(-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getEncoderMotor3Distance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         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+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getEncoderMotor1Distance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())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/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FBBF24"/>
                </a:solidFill>
                <a:latin typeface="Consolas"/>
              </a:rPr>
              <a:t>2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1">
                <a:solidFill>
                  <a:srgbClr val="6B7F9B"/>
                </a:solidFill>
                <a:latin typeface="Consolas"/>
              </a:rPr>
              <a:t>// HELPER 2: converte unidade (mm/s -&gt; rotacoes/s)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getRpsSpeedMotor1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return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getSpeedMotor1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/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Constants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wheelPerimiter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1">
                <a:solidFill>
                  <a:srgbClr val="6B7F9B"/>
                </a:solidFill>
                <a:latin typeface="Consolas"/>
              </a:rPr>
              <a:t>// HELPER 3: privado, so arruma a casa internamente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1" i="0">
                <a:solidFill>
                  <a:srgbClr val="FF7AB6"/>
                </a:solidFill>
                <a:latin typeface="Consolas"/>
              </a:rPr>
              <a:t>private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publishTelemetry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SmartDashboard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putNumber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50" b="0" i="0">
                <a:solidFill>
                  <a:srgbClr val="86EFAC"/>
                </a:solidFill>
                <a:latin typeface="Consolas"/>
              </a:rPr>
              <a:t>"Pose X"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,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odometry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getPose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().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getX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50" b="0" i="0">
                <a:solidFill>
                  <a:srgbClr val="7DD3FC"/>
                </a:solidFill>
                <a:latin typeface="Consolas"/>
              </a:rPr>
              <a:t>SmartDashboard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putNumber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50" b="0" i="0">
                <a:solidFill>
                  <a:srgbClr val="86EFAC"/>
                </a:solidFill>
                <a:latin typeface="Consolas"/>
              </a:rPr>
              <a:t>"Pose Y"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,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odometry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getPose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().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getY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());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1">
                <a:solidFill>
                  <a:srgbClr val="6B7F9B"/>
                </a:solidFill>
                <a:latin typeface="Consolas"/>
              </a:rPr>
              <a:t>// HELPER 4: static, matematica pura, nao precisa de objeto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static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[]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FDE68A"/>
                </a:solidFill>
                <a:latin typeface="Consolas"/>
              </a:rPr>
              <a:t>forwardKinematics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d1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0">
                <a:solidFill>
                  <a:srgbClr val="DCE6F2"/>
                </a:solidFill>
                <a:latin typeface="Consolas"/>
              </a:rPr>
              <a:t>                                        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d2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,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d3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)</a:t>
            </a:r>
          </a:p>
        </p:txBody>
      </p:sp>
      <p:sp>
        <p:nvSpPr>
          <p:cNvPr id="13" name="Oval 12"/>
          <p:cNvSpPr/>
          <p:nvPr/>
        </p:nvSpPr>
        <p:spPr>
          <a:xfrm>
            <a:off x="7452360" y="2066543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08392" y="1965960"/>
            <a:ext cx="41788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Nome diz tudo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2240279"/>
            <a:ext cx="41788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getAverageForwardEncoderDistance explica a conta melhor que um comentário.</a:t>
            </a:r>
          </a:p>
        </p:txBody>
      </p:sp>
      <p:sp>
        <p:nvSpPr>
          <p:cNvPr id="16" name="Oval 15"/>
          <p:cNvSpPr/>
          <p:nvPr/>
        </p:nvSpPr>
        <p:spPr>
          <a:xfrm>
            <a:off x="7452360" y="3200399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08392" y="3099815"/>
            <a:ext cx="41788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Evita repetição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3374135"/>
            <a:ext cx="41788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A média dos encoders é usada em 3 comandos — escrita uma vez.</a:t>
            </a:r>
          </a:p>
        </p:txBody>
      </p:sp>
      <p:sp>
        <p:nvSpPr>
          <p:cNvPr id="19" name="Oval 18"/>
          <p:cNvSpPr/>
          <p:nvPr/>
        </p:nvSpPr>
        <p:spPr>
          <a:xfrm>
            <a:off x="7452360" y="4334256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08392" y="4233672"/>
            <a:ext cx="41788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private se for interno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8392" y="4507992"/>
            <a:ext cx="41788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publishTelemetry() só interessa à própria classe.</a:t>
            </a:r>
          </a:p>
        </p:txBody>
      </p:sp>
      <p:sp>
        <p:nvSpPr>
          <p:cNvPr id="22" name="Oval 21"/>
          <p:cNvSpPr/>
          <p:nvPr/>
        </p:nvSpPr>
        <p:spPr>
          <a:xfrm>
            <a:off x="7452360" y="5468112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08392" y="5367528"/>
            <a:ext cx="41788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static se for conta pura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5641848"/>
            <a:ext cx="41788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forwardKinematics não lê nenhum sensor: só matemática.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5720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 i="0">
                <a:solidFill>
                  <a:srgbClr val="1E2D49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017520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public · private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final · static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31920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0" i="0">
                <a:solidFill>
                  <a:srgbClr val="8DA2C0"/>
                </a:solidFill>
                <a:latin typeface="Segoe UI"/>
              </a:rPr>
              <a:t>Quatro palavras que mudam o significado do seu código.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4892040"/>
            <a:ext cx="1783080" cy="38404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498348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spc="150">
                <a:solidFill>
                  <a:srgbClr val="F59E0B"/>
                </a:solidFill>
                <a:latin typeface="Segoe UI"/>
              </a:rPr>
              <a:t>8 MINUTOS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03 · VISIBILIDADE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public · private · protected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Quem pode enxergar o quê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Visibilidade é sobre CONFIANÇA, não sobre segurança.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965960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207568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MODIFICADOR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207568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QUEM ACESSA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2075688"/>
            <a:ext cx="5038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USO NO NOSSO ROBÔ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" y="2368296"/>
            <a:ext cx="11530584" cy="56692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2450591"/>
            <a:ext cx="2066543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public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2450591"/>
            <a:ext cx="3803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Qualquer classe do projeto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450591"/>
            <a:ext cx="500176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API do subsystem: setMotor1Speed, getYaw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017520"/>
            <a:ext cx="2066543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protected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3017520"/>
            <a:ext cx="3803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A própria classe e as filhas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3017520"/>
            <a:ext cx="500176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Raro no nosso código; comum em frameworks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3502152"/>
            <a:ext cx="11530584" cy="56692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584448"/>
            <a:ext cx="2066543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(nada)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3584448"/>
            <a:ext cx="3803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Só classes do mesmo package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3584448"/>
            <a:ext cx="500176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Padrão quando você esquece de escrever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151376"/>
            <a:ext cx="2066543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private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151376"/>
            <a:ext cx="3803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Somente dentro da própria classe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4151376"/>
            <a:ext cx="500176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motor1, encoderMotor1, publishTelemetry()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" y="4434840"/>
            <a:ext cx="5669280" cy="18288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9184" y="4434840"/>
            <a:ext cx="50292" cy="1828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504" y="4562856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34D399"/>
                </a:solidFill>
                <a:latin typeface="Consolas"/>
              </a:rPr>
              <a:t>o padrao: campo private, metodo public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946904"/>
            <a:ext cx="5285232" cy="12435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class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OmniDrive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extends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SubsystemBase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private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Titan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Motor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motor1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;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             </a:t>
            </a:r>
            <a:r>
              <a:rPr sz="1150" b="0" i="1">
                <a:solidFill>
                  <a:srgbClr val="6B7F9B"/>
                </a:solidFill>
                <a:latin typeface="Consolas"/>
              </a:rPr>
              <a:t>// escondido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setMotor1Speed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s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)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{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  </a:t>
            </a:r>
            <a:r>
              <a:rPr sz="1150" b="0" i="1">
                <a:solidFill>
                  <a:srgbClr val="6B7F9B"/>
                </a:solidFill>
                <a:latin typeface="Consolas"/>
              </a:rPr>
              <a:t>// exposto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    motor1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50" b="0" i="0">
                <a:solidFill>
                  <a:srgbClr val="FDE68A"/>
                </a:solidFill>
                <a:latin typeface="Consolas"/>
              </a:rPr>
              <a:t>set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s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434840"/>
            <a:ext cx="5596128" cy="18288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3640" y="4434840"/>
            <a:ext cx="5596128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64807" y="4636007"/>
            <a:ext cx="5230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59E0B"/>
                </a:solidFill>
                <a:latin typeface="Segoe UI"/>
              </a:rPr>
              <a:t>A REGRA DE BOLSO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7" y="4946904"/>
            <a:ext cx="523036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Comece TUDO private.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Abra para public só o que outra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classe realmente precisa chamar.</a:t>
            </a:r>
          </a:p>
          <a:p>
            <a:pPr algn="l">
              <a:lnSpc>
                <a:spcPct val="114000"/>
              </a:lnSpc>
            </a:pPr>
            <a:endParaRPr sz="1350" b="0" i="0">
              <a:solidFill>
                <a:srgbClr val="EAF1FB"/>
              </a:solidFill>
              <a:latin typeface="Segoe UI"/>
            </a:endParaRP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É mais fácil abrir depois do que fechar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quando meio projeto já depende.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03 ·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Imutabilidade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final — “isto não muda mais”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O compilador vira seu aliado: tentou mudar, não compila.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760720" cy="28346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28346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212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34D399"/>
                </a:solidFill>
                <a:latin typeface="Consolas"/>
              </a:rPr>
              <a:t>os 4 lugares onde final aparece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5376672" cy="22494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// 1. campo final: atribuido uma vez, no construtor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1" i="0">
                <a:solidFill>
                  <a:srgbClr val="FF7AB6"/>
                </a:solidFill>
                <a:latin typeface="Consolas"/>
              </a:rPr>
              <a:t>private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final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Encoder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encoderMotor1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// 2. constante (final + static)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static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final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wheelRadius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FBBF24"/>
                </a:solidFill>
                <a:latin typeface="Consolas"/>
              </a:rPr>
              <a:t>52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;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150" b="0" i="1">
                <a:solidFill>
                  <a:srgbClr val="6B7F9B"/>
                </a:solidFill>
                <a:latin typeface="Consolas"/>
              </a:rPr>
              <a:t>// mm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// 3. classe final: ninguem pode herdar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final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class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7DD3FC"/>
                </a:solidFill>
                <a:latin typeface="Consolas"/>
              </a:rPr>
              <a:t>Constants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{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// 4. variavel local final dentro de um metodo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1" i="0">
                <a:solidFill>
                  <a:srgbClr val="FF7AB6"/>
                </a:solidFill>
                <a:latin typeface="Consolas"/>
              </a:rPr>
              <a:t>final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alvo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FBBF24"/>
                </a:solidFill>
                <a:latin typeface="Consolas"/>
              </a:rPr>
              <a:t>500.0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5596128" cy="283464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4864" cy="2834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59" y="2103120"/>
            <a:ext cx="50474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59E0B"/>
                </a:solidFill>
                <a:latin typeface="Segoe UI"/>
              </a:rPr>
              <a:t>!  A PEGADINHA QUE CAI EM PROVA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450592"/>
            <a:ext cx="5047488" cy="217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final trava a REFERÊNCIA, não o conteúdo.</a:t>
            </a:r>
          </a:p>
          <a:p>
            <a:pPr algn="l">
              <a:lnSpc>
                <a:spcPct val="118000"/>
              </a:lnSpc>
            </a:pPr>
            <a:endParaRPr sz="1400" b="0" i="0">
              <a:solidFill>
                <a:srgbClr val="EAF1FB"/>
              </a:solidFill>
              <a:latin typeface="Segoe UI"/>
            </a:endParaRP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private final Encoder enc;</a:t>
            </a:r>
          </a:p>
          <a:p>
            <a:pPr algn="l">
              <a:lnSpc>
                <a:spcPct val="118000"/>
              </a:lnSpc>
            </a:pPr>
            <a:endParaRPr sz="1400" b="0" i="0">
              <a:solidFill>
                <a:srgbClr val="EAF1FB"/>
              </a:solidFill>
              <a:latin typeface="Segoe UI"/>
            </a:endParaRP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enc = outroEncoder;   → ERRO de compilação</a:t>
            </a: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enc.reset();          → permitido!</a:t>
            </a:r>
          </a:p>
          <a:p>
            <a:pPr algn="l">
              <a:lnSpc>
                <a:spcPct val="118000"/>
              </a:lnSpc>
            </a:pPr>
            <a:endParaRPr sz="1400" b="0" i="0">
              <a:solidFill>
                <a:srgbClr val="EAF1FB"/>
              </a:solidFill>
              <a:latin typeface="Segoe UI"/>
            </a:endParaRP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A variável não pode apontar para outro objeto, mas o objeto continua podendo mudar por dentro.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" y="4937760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504748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POR QUE USAR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8" y="5047488"/>
            <a:ext cx="76901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BENEFÍCIO CONCRETO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5340096"/>
            <a:ext cx="11530584" cy="420624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5422392"/>
            <a:ext cx="343814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Segoe UI"/>
              </a:rPr>
              <a:t>Protege do acidente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8" y="5422392"/>
            <a:ext cx="765352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Ninguém troca seu encoder por outro no meio do jogo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5843016"/>
            <a:ext cx="343814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Segoe UI"/>
              </a:rPr>
              <a:t>Documenta intenção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3088" y="5843016"/>
            <a:ext cx="765352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Quem lê sabe na hora: esse valor é fixo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" y="6181344"/>
            <a:ext cx="11530584" cy="420624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6263640"/>
            <a:ext cx="343814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Segoe UI"/>
              </a:rPr>
              <a:t>Deixa o compilador ajudar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3088" y="6263640"/>
            <a:ext cx="765352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Erro na compilação é infinitamente melhor que bug na pista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03 · STATIC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Pertence à classe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static — um só, compartilhado por todos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Sem static: um por objeto. Com static: um por classe.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760720" cy="27432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2743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212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A78BFA"/>
                </a:solidFill>
                <a:latin typeface="Consolas"/>
              </a:rPr>
              <a:t>como se le um static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5376672" cy="21579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1" i="0">
                <a:solidFill>
                  <a:srgbClr val="FF7AB6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0" i="0">
                <a:solidFill>
                  <a:srgbClr val="7DD3FC"/>
                </a:solidFill>
                <a:latin typeface="Consolas"/>
              </a:rPr>
              <a:t>Robot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FF7AB6"/>
                </a:solidFill>
                <a:latin typeface="Consolas"/>
              </a:rPr>
              <a:t>private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1" i="0">
                <a:solidFill>
                  <a:srgbClr val="FF7AB6"/>
                </a:solidFill>
                <a:latin typeface="Consolas"/>
              </a:rPr>
              <a:t>int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contador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;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         </a:t>
            </a:r>
            <a:r>
              <a:rPr sz="1200" b="0" i="1">
                <a:solidFill>
                  <a:srgbClr val="6B7F9B"/>
                </a:solidFill>
                <a:latin typeface="Consolas"/>
              </a:rPr>
              <a:t>// 1 por objeto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FF7AB6"/>
                </a:solidFill>
                <a:latin typeface="Consolas"/>
              </a:rPr>
              <a:t>private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1" i="0">
                <a:solidFill>
                  <a:srgbClr val="FF7AB6"/>
                </a:solidFill>
                <a:latin typeface="Consolas"/>
              </a:rPr>
              <a:t>static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1" i="0">
                <a:solidFill>
                  <a:srgbClr val="FF7AB6"/>
                </a:solidFill>
                <a:latin typeface="Consolas"/>
              </a:rPr>
              <a:t>int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total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;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     </a:t>
            </a:r>
            <a:r>
              <a:rPr sz="1200" b="0" i="1">
                <a:solidFill>
                  <a:srgbClr val="6B7F9B"/>
                </a:solidFill>
                <a:latin typeface="Consolas"/>
              </a:rPr>
              <a:t>// 1 para a classe inteira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1">
                <a:solidFill>
                  <a:srgbClr val="6B7F9B"/>
                </a:solidFill>
                <a:latin typeface="Consolas"/>
              </a:rPr>
              <a:t>// acesso: pelo NOME DA CLASSE, sem new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0">
                <a:solidFill>
                  <a:srgbClr val="7DD3FC"/>
                </a:solidFill>
                <a:latin typeface="Consolas"/>
              </a:rPr>
              <a:t>Constants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00" b="0" i="0">
                <a:solidFill>
                  <a:srgbClr val="7DD3FC"/>
                </a:solidFill>
                <a:latin typeface="Consolas"/>
              </a:rPr>
              <a:t>TITAN_ID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0">
                <a:solidFill>
                  <a:srgbClr val="7DD3FC"/>
                </a:solidFill>
                <a:latin typeface="Consolas"/>
              </a:rPr>
              <a:t>CommandScheduler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00" b="0" i="0">
                <a:solidFill>
                  <a:srgbClr val="FDE68A"/>
                </a:solidFill>
                <a:latin typeface="Consolas"/>
              </a:rPr>
              <a:t>getInstance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()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0">
                <a:solidFill>
                  <a:srgbClr val="7DD3FC"/>
                </a:solidFill>
                <a:latin typeface="Consolas"/>
              </a:rPr>
              <a:t>Math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00" b="0" i="0">
                <a:solidFill>
                  <a:srgbClr val="FDE68A"/>
                </a:solidFill>
                <a:latin typeface="Consolas"/>
              </a:rPr>
              <a:t>abs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x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0" i="0">
                <a:solidFill>
                  <a:srgbClr val="7DD3FC"/>
                </a:solidFill>
                <a:latin typeface="Consolas"/>
              </a:rPr>
              <a:t>RobotContainer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drive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965960"/>
            <a:ext cx="5596128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9944" y="2075688"/>
            <a:ext cx="2834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USO LEGÍTIMO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7463" y="2075688"/>
            <a:ext cx="23957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EXEMPLO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368296"/>
            <a:ext cx="5596128" cy="65836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9944" y="2450591"/>
            <a:ext cx="279806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Segoe UI"/>
              </a:rPr>
              <a:t>Constantes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7463" y="2450591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8DA2C0"/>
                </a:solidFill>
                <a:latin typeface="Segoe UI"/>
              </a:rPr>
              <a:t>Constants.wheelRadius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3108959"/>
            <a:ext cx="279806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Segoe UI"/>
              </a:rPr>
              <a:t>Utilitário sem estado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3" y="3108959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8DA2C0"/>
                </a:solidFill>
                <a:latin typeface="Segoe UI"/>
              </a:rPr>
              <a:t>Math.abs(), forwardKinematics()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685031"/>
            <a:ext cx="5596128" cy="65836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9944" y="3767327"/>
            <a:ext cx="279806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Segoe UI"/>
              </a:rPr>
              <a:t>Singleton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3" y="3767327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8DA2C0"/>
                </a:solidFill>
                <a:latin typeface="Segoe UI"/>
              </a:rPr>
              <a:t>CommandScheduler.getInstance()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4425695"/>
            <a:ext cx="279806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Segoe UI"/>
              </a:rPr>
              <a:t>Acesso global (nosso repo)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3" y="4425695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8DA2C0"/>
                </a:solidFill>
                <a:latin typeface="Segoe UI"/>
              </a:rPr>
              <a:t>RobotContainer.drive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" y="4892040"/>
            <a:ext cx="11530584" cy="141732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9184" y="4892040"/>
            <a:ext cx="54864" cy="14173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503" y="5074920"/>
            <a:ext cx="109819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87171"/>
                </a:solidFill>
                <a:latin typeface="Segoe UI"/>
              </a:rPr>
              <a:t>!  O CUSTO DO STATIC — E POR QUE ISSO IMPORTA NO NOSSO CÓDIGO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3" y="5422392"/>
            <a:ext cx="10981944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static não some quando o objeto some: é estado global. Dois robôs? Impossível. Teste isolado? Difícil.</a:t>
            </a: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Nos nossos Commands, 'private static final OmniDrive drive = RobotContainer.drive;' é carregado quando a CLASSE carrega — se o subsystem ainda não existir, o campo guarda null para sempre. É exatamente por isso que em RobotContainer o 'new OmniDrive()' vem ANTES do 'new SimpleDrive()'.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03 · RESUMO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Os quatro, lado a lado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Decisão rápida na hora de escrever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Cole isto na bancada.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874519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98424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PALAVRA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198424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RESPONDE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98424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USE QUANDO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1984248"/>
            <a:ext cx="3026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EXEMPLO NO REPO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2276856"/>
            <a:ext cx="11530584" cy="603504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359151"/>
            <a:ext cx="160934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public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2359151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Quem pode 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359151"/>
            <a:ext cx="389534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Outra classe precisa chamar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2359151"/>
            <a:ext cx="2990087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setMotor1Speed()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2962656"/>
            <a:ext cx="160934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private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4288" y="2962656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Quem pode 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2962656"/>
            <a:ext cx="389534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Detalhe interno da classe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2962656"/>
            <a:ext cx="2990087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motor1, navX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" y="3483864"/>
            <a:ext cx="11530584" cy="603504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566160"/>
            <a:ext cx="160934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4288" y="356616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Pode mudar?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566160"/>
            <a:ext cx="389534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Valor/referência fixa após nascer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96528" y="3566160"/>
            <a:ext cx="2990087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final Encoder enc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4169663"/>
            <a:ext cx="160934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static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04288" y="4169663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Pertence a quem?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4169663"/>
            <a:ext cx="389534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É da classe, não do objeto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8" y="4169663"/>
            <a:ext cx="2990087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Constants.M1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" y="4709160"/>
            <a:ext cx="11530584" cy="18288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9184" y="4709160"/>
            <a:ext cx="50292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3504" y="4837176"/>
            <a:ext cx="109819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59E0B"/>
                </a:solidFill>
                <a:latin typeface="Consolas"/>
              </a:rPr>
              <a:t>lendo uma linha do Constants.java, palavra por palavra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221224"/>
            <a:ext cx="11146536" cy="12435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static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   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final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    </a:t>
            </a:r>
            <a:r>
              <a:rPr sz="10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   wheelRadius 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0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50" b="0" i="0">
                <a:solidFill>
                  <a:srgbClr val="FBBF24"/>
                </a:solidFill>
                <a:latin typeface="Consolas"/>
              </a:rPr>
              <a:t>52</a:t>
            </a:r>
            <a:r>
              <a:rPr sz="105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1">
                <a:solidFill>
                  <a:srgbClr val="6B7F9B"/>
                </a:solidFill>
                <a:latin typeface="Consolas"/>
              </a:rPr>
              <a:t>//  ^         ^         ^         ^            ^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1">
                <a:solidFill>
                  <a:srgbClr val="6B7F9B"/>
                </a:solidFill>
                <a:latin typeface="Consolas"/>
              </a:rPr>
              <a:t>//  |         |         |         |            +-- nome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1">
                <a:solidFill>
                  <a:srgbClr val="6B7F9B"/>
                </a:solidFill>
                <a:latin typeface="Consolas"/>
              </a:rPr>
              <a:t>//  |         |         |         +-- tipo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1">
                <a:solidFill>
                  <a:srgbClr val="6B7F9B"/>
                </a:solidFill>
                <a:latin typeface="Consolas"/>
              </a:rPr>
              <a:t>//  |         |         +-- nao muda nunca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1">
                <a:solidFill>
                  <a:srgbClr val="6B7F9B"/>
                </a:solidFill>
                <a:latin typeface="Consolas"/>
              </a:rPr>
              <a:t>//  |         +-- pertence a classe Constants, nao a um objeto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 b="0" i="1">
                <a:solidFill>
                  <a:srgbClr val="6B7F9B"/>
                </a:solidFill>
                <a:latin typeface="Consolas"/>
              </a:rPr>
              <a:t>//  +-- qualquer classe do projeto pode ler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5720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 i="0">
                <a:solidFill>
                  <a:srgbClr val="1E2D49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017520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Tipos de variáveis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31920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0" i="0">
                <a:solidFill>
                  <a:srgbClr val="8DA2C0"/>
                </a:solidFill>
                <a:latin typeface="Segoe UI"/>
              </a:rPr>
              <a:t>Os tipos que realmente aparecem neste repositório.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4892040"/>
            <a:ext cx="1783080" cy="38404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498348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spc="150">
                <a:solidFill>
                  <a:srgbClr val="A78BFA"/>
                </a:solidFill>
                <a:latin typeface="Segoe UI"/>
              </a:rPr>
              <a:t>6 MINUTOS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04 · PRIMITIVOS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Os tipos básicos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Tipos primitivos — guardam o valor em 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No nosso repositório, basicamente três: double, int e boolean.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965960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207568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TIPO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07568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O QUE 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0756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ONDE USAMOS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2075688"/>
            <a:ext cx="3026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EXEMPLO REAL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2368296"/>
            <a:ext cx="11530584" cy="585216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450591"/>
            <a:ext cx="1517904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double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2450591"/>
            <a:ext cx="2523744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Decimal 64 bits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2450591"/>
            <a:ext cx="3621024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Velocidade, distância, ângulo, kP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2450591"/>
            <a:ext cx="2990087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double speed = 0.5;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3035808"/>
            <a:ext cx="1517904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2848" y="3035808"/>
            <a:ext cx="2523744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Inteiro, sem casas decimais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3035808"/>
            <a:ext cx="3621024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Portas, IDs, contagem de pulsos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3035808"/>
            <a:ext cx="2990087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int M1 = 1;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" y="3538728"/>
            <a:ext cx="11530584" cy="585216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621024"/>
            <a:ext cx="1517904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boolean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2848" y="3621024"/>
            <a:ext cx="2523744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true ou false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3621024"/>
            <a:ext cx="3621024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Encoder invertido, botão, isFinished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96528" y="3621024"/>
            <a:ext cx="2990087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boolean rev = false;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4206240"/>
            <a:ext cx="1517904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void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12848" y="4206240"/>
            <a:ext cx="2523744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Ausência de retorno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6048" y="4206240"/>
            <a:ext cx="3621024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Setters e métodos de 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8" y="4206240"/>
            <a:ext cx="2990087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void setMotor1Speed(...)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" y="4709159"/>
            <a:ext cx="11530584" cy="585216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5488" y="4791455"/>
            <a:ext cx="1517904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double[]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12848" y="4791455"/>
            <a:ext cx="2523744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Vetor de decimais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6048" y="4791455"/>
            <a:ext cx="3621024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Resultado de cinemática (3 valores)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4791455"/>
            <a:ext cx="2990087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double[] forwardKin...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" y="5120640"/>
            <a:ext cx="5669280" cy="118872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9184" y="5120640"/>
            <a:ext cx="50292" cy="1188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3504" y="5248656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Constants.java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632704"/>
            <a:ext cx="5285232" cy="6035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1" i="0">
                <a:solidFill>
                  <a:srgbClr val="FF7AB6"/>
                </a:solidFill>
                <a:latin typeface="Consolas"/>
              </a:rPr>
              <a:t>static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1" i="0">
                <a:solidFill>
                  <a:srgbClr val="FF7AB6"/>
                </a:solidFill>
                <a:latin typeface="Consolas"/>
              </a:rPr>
              <a:t>final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kDeadband 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0" i="0">
                <a:solidFill>
                  <a:srgbClr val="FBBF24"/>
                </a:solidFill>
                <a:latin typeface="Consolas"/>
              </a:rPr>
              <a:t>0.1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1" i="0">
                <a:solidFill>
                  <a:srgbClr val="FF7AB6"/>
                </a:solidFill>
                <a:latin typeface="Consolas"/>
              </a:rPr>
              <a:t>static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1" i="0">
                <a:solidFill>
                  <a:srgbClr val="FF7AB6"/>
                </a:solidFill>
                <a:latin typeface="Consolas"/>
              </a:rPr>
              <a:t>final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1" i="0">
                <a:solidFill>
                  <a:srgbClr val="FF7AB6"/>
                </a:solidFill>
                <a:latin typeface="Consolas"/>
              </a:rPr>
              <a:t>int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7DD3FC"/>
                </a:solidFill>
                <a:latin typeface="Consolas"/>
              </a:rPr>
              <a:t>TITAN_ID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 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0" i="0">
                <a:solidFill>
                  <a:srgbClr val="FBBF24"/>
                </a:solidFill>
                <a:latin typeface="Consolas"/>
              </a:rPr>
              <a:t>42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1" i="0">
                <a:solidFill>
                  <a:srgbClr val="FF7AB6"/>
                </a:solidFill>
                <a:latin typeface="Consolas"/>
              </a:rPr>
              <a:t>static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1" i="0">
                <a:solidFill>
                  <a:srgbClr val="FF7AB6"/>
                </a:solidFill>
                <a:latin typeface="Consolas"/>
              </a:rPr>
              <a:t>final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1" i="0">
                <a:solidFill>
                  <a:srgbClr val="FF7AB6"/>
                </a:solidFill>
                <a:latin typeface="Consolas"/>
              </a:rPr>
              <a:t>boolean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kMotor3EncoderReversed 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2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200" b="1" i="0">
                <a:solidFill>
                  <a:srgbClr val="FF7AB6"/>
                </a:solidFill>
                <a:latin typeface="Consolas"/>
              </a:rPr>
              <a:t>true</a:t>
            </a:r>
            <a:r>
              <a:rPr sz="1200" b="0" i="0">
                <a:solidFill>
                  <a:srgbClr val="9FB3CC"/>
                </a:solidFill>
                <a:latin typeface="Consolas"/>
              </a:rPr>
              <a:t>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5120640"/>
            <a:ext cx="5596128" cy="11887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63640" y="5120640"/>
            <a:ext cx="5596128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64807" y="5321807"/>
            <a:ext cx="5230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A78BFA"/>
                </a:solidFill>
                <a:latin typeface="Segoe UI"/>
              </a:rPr>
              <a:t>REGRA PRÁTICA DO ROBÔ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7" y="5632704"/>
            <a:ext cx="52303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Tudo que é medida física → double.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int só para porta, ID e contagem.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Na dúvida: double.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04 · OBJETOS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Tipos de referência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Tipos de referência — guardam o endereço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São as classes. É aqui que vive quase todo o código do robô.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965960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207568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TIPO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07568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PARA QUE 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2075688"/>
            <a:ext cx="37581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CHAMADA TÍPICA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" y="2368296"/>
            <a:ext cx="11530584" cy="47548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2450591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Titan / Titan.Motor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450591"/>
            <a:ext cx="416966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Driver de motor da Studica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2450591"/>
            <a:ext cx="372160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titan.getMotor(M1)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2926079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Encoder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2926079"/>
            <a:ext cx="416966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Conta pulsos, devolve distância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2926079"/>
            <a:ext cx="372160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encoderMotor1.getDistance()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3319272"/>
            <a:ext cx="11530584" cy="47548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401568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AHRS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7" y="3401568"/>
            <a:ext cx="416966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Giroscópio navX (yaw, pitch, roll)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3401568"/>
            <a:ext cx="372160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navX.getYaw()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3877056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XboxController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5887" y="3877056"/>
            <a:ext cx="416966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Entrada do atleta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3877056"/>
            <a:ext cx="372160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driverJoystick.getRawAxis(1)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" y="4270248"/>
            <a:ext cx="11530584" cy="47548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8" y="4352544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Command / CommandBase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5887" y="4352544"/>
            <a:ext cx="416966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Comportamento agendável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4352544"/>
            <a:ext cx="372160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new DriveToDistance(0.5)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4828031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PIDController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75887" y="4828031"/>
            <a:ext cx="416966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Controle em malha fechada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5008" y="4828031"/>
            <a:ext cx="372160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pid.calculate(atual, alvo)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" y="5221223"/>
            <a:ext cx="11530584" cy="47548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" y="5303519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Pose2d / Rotation2d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5887" y="5303519"/>
            <a:ext cx="416966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Posição e ângulo na odometria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5008" y="5303519"/>
            <a:ext cx="372160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odometry.getPose()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5779007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SmartDashboard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75887" y="5779007"/>
            <a:ext cx="416966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Telemetria (classe 100% static)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5779007"/>
            <a:ext cx="372160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SmartDashboard.putNumber(...)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" y="5943600"/>
            <a:ext cx="11530584" cy="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0B11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9184" y="5943600"/>
            <a:ext cx="54864" cy="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03503" y="6126480"/>
            <a:ext cx="109819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0B1120"/>
                </a:solidFill>
                <a:latin typeface="Segoe UI"/>
              </a:rPr>
              <a:t> 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3" y="6473952"/>
            <a:ext cx="10981944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9184" y="5989320"/>
            <a:ext cx="115305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59E0B"/>
                </a:solidFill>
                <a:latin typeface="Segoe UI"/>
              </a:rPr>
              <a:t>Primitivo guarda o valor. Referência guarda o endereço de um objeto — por isso ela pode valer null, e primitivo nunca.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04 · ARMADILHA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Divisão inteira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 bug que compila, roda, e dá resultado errado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Caso real deste repositório — há um commit só para corrigir isto.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669280" cy="265176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26517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87171"/>
                </a:solidFill>
                <a:latin typeface="Consolas"/>
              </a:rPr>
              <a:t>o erro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5285232" cy="20665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// ERRADO: 1 e 61 sao int -&gt; divisao INTEIRA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gearRatio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FBBF24"/>
                </a:solidFill>
                <a:latin typeface="Consolas"/>
              </a:rPr>
              <a:t>1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/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FBBF24"/>
                </a:solidFill>
                <a:latin typeface="Consolas"/>
              </a:rPr>
              <a:t>61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// resultado: 0.0   (nao 0.0163...)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// a conta seguinte vira zero, silenciosamente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wheelPulseRatio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pulsePerRevolution </a:t>
            </a:r>
            <a:r>
              <a:rPr sz="1150" b="0" i="1">
                <a:solidFill>
                  <a:srgbClr val="6B7F9B"/>
                </a:solidFill>
                <a:latin typeface="Consolas"/>
              </a:rPr>
              <a:t>* gearRatio;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// = 1440.0 * 0.0 = 0.0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5596128" cy="265176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0292" cy="26517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2048256"/>
            <a:ext cx="50474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34D399"/>
                </a:solidFill>
                <a:latin typeface="Consolas"/>
              </a:rPr>
              <a:t>as duas correcoes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32304"/>
            <a:ext cx="5212080" cy="20665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// CERTO: force decimal em um dos lados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gearRatio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FBBF24"/>
                </a:solidFill>
                <a:latin typeface="Consolas"/>
              </a:rPr>
              <a:t>1.0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/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0" i="0">
                <a:solidFill>
                  <a:srgbClr val="FBBF24"/>
                </a:solidFill>
                <a:latin typeface="Consolas"/>
              </a:rPr>
              <a:t>61.0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1">
                <a:solidFill>
                  <a:srgbClr val="6B7F9B"/>
                </a:solidFill>
                <a:latin typeface="Consolas"/>
              </a:rPr>
              <a:t>// ou escreva o valor, como esta no nosso Constants: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static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final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5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150" b="0" i="0">
                <a:solidFill>
                  <a:srgbClr val="DCE6F2"/>
                </a:solidFill>
                <a:latin typeface="Consolas"/>
              </a:rPr>
              <a:t> gearRatio 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=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FBBF24"/>
                </a:solidFill>
                <a:latin typeface="Consolas"/>
              </a:rPr>
              <a:t>0.016393442622950819672131147540983</a:t>
            </a:r>
            <a:r>
              <a:rPr sz="1150" b="0" i="0">
                <a:solidFill>
                  <a:srgbClr val="9FB3CC"/>
                </a:solidFill>
                <a:latin typeface="Consolas"/>
              </a:rPr>
              <a:t>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" y="4681728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479145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EXPRESSÃO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479145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RESULTADO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4791456"/>
            <a:ext cx="5312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POR QUÊ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" y="5084064"/>
            <a:ext cx="11530584" cy="393192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" y="5166360"/>
            <a:ext cx="3072384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1 / 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7328" y="5166360"/>
            <a:ext cx="2523744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5166360"/>
            <a:ext cx="5276088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int / int = int. O resto é jogado fora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5559552"/>
            <a:ext cx="3072384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1.0 / 61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67328" y="5559552"/>
            <a:ext cx="2523744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0.01639...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5559552"/>
            <a:ext cx="5276088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Um double na conta → resultado double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" y="5870448"/>
            <a:ext cx="11530584" cy="393192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" y="5952744"/>
            <a:ext cx="3072384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(double) 1 / 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7328" y="5952744"/>
            <a:ext cx="2523744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0.01639...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952744"/>
            <a:ext cx="5276088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Cast explícito antes da divisão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6345936"/>
            <a:ext cx="3072384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1 / 61.0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67328" y="6345936"/>
            <a:ext cx="2523744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0.01639...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6345936"/>
            <a:ext cx="5276088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Funciona igual — qualquer lado serve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5720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 i="0">
                <a:solidFill>
                  <a:srgbClr val="1E2D49"/>
                </a:solidFill>
                <a:latin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017520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31920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0" i="0">
                <a:solidFill>
                  <a:srgbClr val="8DA2C0"/>
                </a:solidFill>
                <a:latin typeface="Segoe UI"/>
              </a:rPr>
              <a:t>Um exercício, as armadilhas e o checklist de prova.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4892040"/>
            <a:ext cx="1783080" cy="38404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498348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spc="150">
                <a:solidFill>
                  <a:srgbClr val="F472B6"/>
                </a:solidFill>
                <a:latin typeface="Segoe UI"/>
              </a:rPr>
              <a:t>6 MINUTOS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05 · PRÁTICA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Exercício guiado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Crie um subsystem e um comando — do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Garra com um motor. 10 minutos de bancada, sozinho ou em dupla.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828800"/>
            <a:ext cx="5943600" cy="44348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828800"/>
            <a:ext cx="50292" cy="44348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1956816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passo 1 — o subsystem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340864"/>
            <a:ext cx="5559552" cy="3849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1">
                <a:solidFill>
                  <a:srgbClr val="6B7F9B"/>
                </a:solidFill>
                <a:latin typeface="Consolas"/>
              </a:rPr>
              <a:t>// subsystems/Garra.java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class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Garra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extends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SubsystemBase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private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final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Titan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Motor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motorGarra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;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  </a:t>
            </a:r>
            <a:r>
              <a:rPr sz="1100" b="0" i="1">
                <a:solidFill>
                  <a:srgbClr val="6B7F9B"/>
                </a:solidFill>
                <a:latin typeface="Consolas"/>
              </a:rPr>
              <a:t>// private + final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Garra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{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                       </a:t>
            </a:r>
            <a:r>
              <a:rPr sz="1100" b="0" i="1">
                <a:solidFill>
                  <a:srgbClr val="6B7F9B"/>
                </a:solidFill>
                <a:latin typeface="Consolas"/>
              </a:rPr>
              <a:t>// construtor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      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Titan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titan 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new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Titan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Constants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TITAN_ID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      motorGarra 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titan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>
                <a:solidFill>
                  <a:srgbClr val="FDE68A"/>
                </a:solidFill>
                <a:latin typeface="Consolas"/>
              </a:rPr>
              <a:t>getMotor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Constants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>
                <a:solidFill>
                  <a:srgbClr val="7DD3FC"/>
                </a:solidFill>
                <a:latin typeface="Consolas"/>
              </a:rPr>
              <a:t>M_GARRA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FDE68A"/>
                </a:solidFill>
                <a:latin typeface="Consolas"/>
              </a:rPr>
              <a:t>setVelocidade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v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)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{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  </a:t>
            </a:r>
            <a:r>
              <a:rPr sz="1100" b="0" i="1">
                <a:solidFill>
                  <a:srgbClr val="6B7F9B"/>
                </a:solidFill>
                <a:latin typeface="Consolas"/>
              </a:rPr>
              <a:t>// SETTER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      motorGarra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100" b="0" i="0">
                <a:solidFill>
                  <a:srgbClr val="FDE68A"/>
                </a:solidFill>
                <a:latin typeface="Consolas"/>
              </a:rPr>
              <a:t>set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v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FDE68A"/>
                </a:solidFill>
                <a:latin typeface="Consolas"/>
              </a:rPr>
              <a:t>parar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{</a:t>
            </a:r>
            <a:r>
              <a:rPr sz="1100" b="0" i="0">
                <a:solidFill>
                  <a:srgbClr val="DCE6F2"/>
                </a:solidFill>
                <a:latin typeface="Consolas"/>
              </a:rPr>
              <a:t>                   </a:t>
            </a:r>
            <a:r>
              <a:rPr sz="1100" b="0" i="1">
                <a:solidFill>
                  <a:srgbClr val="6B7F9B"/>
                </a:solidFill>
                <a:latin typeface="Consolas"/>
              </a:rPr>
              <a:t>// HELPER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      </a:t>
            </a:r>
            <a:r>
              <a:rPr sz="1100" b="0" i="0">
                <a:solidFill>
                  <a:srgbClr val="FDE68A"/>
                </a:solidFill>
                <a:latin typeface="Consolas"/>
              </a:rPr>
              <a:t>setVelocidade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100" b="0" i="0">
                <a:solidFill>
                  <a:srgbClr val="FBBF24"/>
                </a:solidFill>
                <a:latin typeface="Consolas"/>
              </a:rPr>
              <a:t>0.0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10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 b="0" i="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828800"/>
            <a:ext cx="5413248" cy="44348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46520" y="1828800"/>
            <a:ext cx="50292" cy="44348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1956816"/>
            <a:ext cx="48646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34D399"/>
                </a:solidFill>
                <a:latin typeface="Consolas"/>
              </a:rPr>
              <a:t>passo 2 — o comando (estilo recomendado)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4264" y="2340864"/>
            <a:ext cx="5029200" cy="3849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1">
                <a:solidFill>
                  <a:srgbClr val="6B7F9B"/>
                </a:solidFill>
                <a:latin typeface="Consolas"/>
              </a:rPr>
              <a:t>// commands/AbrirGarra.java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class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7DD3FC"/>
                </a:solidFill>
                <a:latin typeface="Consolas"/>
              </a:rPr>
              <a:t>AbrirGarra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extends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7DD3FC"/>
                </a:solidFill>
                <a:latin typeface="Consolas"/>
              </a:rPr>
              <a:t>CommandBase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private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final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7DD3FC"/>
                </a:solidFill>
                <a:latin typeface="Consolas"/>
              </a:rPr>
              <a:t>Garra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garra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private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final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velocidade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7DD3FC"/>
                </a:solidFill>
                <a:latin typeface="Consolas"/>
              </a:rPr>
              <a:t>AbrirGarra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00" b="0" i="0">
                <a:solidFill>
                  <a:srgbClr val="7DD3FC"/>
                </a:solidFill>
                <a:latin typeface="Consolas"/>
              </a:rPr>
              <a:t>Garra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garra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,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double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v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)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   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this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garra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garra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;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     </a:t>
            </a:r>
            <a:r>
              <a:rPr sz="1000" b="0" i="1">
                <a:solidFill>
                  <a:srgbClr val="6B7F9B"/>
                </a:solidFill>
                <a:latin typeface="Consolas"/>
              </a:rPr>
              <a:t>// injetado!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   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this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velocidade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=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v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    </a:t>
            </a:r>
            <a:r>
              <a:rPr sz="1000" b="0" i="0">
                <a:solidFill>
                  <a:srgbClr val="FDE68A"/>
                </a:solidFill>
                <a:latin typeface="Consolas"/>
              </a:rPr>
              <a:t>addRequirements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garra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00" b="1" i="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FDE68A"/>
                </a:solidFill>
                <a:latin typeface="Consolas"/>
              </a:rPr>
              <a:t>execute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()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{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garra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00" b="0" i="0">
                <a:solidFill>
                  <a:srgbClr val="FDE68A"/>
                </a:solidFill>
                <a:latin typeface="Consolas"/>
              </a:rPr>
              <a:t>setVelocidade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velocidade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);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00" b="1" i="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DCE6F2"/>
                </a:solidFill>
                <a:latin typeface="Consolas"/>
              </a:rPr>
              <a:t>   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public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void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FDE68A"/>
                </a:solidFill>
                <a:latin typeface="Consolas"/>
              </a:rPr>
              <a:t>end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</a:t>
            </a:r>
            <a:r>
              <a:rPr sz="1000" b="1" i="0">
                <a:solidFill>
                  <a:srgbClr val="FF7AB6"/>
                </a:solidFill>
                <a:latin typeface="Consolas"/>
              </a:rPr>
              <a:t>boolean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i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)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{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garra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.</a:t>
            </a:r>
            <a:r>
              <a:rPr sz="1000" b="0" i="0">
                <a:solidFill>
                  <a:srgbClr val="FDE68A"/>
                </a:solidFill>
                <a:latin typeface="Consolas"/>
              </a:rPr>
              <a:t>parar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();</a:t>
            </a:r>
            <a:r>
              <a:rPr sz="1000" b="0" i="0">
                <a:solidFill>
                  <a:srgbClr val="DCE6F2"/>
                </a:solidFill>
                <a:latin typeface="Consolas"/>
              </a:rPr>
              <a:t> </a:t>
            </a:r>
            <a:r>
              <a:rPr sz="100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1">
                <a:solidFill>
                  <a:srgbClr val="6B7F9B"/>
                </a:solidFill>
                <a:latin typeface="Consolas"/>
              </a:rPr>
              <a:t>// RobotContainer: garra = new Garra();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 b="0" i="1">
                <a:solidFill>
                  <a:srgbClr val="6B7F9B"/>
                </a:solidFill>
                <a:latin typeface="Consolas"/>
              </a:rPr>
              <a:t>// botaoA.whileHeld(new AbrirGarra(garra, 0.4));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05 · ARMADILHAS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Os erros que custam pontos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Dez erros, em ordem de frequência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Todos eles compilam. Nenhum deles avisa.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65960"/>
            <a:ext cx="5596128" cy="82296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1965960"/>
            <a:ext cx="54864" cy="822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6" y="220370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7171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2093976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Esquecer addRequirements(subsystem)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240487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Dois comandos no mesmo motor, sem erro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" y="2852928"/>
            <a:ext cx="5596128" cy="82296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9184" y="2852928"/>
            <a:ext cx="54864" cy="822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" y="309067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7171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" y="298094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Não parar o motor no end()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" y="329184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Robô sai andando quando o comando é interrompido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" y="3739896"/>
            <a:ext cx="5596128" cy="82296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" y="3739896"/>
            <a:ext cx="54864" cy="822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5216" y="3977639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7171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" y="3867911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while / sleep dentro de execute()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" y="417880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Travou o loop de 20 ms; watchdog dispara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" y="4626864"/>
            <a:ext cx="5596128" cy="82296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9184" y="4626864"/>
            <a:ext cx="54864" cy="822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5216" y="4864607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7171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" y="4754879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Usar a variável antes do new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" y="5065775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NullPointerException no boot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" y="5513831"/>
            <a:ext cx="5596128" cy="82296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9184" y="5513831"/>
            <a:ext cx="54864" cy="822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5216" y="5751575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7171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" y="5641847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Divisão inteira: 1 / 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" y="595274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Vale 0.0 e o robô não anda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1965960"/>
            <a:ext cx="5596128" cy="82296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63640" y="1965960"/>
            <a:ext cx="54864" cy="822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19672" y="220370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7171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79" y="2093976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Misturar mm e metros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79" y="240487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Autônomo 1000x errado, mas compila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2852928"/>
            <a:ext cx="5596128" cy="82296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263640" y="2852928"/>
            <a:ext cx="54864" cy="822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19672" y="309067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7171"/>
                </a:solidFill>
                <a:latin typeface="Segoe U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79" y="298094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Esquecer @Override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79" y="329184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Seu método nunca é chamado — e nada reclama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3739896"/>
            <a:ext cx="5596128" cy="82296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263640" y="3739896"/>
            <a:ext cx="54864" cy="822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19672" y="3977639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7171"/>
                </a:solidFill>
                <a:latin typeface="Segoe UI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79" y="3867911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Número mágico fora do Constants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79" y="417880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Troca de porta = caça ao tesouro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4626864"/>
            <a:ext cx="5596128" cy="82296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63640" y="4626864"/>
            <a:ext cx="54864" cy="822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19672" y="4864607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7171"/>
                </a:solidFill>
                <a:latin typeface="Segoe UI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79" y="4754879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Ligar motor no periodic()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79" y="5065775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Fura o sistema de requisitos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63640" y="5513831"/>
            <a:ext cx="5596128" cy="82296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263640" y="5513831"/>
            <a:ext cx="54864" cy="822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19672" y="5751575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7171"/>
                </a:solidFill>
                <a:latin typeface="Segoe UI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79" y="5641847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Autônomo sem withTimeout()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79" y="595274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Encoder falhou? Empurra a parede até o fim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05 ·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Antes de subir o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Checklist do atleta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Rode esta lista antes de cada deploy. Leva 60 segundos.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2011680"/>
            <a:ext cx="5596128" cy="65836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57784" y="2185416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0704" y="219456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Todo Command tem addRequirements?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" y="2816352"/>
            <a:ext cx="5596128" cy="65836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57784" y="2990088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" y="299923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Todo end() para o hardware?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" y="3621024"/>
            <a:ext cx="5596128" cy="65836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57784" y="3794760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0704" y="3803904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Todo número está no Constants?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" y="4425696"/>
            <a:ext cx="5596128" cy="65836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7784" y="4599432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0704" y="4608576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Todo @Override está no lugar?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" y="5230368"/>
            <a:ext cx="5596128" cy="65836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57784" y="5404104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0704" y="541324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Toda divisão tem .0 nos literais?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011680"/>
            <a:ext cx="5596128" cy="65836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92240" y="2185416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95159" y="219456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Toda distância declara a unidade?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816352"/>
            <a:ext cx="5596128" cy="65836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92240" y="2990088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95159" y="299923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Todo comando de autônomo tem withTimeout?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621024"/>
            <a:ext cx="5596128" cy="65836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492240" y="3794760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95159" y="3803904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Encoder e giro aparecem no SmartDashboard?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425696"/>
            <a:ext cx="5596128" cy="65836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492240" y="4599432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95159" y="4608576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Campos private, métodos públicos só o necessário?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5230368"/>
            <a:ext cx="5596128" cy="65836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492240" y="5404104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95159" y="541324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Compilou E rodou na bancada antes da pista?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FECHAMENTO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 essencial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Se você levar só sete frases, leve estas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" y="1920240"/>
            <a:ext cx="11530584" cy="566928"/>
          </a:xfrm>
          <a:prstGeom prst="roundRect">
            <a:avLst>
              <a:gd name="adj" fmla="val 1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9184" y="1920240"/>
            <a:ext cx="64008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048256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1FB"/>
                </a:solidFill>
                <a:latin typeface="Segoe UI"/>
              </a:rPr>
              <a:t>Subsystem tem o hardware. Command tem o comportamento.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" y="2578608"/>
            <a:ext cx="11530584" cy="566928"/>
          </a:xfrm>
          <a:prstGeom prst="roundRect">
            <a:avLst>
              <a:gd name="adj" fmla="val 1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" y="2578608"/>
            <a:ext cx="64008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71576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D3E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06624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1FB"/>
                </a:solidFill>
                <a:latin typeface="Segoe UI"/>
              </a:rPr>
              <a:t>O Scheduler roda tudo a cada 20 ms — seu código é passivo.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" y="3236976"/>
            <a:ext cx="11530584" cy="566928"/>
          </a:xfrm>
          <a:prstGeom prst="roundRect">
            <a:avLst>
              <a:gd name="adj" fmla="val 1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9184" y="3236976"/>
            <a:ext cx="64008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374136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64992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1FB"/>
                </a:solidFill>
                <a:latin typeface="Segoe UI"/>
              </a:rPr>
              <a:t>addRequirements é o que impede dois comandos de brigar.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" y="3895344"/>
            <a:ext cx="11530584" cy="566928"/>
          </a:xfrm>
          <a:prstGeom prst="roundRect">
            <a:avLst>
              <a:gd name="adj" fmla="val 1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9184" y="3895344"/>
            <a:ext cx="64008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03250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4D399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023359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1FB"/>
                </a:solidFill>
                <a:latin typeface="Segoe UI"/>
              </a:rPr>
              <a:t>Classe é a planta; objeto é a casa; new é a construção.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" y="4553712"/>
            <a:ext cx="11530584" cy="566928"/>
          </a:xfrm>
          <a:prstGeom prst="roundRect">
            <a:avLst>
              <a:gd name="adj" fmla="val 1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9184" y="4553712"/>
            <a:ext cx="64008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69087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4D399"/>
                </a:solidFill>
                <a:latin typeface="Consola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681727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1FB"/>
                </a:solidFill>
                <a:latin typeface="Segoe UI"/>
              </a:rPr>
              <a:t>Campo private + método público = você pode mudar sem quebrar nada.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" y="5212079"/>
            <a:ext cx="11530584" cy="566928"/>
          </a:xfrm>
          <a:prstGeom prst="roundRect">
            <a:avLst>
              <a:gd name="adj" fmla="val 1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9184" y="5212079"/>
            <a:ext cx="64008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53492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78BFA"/>
                </a:solidFill>
                <a:latin typeface="Consola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340095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1FB"/>
                </a:solidFill>
                <a:latin typeface="Segoe UI"/>
              </a:rPr>
              <a:t>final trava a referência, não o conteúdo do objeto.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" y="5870447"/>
            <a:ext cx="11530584" cy="566928"/>
          </a:xfrm>
          <a:prstGeom prst="roundRect">
            <a:avLst>
              <a:gd name="adj" fmla="val 1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9184" y="5870447"/>
            <a:ext cx="64008" cy="56692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6007607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472B6"/>
                </a:solidFill>
                <a:latin typeface="Consolas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998463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1FB"/>
                </a:solidFill>
                <a:latin typeface="Segoe UI"/>
              </a:rPr>
              <a:t>static é da classe, não do objeto — e isso é estado global.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" y="6400800"/>
            <a:ext cx="115305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DA2C0"/>
                </a:solidFill>
                <a:latin typeface="Consolas"/>
              </a:rPr>
              <a:t>Próximos passos: lab4Autonomous (sequências)  ·  lab5Pid (controle)  ·  lab8 e lab9 (odometria)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13241</Words>
  <Application>Microsoft Office PowerPoint</Application>
  <PresentationFormat>Widescreen</PresentationFormat>
  <Paragraphs>1939</Paragraphs>
  <Slides>44</Slides>
  <Notes>41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Consolas</vt:lpstr>
      <vt:lpstr>OpenSans-Regular</vt:lpstr>
      <vt:lpstr>Segoe UI</vt:lpstr>
      <vt:lpstr>Office Theme</vt:lpstr>
      <vt:lpstr>Agenda</vt:lpstr>
      <vt:lpstr>Marcio Natal Lopes</vt:lpstr>
      <vt:lpstr>Marcio Natal Lopes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Work</dc:creator>
  <cp:keywords/>
  <dc:description>generated using python-pptx</dc:description>
  <cp:lastModifiedBy>Marcio Natal Lopes</cp:lastModifiedBy>
  <cp:revision>5</cp:revision>
  <dcterms:created xsi:type="dcterms:W3CDTF">2013-01-27T09:14:16Z</dcterms:created>
  <dcterms:modified xsi:type="dcterms:W3CDTF">2026-10-26T20:11:51Z</dcterms:modified>
  <cp:category/>
</cp:coreProperties>
</file>